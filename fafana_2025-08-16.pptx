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e du titre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12" name="Texte niveau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e du titre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21" name="Texte niveau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e du titre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Texte du titre</a:t>
            </a:r>
          </a:p>
        </p:txBody>
      </p:sp>
      <p:sp>
        <p:nvSpPr>
          <p:cNvPr id="30" name="Texte niveau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e du titre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39" name="Texte niveau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e du titre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48" name="Texte niveau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e du titre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5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e du titre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Texte du titre</a:t>
            </a:r>
          </a:p>
        </p:txBody>
      </p:sp>
      <p:sp>
        <p:nvSpPr>
          <p:cNvPr id="73" name="Texte niveau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e du titre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Texte du titre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Texte niveau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" name="Texte niveau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16 : 1, 2, 3, 4</a:t>
            </a:r>
          </a:p>
        </p:txBody>
      </p:sp>
      <p:sp>
        <p:nvSpPr>
          <p:cNvPr id="96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1- </a:t>
            </a:r>
            <a:r>
              <a:rPr>
                <a:solidFill>
                  <a:srgbClr val="FFFFFF"/>
                </a:solidFill>
              </a:rPr>
              <a:t>Avia, ry vazantany ô!</a:t>
            </a:r>
            <a:endParaRPr>
              <a:solidFill>
                <a:srgbClr val="FFFFFF"/>
              </a:solidFill>
            </a:endParaRP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Sy mponina ao an-danitra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Miraisa feo ka mihirà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Ny fanavotan-dehibe,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16 : 1, 2, 3, 4</a:t>
            </a:r>
          </a:p>
        </p:txBody>
      </p:sp>
      <p:sp>
        <p:nvSpPr>
          <p:cNvPr id="100" name="TextBox 4"/>
          <p:cNvSpPr txBox="1"/>
          <p:nvPr/>
        </p:nvSpPr>
        <p:spPr>
          <a:xfrm>
            <a:off x="299720" y="508000"/>
            <a:ext cx="11592560" cy="162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:,:Zay amonjena marobe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Dia vita re ka miderà.:,: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16 : 1, 2, 3, 4</a:t>
            </a:r>
          </a:p>
        </p:txBody>
      </p:sp>
      <p:sp>
        <p:nvSpPr>
          <p:cNvPr id="104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2- </a:t>
            </a:r>
            <a:r>
              <a:rPr>
                <a:solidFill>
                  <a:srgbClr val="FFFFFF"/>
                </a:solidFill>
              </a:rPr>
              <a:t>Avia, ry fiangonana ô!</a:t>
            </a:r>
            <a:endParaRPr>
              <a:solidFill>
                <a:srgbClr val="FFFFFF"/>
              </a:solidFill>
            </a:endParaRP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Mba asandrato re ny feo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Hidera ny Mpanavotra;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Na aty an'efitra aza izao,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16 : 1, 2, 3, 4</a:t>
            </a:r>
          </a:p>
        </p:txBody>
      </p:sp>
      <p:sp>
        <p:nvSpPr>
          <p:cNvPr id="108" name="TextBox 4"/>
          <p:cNvSpPr txBox="1"/>
          <p:nvPr/>
        </p:nvSpPr>
        <p:spPr>
          <a:xfrm>
            <a:off x="299720" y="508000"/>
            <a:ext cx="11592560" cy="162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:,: Hirao am-pandehanana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Ny hira soan'i Ziona :,: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16 : 1, 2, 3, 4</a:t>
            </a:r>
          </a:p>
        </p:txBody>
      </p:sp>
      <p:sp>
        <p:nvSpPr>
          <p:cNvPr id="112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3- </a:t>
            </a:r>
            <a:r>
              <a:rPr>
                <a:solidFill>
                  <a:srgbClr val="FFFFFF"/>
                </a:solidFill>
              </a:rPr>
              <a:t>Avia, ry voavonjy ô!</a:t>
            </a:r>
            <a:endParaRPr>
              <a:solidFill>
                <a:srgbClr val="FFFFFF"/>
              </a:solidFill>
            </a:endParaRP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Ka mifalia avokoa,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Fa afa-doza hianareo;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Miraisa feo ka mihirà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16 : 1, 2, 3, 4</a:t>
            </a:r>
          </a:p>
        </p:txBody>
      </p:sp>
      <p:sp>
        <p:nvSpPr>
          <p:cNvPr id="116" name="TextBox 4"/>
          <p:cNvSpPr txBox="1"/>
          <p:nvPr/>
        </p:nvSpPr>
        <p:spPr>
          <a:xfrm>
            <a:off x="299720" y="508000"/>
            <a:ext cx="11592560" cy="162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:,: Derao, derao fa mendrika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Ilay nanavotra anareo :,: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16 : 1, 2, 3, 4</a:t>
            </a:r>
          </a:p>
        </p:txBody>
      </p:sp>
      <p:sp>
        <p:nvSpPr>
          <p:cNvPr id="120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4- </a:t>
            </a:r>
            <a:r>
              <a:rPr>
                <a:solidFill>
                  <a:srgbClr val="FFFFFF"/>
                </a:solidFill>
              </a:rPr>
              <a:t>Avia, ry olom-bery ô!</a:t>
            </a:r>
            <a:endParaRPr>
              <a:solidFill>
                <a:srgbClr val="FFFFFF"/>
              </a:solidFill>
            </a:endParaRP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Izay mandre ny teny soa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Hoe: "Manatona Ahy 'zao"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Anio ny Tompo mba fidio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16 : 1, 2, 3, 4</a:t>
            </a:r>
          </a:p>
        </p:txBody>
      </p:sp>
      <p:sp>
        <p:nvSpPr>
          <p:cNvPr id="124" name="TextBox 4"/>
          <p:cNvSpPr txBox="1"/>
          <p:nvPr/>
        </p:nvSpPr>
        <p:spPr>
          <a:xfrm>
            <a:off x="299720" y="508000"/>
            <a:ext cx="11592560" cy="162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:,: Ny fitiavany valio;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Ny fiderany koa hirao :,: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417 : 3</a:t>
            </a:r>
          </a:p>
        </p:txBody>
      </p:sp>
      <p:sp>
        <p:nvSpPr>
          <p:cNvPr id="128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3- </a:t>
            </a:r>
            <a:r>
              <a:rPr>
                <a:solidFill>
                  <a:srgbClr val="FFFFFF"/>
                </a:solidFill>
              </a:rPr>
              <a:t>Itambesaran’ny ota natao</a:t>
            </a:r>
            <a:endParaRPr>
              <a:solidFill>
                <a:srgbClr val="FFFFFF"/>
              </a:solidFill>
            </a:endParaRP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‘Zao dia te-hody aho,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Matoky anefa fa horaisinao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‘Zao  dia te-hody aho.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417 : 3</a:t>
            </a:r>
          </a:p>
        </p:txBody>
      </p:sp>
      <p:sp>
        <p:nvSpPr>
          <p:cNvPr id="132" name="TextBox 4"/>
          <p:cNvSpPr txBox="1"/>
          <p:nvPr/>
        </p:nvSpPr>
        <p:spPr>
          <a:xfrm>
            <a:off x="299720" y="508000"/>
            <a:ext cx="11592560" cy="2313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:,: Inty tamy aho,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Raiko malala ô,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Raiso ny tanako. :,: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531 : 1</a:t>
            </a:r>
          </a:p>
        </p:txBody>
      </p:sp>
      <p:sp>
        <p:nvSpPr>
          <p:cNvPr id="136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1- </a:t>
            </a:r>
            <a:r>
              <a:rPr>
                <a:solidFill>
                  <a:srgbClr val="FFFFFF"/>
                </a:solidFill>
              </a:rPr>
              <a:t>Ry Jeso loharanon’aina,</a:t>
            </a:r>
            <a:endParaRPr>
              <a:solidFill>
                <a:srgbClr val="FFFFFF"/>
              </a:solidFill>
            </a:endParaRP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Izay foto-pahasoavana!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Ny fonay toy ny tany maina,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Fenoy fitiavana!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531 : 1</a:t>
            </a:r>
          </a:p>
        </p:txBody>
      </p:sp>
      <p:sp>
        <p:nvSpPr>
          <p:cNvPr id="140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Aidino ao ny tena aina,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Mba hampifankatia anay,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Fandrao ho tonga very maina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Ny fitiavanao anay.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780 : 1</a:t>
            </a:r>
          </a:p>
        </p:txBody>
      </p:sp>
      <p:sp>
        <p:nvSpPr>
          <p:cNvPr id="144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1- </a:t>
            </a:r>
            <a:r>
              <a:rPr>
                <a:solidFill>
                  <a:srgbClr val="FFFFFF"/>
                </a:solidFill>
              </a:rPr>
              <a:t>He, dera, laza, hery</a:t>
            </a:r>
            <a:endParaRPr>
              <a:solidFill>
                <a:srgbClr val="FFFFFF"/>
              </a:solidFill>
            </a:endParaRP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Anao ry Jeso ô!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Ny zaza no hilaza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Ny voninahitrao.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780 : 1</a:t>
            </a:r>
          </a:p>
        </p:txBody>
      </p:sp>
      <p:sp>
        <p:nvSpPr>
          <p:cNvPr id="148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Hianao Mpanjaka tia,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Hianao no Tomponay,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Izay tonga ho Mpamonjy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Sy ho Mpisolonay.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780 : 1</a:t>
            </a:r>
          </a:p>
        </p:txBody>
      </p:sp>
      <p:sp>
        <p:nvSpPr>
          <p:cNvPr id="152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He, dera, laza, hery,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Anao ry Jeso ô!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Ny zaza no hilaza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Ny voninahitrao.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530 : 1, 2, 3</a:t>
            </a:r>
          </a:p>
        </p:txBody>
      </p:sp>
      <p:sp>
        <p:nvSpPr>
          <p:cNvPr id="156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1- </a:t>
            </a:r>
            <a:r>
              <a:rPr>
                <a:solidFill>
                  <a:srgbClr val="FFFFFF"/>
                </a:solidFill>
              </a:rPr>
              <a:t>Fitiavana rano velona,</a:t>
            </a:r>
            <a:endParaRPr>
              <a:solidFill>
                <a:srgbClr val="FFFFFF"/>
              </a:solidFill>
            </a:endParaRP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Loharano lalina;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Ka miafina ao anatiny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Ny fiainan-danitra!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530 : 1, 2, 3</a:t>
            </a:r>
          </a:p>
        </p:txBody>
      </p:sp>
      <p:sp>
        <p:nvSpPr>
          <p:cNvPr id="160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2- </a:t>
            </a:r>
            <a:r>
              <a:rPr>
                <a:solidFill>
                  <a:srgbClr val="FFFFFF"/>
                </a:solidFill>
              </a:rPr>
              <a:t>Fitiavana no nirahina</a:t>
            </a:r>
            <a:endParaRPr>
              <a:solidFill>
                <a:srgbClr val="FFFFFF"/>
              </a:solidFill>
            </a:endParaRP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Avy tamin-Jehovah ;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O, mba raisonao, dia ho fantatrao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Ny fahasambarana.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530 : 1, 2, 3</a:t>
            </a:r>
          </a:p>
        </p:txBody>
      </p:sp>
      <p:sp>
        <p:nvSpPr>
          <p:cNvPr id="164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3- </a:t>
            </a:r>
            <a:r>
              <a:rPr>
                <a:solidFill>
                  <a:srgbClr val="FFFFFF"/>
                </a:solidFill>
              </a:rPr>
              <a:t>Fitiavana didy tokana</a:t>
            </a:r>
            <a:endParaRPr>
              <a:solidFill>
                <a:srgbClr val="FFFFFF"/>
              </a:solidFill>
            </a:endParaRP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Ary didy lehibe ;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Mitoera ao, hitoeranao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Amim-piadanam-be.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338 : 1</a:t>
            </a:r>
          </a:p>
        </p:txBody>
      </p:sp>
      <p:sp>
        <p:nvSpPr>
          <p:cNvPr id="168" name="TextBox 4"/>
          <p:cNvSpPr txBox="1"/>
          <p:nvPr/>
        </p:nvSpPr>
        <p:spPr>
          <a:xfrm>
            <a:off x="299720" y="508000"/>
            <a:ext cx="11592560" cy="299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>
                <a:solidFill>
                  <a:srgbClr val="FFFFFF"/>
                </a:solidFill>
              </a:rPr>
              <a:t>Arovy aho, Tompo,</a:t>
            </a:r>
            <a:endParaRPr>
              <a:solidFill>
                <a:srgbClr val="FFFFFF"/>
              </a:solidFill>
            </a:endParaRP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Atolotro izao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Ny tenako hanompo,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Sy hankalaza Anao.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TextBox 3"/>
          <p:cNvSpPr txBox="1"/>
          <p:nvPr/>
        </p:nvSpPr>
        <p:spPr>
          <a:xfrm>
            <a:off x="4998720" y="-190500"/>
            <a:ext cx="943356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>
              <a:defRPr b="1" sz="2900">
                <a:solidFill>
                  <a:srgbClr val="D1AC65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FIHIRANA 338 : 1</a:t>
            </a:r>
          </a:p>
        </p:txBody>
      </p:sp>
      <p:sp>
        <p:nvSpPr>
          <p:cNvPr id="172" name="TextBox 4"/>
          <p:cNvSpPr txBox="1"/>
          <p:nvPr/>
        </p:nvSpPr>
        <p:spPr>
          <a:xfrm>
            <a:off x="299720" y="508000"/>
            <a:ext cx="11592560" cy="162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endParaRPr sz="1100"/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Omeo ahy hery sy faharetam-po,</a:t>
            </a:r>
          </a:p>
          <a:p>
            <a:pPr algn="ctr">
              <a:defRPr b="1" sz="4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Arovy tsy ho very izay anjarako.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