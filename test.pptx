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no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no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slideLayouts/_rels/slideLayout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no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635000"/>
            <a:ext cx="5080000" cy="127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en-US"/>
              <a:t>Bienvenue dans votre présentation PowerPoint !</a:t>
            </a:r>
            <a:endParaRPr lang="en-MG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