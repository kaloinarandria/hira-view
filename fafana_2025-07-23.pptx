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1.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Jeso Mpanjaka malaza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 Tompo Mpanjakanay;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Mahery sy tsara indrindra,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Izy no aronay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Mendrika hankalazaina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Noho ny heriny;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Eran-tany sy lanitra 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zo aman-dazany.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Ry Tompo Mpanjaka mahery ô!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Mihainoa ! Mihainoa 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Avy manaiky tokoa 'zahay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Tompon'ny hery rehetra Hianao,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misy mihitsy ny toa Anao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tratry ny saina ny herinao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fiderana 'zay entinay, 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Raiso re ! Raiso re!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haja atolotra Anao ety, Raiso izao !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3.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Tompo, Mpanjaka Tsitoha,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Kanefa be indrafo;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Deraina eram-po erantsaina,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Deraina mandrakizay ;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He ! Ny mpanompo voavonjy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Samy mihoby hoe :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"Haleloia ho amin’ny Avo,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Jeso no Tomponay "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Ry Tompo Mpanjaka mahery ô!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Mihainoa ! Mihainoa 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Avy manaiky tokoa 'zahay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Tompon'ny hery rehetra Hianao,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171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misy mihitsy ny toa Anao,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tratry ny saina ny herinao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fiderana 'zay entinay, 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Raiso re ! Raiso re!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haja atolotra Anao ety, Raiso izao !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FANAMPINY 16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1.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Tsy vitam-po onena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vitan-dranomaso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Asam-pamonjena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azo atao 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Mifampiandry andraso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azo ifanerena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Mila fandavan-tena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Sy hery tsy mba maty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Herim-po, herin-tsaina 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F.F 16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FANAMPINY 16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Fiverenana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Na onena ny fonao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Na tomany ny maso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Tsy izany no ilaina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fifankatiavana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417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2.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Maniry hanana fiadanam-po,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dia te-hody aho,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Sy mba hivesatra ny zioganao,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dia te-hody aho,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417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 :,: Inty tamy aho, 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Raiko malala ô,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Raiso ny tanako. :,: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487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1.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Fanavaozan'izay mahagaga tokoa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Nomen'i Jeso ahy re,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Fahazavan'ny fanahy izay mahafa-po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Nomen'i Jeso ahy re,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487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Hatramin'izao dia endrey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Hatramin'izao dia endrey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fitepon'ny foko izay ravo tokoa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Onenan'ny Tompo Jeso.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205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2.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Ny tenin'ny Baiboly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 sabatra entinay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Handresy ny devoly,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'Lay fahavalonay;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205 : 2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Raha misy mampahory,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osa izahay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teninao mahery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Manjary tanjakay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354 :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3.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Sao ity no toriteny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Fara-fanasana anao; 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Sao anio no fotoana 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Fara-ahavelomanao;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354 :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aza mba misalasala, 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Sao manjary neninao, 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Raha tsy mety mahalala 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fotoana mety izao.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547 : 4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CC00"/>
                </a:solidFill>
                <a:latin typeface="Verdana"/>
              </a:rPr>
              <a:t>4.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Ry Jeso Tompo tia anay ô!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Misaotra Anao izahay izao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henika ny hasoavanao 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Izao tontolo izao.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FFCC00"/>
                </a:solidFill>
                <a:latin typeface="Verdana"/>
              </a:rPr>
              <a:t>FIHIRANA 547 : 4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Eny, Jeso! Zoky be fitia,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Soa lehibe no nentinao taty, 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Avy izahay, mba hisaotra Anao 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Noho ny fitiavanao.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