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2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3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3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Jeso Mpanjaka malaza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Tompo Mpanjakanay;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Mahery sy tsara indrindra,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Izy no aronay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Mendrika hankalazaina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heriny;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Eran-tany sy lanitra 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zo aman-dazany.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Tompo, Mpanjaka Tsitoha,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Kanefa be indrafo;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eram-po erantsaina,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mandrakizay ;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 ! Ny mpanompo voavonjy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Samy mihoby hoe :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"Haleloia ho amin’ny Avo,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Jeso no Tomponay "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Tsy vitam-po onena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vitan-dranomaso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Asam-pamonjena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atao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Mifampiandry andraso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ifanerena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Mila fandavan-tena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hery tsy mba maty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Herim-po, herin-tsaina koa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Fiv: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 Na onena ny fonao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Na tomany ny 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izany no ilaina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fifankatiavana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Maniry hanana fiadanam-po,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mba hivesatra ny zioganao,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:,: Inty tamy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Raiko malala ô,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ny tanako. :,: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Fanavaozan'izay mahagaga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Fahazavan'ny fanahy izay mahafa-po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fitepon'ny foko izay ravo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Onenan'ny Tompo Jeso.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Ny tenin'ny Baiboly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sabatra entinay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Handresy ny devoly,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'Lay fahavalonay;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misy mampahory,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osa izahay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teninao mahery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Manjary tanjakay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Sao ity no toriteny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Fara-fanasana anao;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anio no fotoana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Fara-ahavelomanao;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aza mba misalasala,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manjary neninao,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tsy mety mahalala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fotoana mety izao.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Ry Jeso Tompo tia anay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Misaotra Anao izahay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henika ny hasoavanao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tontolo izao.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FR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Jeso! Zoky be fitia,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 lehibe no nentinao taty,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izahay, mba hisaotra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fitiavanao.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