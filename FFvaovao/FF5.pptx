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FANANGANANA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MATY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Hoy Jesosy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‘Zaho no fananganana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Fananganana ny maty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fiainana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rehetra mino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dia maty aza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ho velona indray (in-3)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Satria velona aho,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velona ianareo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matahotra fa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(ho velon‘indray) (in-3)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Maharavo fo ny teniny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henoy indray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‘Zay rehetra velona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mino Ahy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tsy ho faty mandrakizay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hatsangako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ho velona indray (in-3)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Satria velona aho,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velona ianareo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matahotra fa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(ho velon’indray) (in-3)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O ! Jesosy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re ampitomboy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finoako 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herinao asehoy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Tompo iantrao ny foko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‘Ty finoako vonoy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ho velona indray (in-3)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Mino Anao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foko Jesosiko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Feno toky aho, fa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(ho velon’indray) (in-3)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