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hainay ny hangina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tsy hankalaza ny Avo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Nameno fitahiana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tsy mba namela ho lavo.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dera ry Ray, sy saotra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atolotray 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(fo sy fanahy)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Fo faly loatra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entinao midera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sainay tsy ampy hahalala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fatran’ny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raiso ry Tompo malala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fankasitrahana Anao ry Ray.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hainay hadinoina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fara-fitiavanao Ray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maty novonoina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Zanakao hamonjy anay.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dera ry Ray, sy saotra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atolotray 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(fo sy fanahy)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Fo faly loatra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entinao midera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sainay tsy ampy hahalala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fatran’ny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raiso ry Tompo malala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fankasitrahana Anao ry Ray.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