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34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Tompo malala o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Mpanjakako Ianao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Tamy aho fa resy lahatra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Noho ny famonjena vitanao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Eny ry Tompo,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ho haiko adinoina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Intsony re ny fitiavana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nasehonao.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34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anio anavaozako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fanompoako 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tsy ho voavaliko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izay natolotrao,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fitiavana natolotrao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raiso Tompo,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ekeo re sy anjakao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fiainako ho voninahitrao.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34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Tompo malala o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‘Lay hazo fijalianao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Niaretanao tao Kalvary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Niaretanao Mpamonjiko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nanehoanao fa tianao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ity mpanota izay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mendrika Anao akory ity.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34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anio anavaozako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fanompoako 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tsy ho voavaliko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izay natolotrao,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fitiavana natolotrao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raiso Tompo,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ekeo re sy anjakao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fiainako ho voninahitrao.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34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3-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Tompo malala o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ho hadinoiko intsony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fitiavana natolotrao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(Ny fitiavana natolotrao)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Eny ry Tompo, ity izaho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izay voababonao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vonona hanao ny sitrakao.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34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anio anavaozako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fanompoako 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tsy ho voavaliko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izay natolotrao,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fitiavana natolotrao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raiso Tompo,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ekeo re sy anjakao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fiainako ho voninahitrao.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