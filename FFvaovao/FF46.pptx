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Mba tantanonao  ry 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Izato lalan-janakao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mifidy toa tsy haiko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maniry indrindra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Hitanao ny adi-tsaina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Mitambesatra ao  an-doha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‘Zany tsikin’ny maraina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Toa ela vao hifoha.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Moa diso  ny  safidiko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mandroso ka mankao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 ‘ty lalà-nofinidiko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tsy ilay voasoritrao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Tanteraho ny faniriako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ry Tompo tena 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ity zavatra iriko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Masina amiko doria.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Nefa raha tsy izay no didy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Namboarinao ho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Amboary ny safidy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ny ratrako am-panahy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Atolorinao ny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Hampijoro izay nikoa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sitranonao ny fery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ny ratrako ao am-po.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