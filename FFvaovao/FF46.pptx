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no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no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/Relationships>
</file>

<file path=ppt/slideLayouts/_rels/slideLayout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no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46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FF"/>
                </a:solidFill>
                <a:latin typeface="Verdana"/>
              </a:rPr>
              <a:t>1- </a:t>
            </a:r>
            <a:r>
              <a:rPr lang="en-US" sz="4500" b="true">
                <a:solidFill>
                  <a:srgbClr val="000000"/>
                </a:solidFill>
                <a:latin typeface="Verdana"/>
              </a:rPr>
              <a:t>Mba tantanonao  ry  Raiko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Izato lalan-janakao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Ny mifidy toa tsy haiko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Fa maniry indrindra Anao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Hitanao ny adi-tsaina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Mitambesatra ao  an-doha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‘Zany tsikin’ny maraina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Toa ela vao hifoha.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46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FF"/>
                </a:solidFill>
                <a:latin typeface="Verdana"/>
              </a:rPr>
              <a:t>2- </a:t>
            </a:r>
            <a:r>
              <a:rPr lang="en-US" sz="4500" b="true">
                <a:solidFill>
                  <a:srgbClr val="000000"/>
                </a:solidFill>
                <a:latin typeface="Verdana"/>
              </a:rPr>
              <a:t>Moa diso  ny  safidiko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Raha mandroso ka mankao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Sa ‘ty lalà-nofinidiko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Dia tsy ilay voasoritrao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Tanteraho ny faniriako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O ! ry Tompo tena tia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Fa ity zavatra iriko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Masina amiko doria.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46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FF"/>
                </a:solidFill>
                <a:latin typeface="Verdana"/>
              </a:rPr>
              <a:t>3- </a:t>
            </a:r>
            <a:r>
              <a:rPr lang="en-US" sz="4500" b="true">
                <a:solidFill>
                  <a:srgbClr val="000000"/>
                </a:solidFill>
                <a:latin typeface="Verdana"/>
              </a:rPr>
              <a:t>Nefa raha tsy izay no didy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Namboarinao ho ahy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Amboary ny safidy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Sy ny ratrako am-panahy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Atolorinao ny hery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Hampijoro izay nikoa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Ka sitranonao ny fery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Sy ny ratrako ao am-po.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