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Fo mitambatra ho iray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entina eto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Mitrotro ny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Hohamasin’Andriamanitra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Hitombo hery sy hamerovero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hifanaiky ireo olon-droa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hiombom-piainana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inona miseho eto an-tany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vonona hifampitantana.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 toy ny an’ilay Jesoa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 manolotra ny 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 mandresy fahotana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 ho mandrakizay doria.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To izao androany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nofinofy 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niainanay taloha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indro fa miara-belona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Miara-tsambatra,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anivon’ny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dina izay niarahana nikolo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hamafisina ho doria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tehirizina ho vaovao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Handrobona, hitombo hasina.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 toy ny an’ilay Jesoa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 manolotra ny 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 mandresy fahotana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 ho mandrakizay doria.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