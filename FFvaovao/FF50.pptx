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50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Ianao izay misa fatratra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mikendry mba hanefa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zava-tsarotra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Moa tsy tsapanao ho mahasambatra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asa izay atao am-pitiavana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Mihamaivana mora entina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fahasahiranana toa mitambesatra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ao ny Manaiky  marina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tia sy handala ny asa rehetra.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50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Hoy ny hafatry ny Tompo aminao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Manatona ahy raha toa sahirana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izaho tsy manary na mandao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Izay miezaka ka hita reraka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Nefa moa ve, vonon’izao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Handà ny tenanao,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hamoy izao tontolo 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manaiky koa mba ho tarihina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sarotra ny làlana sy asa atao.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50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3-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Mitsanganà, mandrosoa hiasa e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malalaka ny saha izay omena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meteza koa hanaiky hanome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Harena herim-po ilaina aminao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Aza ketraka, matokia 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‘Lay hery ‘zay manohana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fihezahanao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mitondra soa, manova mba ho vao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vokatry ny asa izay nanasatr’anao.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