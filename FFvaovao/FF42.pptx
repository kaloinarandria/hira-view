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Moa misy va ety,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iriko toa Anao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Tompo be fitia,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Mpanao izao rehetra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foko lazanao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Ray malala ô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Jereo ‘ty Zanakao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miantoraka Aminao.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Moa misy va ety,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iriko toa Anao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 Sakaiza, avia Hianao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hiara-dia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foko tia 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oneno, anjakao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hatakaloko Hianao,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“Ry fiainako vaovao”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Moa misy va ety,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iriko toa Anao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Fanahy hendry ery,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Mpanoro izay rehetra atao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foko he ! 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Fanahy Masina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fiainako ovay ho vao,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hamasinonao.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Moa misy va ety,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iriko noho ilay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Nesoina tany Kalvary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'lay indrafon’ny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 malala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Endrey ‘ty vitanao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Hitanao ny hetahetako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hasambarako.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