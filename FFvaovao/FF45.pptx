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1-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Hira fiderana ho anao ry Ray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Tsy afaka ato am-bavako mandrakizay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Hira mampifaly, mampitony jaly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Mampiravoravo fo.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2-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Ny talenta izay efa nomenao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Hiderako Anao n’aiza misy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hamelon’aina, hampitony saina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Hampiray ny miaina.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3-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Hira tsotra ihany,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nefa na dia izany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Anao tokoa no hikaloako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Raiso re, Tompo,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F’io no porofom-pitiavako Anao.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45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FF"/>
                </a:solidFill>
                <a:latin typeface="Verdana"/>
              </a:rPr>
              <a:t>4- </a:t>
            </a:r>
            <a:r>
              <a:rPr lang="en-US" sz="4500" b="true">
                <a:solidFill>
                  <a:srgbClr val="000000"/>
                </a:solidFill>
                <a:latin typeface="Verdana"/>
              </a:rPr>
              <a:t>Hira avy ato am-poko,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indro fa vetsoiko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Anao ry Raiko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izay antsoiko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Hira tena mamy,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manambara hatrany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tena tiako  Ianao.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