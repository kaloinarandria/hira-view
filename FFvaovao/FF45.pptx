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Hira fiderana ho anao ry Ray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afaka ato am-bavako mandrakizay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Hira mampifaly, mampitony jaly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Mampiravoravo fo.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Ny talenta izay efa nomenao 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Hiderako Anao n’aiza misy ahy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hamelon’aina, hampitony saina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Hampiray ny miaina.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Hira tsotra ihany,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nefa na dia izany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Anao tokoa no hikaloako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Raiso re, Tompo,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F’io no porofom-pitiavako Anao.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4-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Hira avy ato am-poko,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indro fa vetsoiko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Anao ry Raiko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antsoiko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Hira tena mamy,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manambara hatrany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tena tiako  Ianao.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