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40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1-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C’était la nuit du salut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On s’en souvient à présent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Car le seigneur très riche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Naquit en ce moment-là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C’est un amour fort étonnant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Que Dieu a bel et bien montré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40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Le cœur est rempli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d’ immense gaieté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De joie, du bonheur éternel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On chante tout haut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la chanson du Ciel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Haleluia !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40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2-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C’était la nuit du salut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On s’en souvient à présent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J’ai conclu avec le Seigneur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Le pacte de la rédemption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À lui j’ai donné tout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mon corps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Pour moi, son sang est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mon rachat.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40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Le cœur est rempli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d’ immense gaieté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De joie, du bonheur éternel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On chante tout haut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la chanson du Ciel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Haleluia !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40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3-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C’était la nuit du salut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On s’en souvient à présent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Des pécheurs innombrables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Héritent la belle vie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Cette nuit réconciliant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Était porteuse de la paix.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40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Le cœur est rempli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d’ immense gaieté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De joie, du bonheur éternel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On chante tout haut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la chanson du Ciel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Haleluia !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40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4-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C’était la nuit du salut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On s’en souvient à présent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Mon Jésus s’est rabaissé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Par sa suprême pitié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O ! bel amour rendant égaux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Les riches et les malheureux.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40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Le cœur est rempli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d’ immense gaieté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De joie, du bonheur éternel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On chante tout haut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la chanson du Ciel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Haleluia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