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17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(Faneva faha-25 taona SAF FJKM)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17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O ! Tompo be fitia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 ! Isaoranay 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manaiky hiara-dia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Aminay mpanomponao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‘Zay miasa hanasoa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Olo-maro mpiara-miaina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Manantena vokatsoa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Amin’ny asa izay efaina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17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He! talenta samihafa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nomenao hampiasaina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ireo no miara-miasa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ho avy ny maraina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ho maro sesehena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hahazo tombotsoa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Hampandroso firenena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‘Zay kinasanay ho to.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17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Taona maro izay ry Ray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nodiavina hatrizao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Niara-nilofosanay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Mba hanao ny asanao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Nefa tsapanay tokoa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Vitsy no mba vita tsara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tafio ny herim-po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Hahavita izay anjara.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17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He! talenta samihafa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nomenao hampiasaina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ireo no miara-miasa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ho avy ny maraina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ho maro sesehena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hahazo tombotsoa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Hampandroso firenena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‘Zay kinasanay ho 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