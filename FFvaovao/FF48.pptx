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FITIAVANA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Andriamanitra Fitiavana  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mihevitra ny momba anay etý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mifoha maraina izahay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tsy afaka am-bavanayhoe :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Ampy ho anay ny fahasoavanao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maraina mibaliaka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andronay etý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Ianao no masoandro niaviany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ny alin’ny ririnina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handalo etý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Ianao no kintana hitantana ny dia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ny vavaka atao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Izay mipololotra am-ponay ao hoe :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Izahay anie hatoky Anao.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Andriamanitra Fitiavana  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mitantana ny dianay etý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mandimby ny andro ny alina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Mbola atokana hideranay hoe :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Ampy ho anay ny fahasoavanao.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maraina mibaliaka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andronay etý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Ianao no masoandro niaviany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ny alin’ny ririnina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handalo etý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Ianao no kintana hitantana ny dia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ny vavaka atao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Izay mipololotra am-ponay ao hoe :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Izahay anie hatoky Anao.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