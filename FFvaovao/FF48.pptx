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FITIAVANA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Fitiavana 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mihevitra ny momba anay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mifoha maraina izahay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tsy afaka am-bavanayhoe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Ampy ho anay ny fahasoavanao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maraina mibaliaka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andronay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masoandro niaviany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ny alin’ny ririnina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handalo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kintana hitantana ny dia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ny vavaka atao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mipololotra am-ponay ao hoe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Izahay anie hatoky Anao.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Fitiavana 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mitantana ny dianay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mandimby ny andro ny alina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Mbola atokana hideranay hoe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Ampy ho anay ny fahasoavanao.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maraina mibaliaka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andronay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masoandro niaviany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ny alin’ny ririnina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handalo etý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kintana hitantana ny dia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ny vavaka atao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mipololotra am-ponay ao hoe :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Izahay anie hatoky 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