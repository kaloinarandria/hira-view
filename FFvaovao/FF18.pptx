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Raha tonga ny andro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Izay hitsarana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Amin’izay fotoana izay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Hadinina 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Ka hitarika ilay Mpanjakanao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Efa vonona ve ianao ?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(Ary koa) Efa ampy ve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izay anananao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Hiatrehanao ny Tomponao.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Fihatsarambelatsihy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Aok’izay dieny ety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Fahafaham-baraka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anao, ka ialao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toa tianao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voavonjy 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Afafazo ‘zay voa mendrika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(Mendrika).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Raha tonga ny andro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Izay itsaràna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Amin’izay fotoana izay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Hadinina 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Efa ampy ve izay nafafinao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Mba ho voa mendrika tokoa ?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(Ary koa) efa tontosa ve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ny anjaranao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hahameloka 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rahatrizay.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Fihatsarambelatsihy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Aok’izay dieny ety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Fahafaham-baraka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anao, ka ialao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toa tianao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voavonjy 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Afafazo ‘zay voa mendrika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(Mendrika).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FF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000000"/>
                </a:solidFill>
                <a:latin typeface="Verdana"/>
              </a:rPr>
              <a:t>Raha ho avy ny fotoana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hodianao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Amim-boninahitra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ao an-tranon-dray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Tsy hatahotra, na hangovitra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Ianao raha madio fo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(Ary koa)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Satroboninahitra tsy mba lo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No an’ny mpanomponao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mahasoa.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>
            <a:off x="635000" y="127000"/>
            <a:ext cx="10922000" cy="50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3200" b="true">
                <a:solidFill>
                  <a:srgbClr val="0000FF"/>
                </a:solidFill>
                <a:latin typeface="Verdana"/>
              </a:rPr>
              <a:t>HIRA 18</a:t>
            </a:r>
          </a:p>
        </p:txBody>
      </p:sp>
      <p:sp>
        <p:nvSpPr>
          <p:cNvPr name="TextBox 3" id="3"/>
          <p:cNvSpPr txBox="true"/>
          <p:nvPr/>
        </p:nvSpPr>
        <p:spPr>
          <a:xfrm>
            <a:off x="635000" y="762000"/>
            <a:ext cx="10922000" cy="5588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Fihatsarambelatsihy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Aok’izay dieny ety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Fahafaham-baraka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anao, ka ialao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Raha toa tianao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ho voavonjy ianao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Afafazo ‘zay voa mendrika</a:t>
            </a:r>
          </a:p>
          <a:p>
            <a:pPr algn="ctr"/>
            <a:r>
              <a:rPr lang="en-US" sz="4500" b="true">
                <a:solidFill>
                  <a:srgbClr val="000000"/>
                </a:solidFill>
                <a:latin typeface="Verdana"/>
              </a:rPr>
              <a:t>(Mendrika).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