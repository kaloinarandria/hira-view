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Raha tonga ny andro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hitsarana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Amin’izay fotoana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Hadinina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hitarika ilay Mpanjakanao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vonona ve ianao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(Ary koa) Efa ampy ve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anananao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Hiatrehanao ny Tomponao.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Fihatsarambelatsihy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Aok’izay dieny ety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Fahafaham-baraka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anao, ka ialao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toa tianao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voavonjy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Afafazo ‘zay voa mendrika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(Mendrika).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Raha tonga ny andro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itsaràna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Amin’izay fotoana 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Hadinina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ampy ve izay nafafinao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ho voa mendrika tokoa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(Ary koa) efa tontosa ve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anjaranao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hahameloka 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rahatrizay.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Fihatsarambelatsihy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Aok’izay dieny ety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Fahafaham-baraka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anao, ka ialao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toa tianao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voavonjy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Afafazo ‘zay voa mendrika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(Mendrika).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Raha ho avy ny fotoana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hodianao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Amim-boninahitra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ao an-tranon-dray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hatahotra, na hangovitra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Ianao raha madio fo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(Ary koa)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Satroboninahitra tsy mba 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an’ny mpanomponao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mahasoa.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18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Fihatsarambelatsihy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Aok’izay dieny ety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Fahafaham-baraka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anao, ka ialao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toa tianao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voavonjy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Afafazo ‘zay voa mendrika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(Mendrika).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