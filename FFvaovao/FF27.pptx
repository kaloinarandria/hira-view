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‘Lay alim-pamonjena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Tsarovanao eto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tompo be harena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teraka tamin’io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He! mahagaga ilay fitia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Nasehon’Andriamanitra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He! ravo ny fo,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He! mirana 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Mifaly (falifaly),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sambatra doria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Miventy ny hiran’ny lanitra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Haleloia !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‘Lay alim-pamonjena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(famonjena)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Tsarovana eto tokoa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vita fanekena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Izaho sy ny Tompo soa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tenako atolotro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tenany ho avotro.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He! ravo ny fo,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He! mirana 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Mifaly (falifaly),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sambatra doria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Miventy ny hiran’ny lanitra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Haleloia !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‘Lay alim-pamonjena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Tsarovana eto tokoa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Mpanota sesehena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Mandova fiainan-tsoa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‘lay alim-pivavahana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Nitondra fiadanana.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He! ravo ny fo,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He! mirana 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Mifaly (falifaly),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sambatra doria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Miventy ny hiran’ny lanitra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Haleloia !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4-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‘Lay alim-pamonjena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Nitondra fiadanana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Tsarovana eto tokoa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Nitondra fietrena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mba manam-paharoa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Fitiava-mampitovy zo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miadana sy ory fo.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27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He! ravo ny fo,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He! mirana 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Mifaly (falifaly),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sambatra doria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Miventy ny hiran’ny lanitra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Haleloia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