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Tsy vitam-po onena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vitan-dranomaso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asam-pamonjena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azo atao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Mifampiandry andraso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azo ifanerena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Mila fandavan-tena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hery tsy mba maty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Herim-po, herin-tsaina koa.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onena ny fonao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tomany ny maso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izany no ilaina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fifankatiavana.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Ny mpianatry ny Tompo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Asainy mifanompo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mamy na mangidy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Miara-dia, f’izany no didy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Mamonjy ny mahantra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Manarina ny lavo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Mitsabo ny maratra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Ary koa tsy mba miavom-po.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onena ny fonao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tomany ny maso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izany no ilaina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fifankatiavana.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