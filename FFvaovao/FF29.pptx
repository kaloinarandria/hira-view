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mba hisy reharehako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Toy ny hazo nijalianao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 (Jesosy ô)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Eo amin’izay rehetra alehako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Izany no voadiko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 ! Izao rehetra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ekeko (Ry Jeso)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Mora lo sy tsy maharitra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(kanefa Jeso)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fitiavanao jereko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Jeso tsy niala tamiko.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mba hisy fanorenako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tsy eto an-tany eto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Raiko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lanitra no ho fonenako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Izany no mba faniriako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 ! Izao tontolo izao tazaniko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(tazaniko)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Rendrarendra izay Mamitaka avokoa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(kanefa Ray ô)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eo anilanao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mamiko ry Raiko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aho ho 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