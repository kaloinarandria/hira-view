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12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Am-pelatananao  ry  Raiko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momba ahy rehetra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Iriko Ianao no ho mpibaiko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Ianao anatiko ao mitoetra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andrianiko tokoa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Hitarika ahy hatrany hatrany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Andriafo tsy mandao Ianao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Jesoa Ianao no hazavana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tsy ho lany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Am-pelatananao ihany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Mandrakizay doria doria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Na ny fiainako eto an-tany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Na hatrarý ankoatra arý.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12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Ny saiko am-pelatananao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foko efa tsy ahy intsony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voaova ho vaovao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lasanao ry Ray ambony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hasambarako ombieny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Mifaly manana 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Ilay fiainako mpanjeninjeny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voafehinao anatiko 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Am–pelatananao ihany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Mandrakizay doria doria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Na ny fiainako eto an-tany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Na hatrarý ankoatra arý.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