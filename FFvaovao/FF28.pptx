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Efa voadinikao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o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fiainanay zanak’olombelona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misy izay miafin’amiko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hitanao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Hianao no manendry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izany Andriamanitra o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Indro ny fikasako voalahatrao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fiainako rehetra dia Aminao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fahotana vitako taminao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Mangataka famelana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o !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Aza avela aho hangaihay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ampioreno mafy ny finoako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na mamely 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fankapam-panahy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mahatoky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fanahiko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nofoko anie malemy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sady kely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Torovana tsy ampy hery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manahy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Meteza Hianao anio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o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hery sy toky ho 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Mandrakizay.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Hianao no Vatolampy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fiarovako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herinao no indro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hizorako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foko ao anatiko 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efa fantatrao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raiso aho ho zanakao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o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