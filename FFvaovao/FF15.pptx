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Tompo malala tsitoha,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inty aho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Izao vao nandre ilay feo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niantso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Tsapako anatiko 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herinao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Mitaona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hiverina aminao.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Raiko ô ! Raiko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Inty aho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Raiso mba ho isan’ireo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zanakao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izaho izay nania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hiova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Hanaraka ny didinao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Raiko ô 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Jesosy Zokiko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Raiso aho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isan’ireo zandrinao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Neniko ireny taloha,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hiova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Raiso aho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Raiso aho Jesoa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anao.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Tompo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Tompo ô ! Inty aho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Raiso mba ho isan’ireo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zandrinao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izaho izay nania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hiova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Hanaraka ny dianao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