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19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Raha Jehovah no Mpiandry,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mba hisy mampahory ;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Ahimaintso no handriana,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fanahy velombolo ;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Eny, tsy hanahy akory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Lala-marina, lala-tsambatra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(Sambatra ifaliana).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19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Jehovah no mpiandry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(Tsy mba … hisy)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mba hisy izay mampahory,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Ahimaintso no handriako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(Ranon’aina ho sotroiko)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fanahiko ho velominy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Miasa Izy tsy mba matory,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Lala-marina itondrany tsy ho foiko.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19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Ny aloky ny fasana aza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ho tazantsika intsony ;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hatahotra ny loza aho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(Izy mihazona ahy)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Tsorak’azo nitondrany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Sy ny tehiny any ambony,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manolotra ny toky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fanahiko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(Toky ny fanahiko).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19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Jehovah no mpiandry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(Tsy mba … hisy)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mba hisy izay mampahory,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Ahimaintso no handriako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(Ranon’aina ho sotroiko)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fanahiko ho velominy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Miasa Izy tsy mba matory,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Lala-marina itondrany tsy ho foiko.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19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Eo imasom-pahavalo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latabatro velariny ;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Diloilo feno hanitra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(Efa namotosany ahy)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Safononoka tantely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kapoakako namboariny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Fahasoavana no sisa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Afaka ahiahy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(Afaka ahiahy).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19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Jehovah no mpiandry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(Tsy mba … hisy)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mba hisy izay mampahory,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Ahimaintso no handriako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(Ranon’aina ho sotroiko)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fanahiko ho velominy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Miasa Izy tsy mba matory,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Lala-marina itondrany tsy ho foiko.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19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4-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Ao an-tranonao ry Tompo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iriko hialofana ;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tsy afa-miditra 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(Ny hetraketraky ny tany)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ny fonao feno antra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ho lamba irakofana,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Ary ny androm-pifaliana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ho lany (Tsy ho lany).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