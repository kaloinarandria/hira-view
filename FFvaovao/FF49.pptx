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Mifona re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Ireto 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diso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mety ny natao.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ota sesilany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Nandramana avokoa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re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Ifonana tokoa.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Izay rehetra hita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Natao fa tsy ho 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ny ratsy vita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Nandrotika ny fo.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Jeso ô ! anio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Indreto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Manaiky ka fidio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zanakao ry Ray.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5-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tsapanay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antranao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hay, ny zava-tsoa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takona aminay 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6-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Maniry fahafahana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‘ty fo madio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Ekeo ny fibebahana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Atolotray anio.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