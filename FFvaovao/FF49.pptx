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Mifona re ry 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Ireto Zanakao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diso izahay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mety ny natao.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Ny ota sesilany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Nandramana avokoa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Kanefa re izahay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Ifonana tokoa.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Izay rehetra hita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Natao fa tsy ho to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Izao ny ratsy vita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Nandrotika ny fo.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4-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Ry Jeso ô ! anio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Indreto izahay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Manaiky ka fidio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zanakao ry Ray.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5-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Tsy tsapanay tokoa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antranao ry 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 hay, ny zava-tsoa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Dia takona aminay !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49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6-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Maniry fahafahana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Izao ‘ty fo madio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Ekeo ny fibebahana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Atolotray anio.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