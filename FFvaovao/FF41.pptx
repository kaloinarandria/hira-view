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no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 ! iza iza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 no hamonjy ahy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Iza, iza no hamonjy ahy re ?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rerak’aho e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dia reraka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Milonjy entam-pahotana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Fahotana be.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O ! manatona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Manatona an’i Jesoa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izy ihany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Izy no hamonjy  anao.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noreseny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noreseny na 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Fasan’aza dia 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Fahafatesana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fasan’aza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noreseny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fahafatesana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Ilay fahavalonao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mba mifalia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Mifalia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Jesoa Tompo no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Mpanavotra anao.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Jesoa Tompo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Ry Jesoa Tompo ô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raiso re ny foko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Ho anao izao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famonjena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Fanavotan-dehibe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Sy avotr’aina koa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 he atolotrao.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>
            <a:off x="635000" y="127000"/>
            <a:ext cx="10922000" cy="50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3200" b="true">
                <a:solidFill>
                  <a:srgbClr val="0000FF"/>
                </a:solidFill>
                <a:latin typeface="Verdana"/>
              </a:rPr>
              <a:t>HIRA 41</a:t>
            </a:r>
          </a:p>
        </p:txBody>
      </p:sp>
      <p:sp>
        <p:nvSpPr>
          <p:cNvPr name="TextBox 3" id="3"/>
          <p:cNvSpPr txBox="true"/>
          <p:nvPr/>
        </p:nvSpPr>
        <p:spPr>
          <a:xfrm>
            <a:off x="635000" y="762000"/>
            <a:ext cx="10922000" cy="5588000"/>
          </a:xfrm>
          <a:prstGeom prst="rect">
            <a:avLst/>
          </a:prstGeom>
        </p:spPr>
        <p:txBody>
          <a:bodyPr anchor="t" rtlCol="false"/>
          <a:lstStyle/>
          <a:p>
            <a:pPr algn="l">
              <a:defRPr/>
            </a:pPr>
            <a:r>
              <a:rPr lang="fr-MG"/>
              <a:t/>
            </a:r>
            <a:endParaRPr lang="en-US" sz="1100"/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novonoina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Novonoina Ianao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Hisolo voina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Mba hisolo voina anay.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noresenao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noresenao na ny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Fasan’aza dia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fahafatesana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fasan’aza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Efa noreseny izao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Ny fahafatesana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Ilay fahavalonao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mifalia re !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Ka mifaly izahay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Fa Jesoa Tompo no</a:t>
            </a:r>
          </a:p>
          <a:p>
            <a:pPr algn="ctr"/>
            <a:r>
              <a:rPr lang="en-US" sz="4500" b="true">
                <a:solidFill>
                  <a:srgbClr val="000000"/>
                </a:solidFill>
                <a:latin typeface="Verdana"/>
              </a:rPr>
              <a:t>Mpanavotra anay.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