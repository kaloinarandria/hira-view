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Mihirà fihiram-baovao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an’i Jehovah ry 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Mihirà fihirana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ambarao amin’ny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jentilisa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voninahiny.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Mihirà fihiram-baovao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Mihirà fihirana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an’i Jehovah ry 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ambarao amin’ny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jentilisa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13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Jehovah no mendrika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Izy no mendrika ny fiderana.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