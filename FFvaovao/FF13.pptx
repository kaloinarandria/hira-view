
<file path=[Content_Types].xml><?xml version="1.0" encoding="utf-8"?>
<Types xmlns="http://schemas.openxmlformats.org/package/2006/content-types">
  <Default ContentType="image/jpeg" Extension="jpeg"/>
  <Default ContentType="application/vnd.openxmlformats-package.relationships+xml" Extension="rels"/>
  <Default ContentType="application/xml" Extension="xml"/>
  <Override ContentType="application/vnd.openxmlformats-officedocument.extended-properties+xml" PartName="/docProps/app.xml"/>
  <Override ContentType="application/vnd.openxmlformats-package.core-properties+xml" PartName="/docProps/core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11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tableStyles+xml" PartName="/ppt/tableStyles.xml"/>
  <Override ContentType="application/vnd.openxmlformats-officedocument.theme+xml" PartName="/ppt/theme/theme1.xml"/>
  <Override ContentType="application/vnd.openxmlformats-officedocument.presentationml.viewProps+xml" PartName="/ppt/viewProps.xml"/>
</Types>
</file>

<file path=_rels/.rels><?xml version="1.0" encoding="UTF-8" standalone="no"?><Relationships xmlns="http://schemas.openxmlformats.org/package/2006/relationships"><Relationship Id="rId1" Target="ppt/presentation.xml" Type="http://schemas.openxmlformats.org/officeDocument/2006/relationships/officeDocument"/><Relationship Id="rId2" Target="docProps/thumbnail.jpeg" Type="http://schemas.openxmlformats.org/package/2006/relationships/metadata/thumbnail"/><Relationship Id="rId3" Target="docProps/core.xml" Type="http://schemas.openxmlformats.org/package/2006/relationships/metadata/core-properties"/><Relationship Id="rId4" Target="docProps/app.xml" Type="http://schemas.openxmlformats.org/officeDocument/2006/relationships/extended-properties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6"/>
    <p:sldId id="257" r:id="rId7"/>
    <p:sldId id="258" r:id="rId8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 autoAdjust="0"/>
    <p:restoredTop sz="94622" autoAdjust="0"/>
  </p:normalViewPr>
  <p:slideViewPr>
    <p:cSldViewPr>
      <p:cViewPr varScale="1">
        <p:scale>
          <a:sx n="74" d="100"/>
          <a:sy n="74" d="100"/>
        </p:scale>
        <p:origin x="-1092" y="-90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no"?><Relationships xmlns="http://schemas.openxmlformats.org/package/2006/relationships"><Relationship Id="rId1" Target="slideMasters/slideMaster1.xml" Type="http://schemas.openxmlformats.org/officeDocument/2006/relationships/slideMaster"/><Relationship Id="rId2" Target="presProps.xml" Type="http://schemas.openxmlformats.org/officeDocument/2006/relationships/presProps"/><Relationship Id="rId3" Target="viewProps.xml" Type="http://schemas.openxmlformats.org/officeDocument/2006/relationships/viewProps"/><Relationship Id="rId4" Target="theme/theme1.xml" Type="http://schemas.openxmlformats.org/officeDocument/2006/relationships/theme"/><Relationship Id="rId5" Target="tableStyles.xml" Type="http://schemas.openxmlformats.org/officeDocument/2006/relationships/tableStyles"/><Relationship Id="rId6" Target="slides/slide1.xml" Type="http://schemas.openxmlformats.org/officeDocument/2006/relationships/slide"/><Relationship Id="rId7" Target="slides/slide2.xml" Type="http://schemas.openxmlformats.org/officeDocument/2006/relationships/slide"/><Relationship Id="rId8" Target="slides/slide3.xml" Type="http://schemas.openxmlformats.org/officeDocument/2006/relationships/slide"/></Relationships>
</file>

<file path=ppt/slideLayouts/_rels/slideLayout1.xml.rels><?xml version="1.0" encoding="UTF-8" standalone="no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2.xml.rels><?xml version="1.0" encoding="UTF-8" standalone="no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3.xml.rels><?xml version="1.0" encoding="UTF-8" standalone="no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4.xml.rels><?xml version="1.0" encoding="UTF-8" standalone="no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5.xml.rels><?xml version="1.0" encoding="UTF-8" standalone="no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6.xml.rels><?xml version="1.0" encoding="UTF-8" standalone="no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7.xml.rels><?xml version="1.0" encoding="UTF-8" standalone="no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8.xml.rels><?xml version="1.0" encoding="UTF-8" standalone="no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9.xml.rels><?xml version="1.0" encoding="UTF-8" standalone="no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10.xml.rels><?xml version="1.0" encoding="UTF-8" standalone="no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11.xml.rels><?xml version="1.0" encoding="UTF-8" standalone="no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no"?><Relationships xmlns="http://schemas.openxmlformats.org/package/2006/relationships"><Relationship Id="rId1" Target="../slideLayouts/slideLayout1.xml" Type="http://schemas.openxmlformats.org/officeDocument/2006/relationships/slideLayout"/><Relationship Id="rId10" Target="../slideLayouts/slideLayout10.xml" Type="http://schemas.openxmlformats.org/officeDocument/2006/relationships/slideLayout"/><Relationship Id="rId11" Target="../slideLayouts/slideLayout11.xml" Type="http://schemas.openxmlformats.org/officeDocument/2006/relationships/slideLayout"/><Relationship Id="rId12" Target="../theme/theme1.xml" Type="http://schemas.openxmlformats.org/officeDocument/2006/relationships/theme"/><Relationship Id="rId2" Target="../slideLayouts/slideLayout2.xml" Type="http://schemas.openxmlformats.org/officeDocument/2006/relationships/slideLayout"/><Relationship Id="rId3" Target="../slideLayouts/slideLayout3.xml" Type="http://schemas.openxmlformats.org/officeDocument/2006/relationships/slideLayout"/><Relationship Id="rId4" Target="../slideLayouts/slideLayout4.xml" Type="http://schemas.openxmlformats.org/officeDocument/2006/relationships/slideLayout"/><Relationship Id="rId5" Target="../slideLayouts/slideLayout5.xml" Type="http://schemas.openxmlformats.org/officeDocument/2006/relationships/slideLayout"/><Relationship Id="rId6" Target="../slideLayouts/slideLayout6.xml" Type="http://schemas.openxmlformats.org/officeDocument/2006/relationships/slideLayout"/><Relationship Id="rId7" Target="../slideLayouts/slideLayout7.xml" Type="http://schemas.openxmlformats.org/officeDocument/2006/relationships/slideLayout"/><Relationship Id="rId8" Target="../slideLayouts/slideLayout8.xml" Type="http://schemas.openxmlformats.org/officeDocument/2006/relationships/slideLayout"/><Relationship Id="rId9" Target="../slideLayouts/slideLayout9.xml" Type="http://schemas.openxmlformats.org/officeDocument/2006/relationships/slideLayout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no"?><Relationships xmlns="http://schemas.openxmlformats.org/package/2006/relationships"><Relationship Id="rId1" Target="../slideLayouts/slideLayout7.xml" Type="http://schemas.openxmlformats.org/officeDocument/2006/relationships/slideLayout"/></Relationships>
</file>

<file path=ppt/slides/_rels/slide2.xml.rels><?xml version="1.0" encoding="UTF-8" standalone="no"?><Relationships xmlns="http://schemas.openxmlformats.org/package/2006/relationships"><Relationship Id="rId1" Target="../slideLayouts/slideLayout7.xml" Type="http://schemas.openxmlformats.org/officeDocument/2006/relationships/slideLayout"/></Relationships>
</file>

<file path=ppt/slides/_rels/slide3.xml.rels><?xml version="1.0" encoding="UTF-8" standalone="no"?><Relationships xmlns="http://schemas.openxmlformats.org/package/2006/relationships"><Relationship Id="rId1" Target="../slideLayouts/slideLayout7.xml" Type="http://schemas.openxmlformats.org/officeDocument/2006/relationships/slideLayout"/></Relationships>
</file>

<file path=ppt/slides/slide1.xml><?xml version="1.0" encoding="utf-8"?>
<p:sld xmlns:p="http://schemas.openxmlformats.org/presentationml/2006/main" xmlns:a="http://schemas.openxmlformats.org/drawing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TextBox 2" id="2"/>
          <p:cNvSpPr txBox="true"/>
          <p:nvPr/>
        </p:nvSpPr>
        <p:spPr>
          <a:xfrm>
            <a:off x="635000" y="127000"/>
            <a:ext cx="10922000" cy="508000"/>
          </a:xfrm>
          <a:prstGeom prst="rect">
            <a:avLst/>
          </a:prstGeom>
        </p:spPr>
        <p:txBody>
          <a:bodyPr anchor="t" rtlCol="false"/>
          <a:lstStyle/>
          <a:p>
            <a:pPr algn="l">
              <a:defRPr/>
            </a:pPr>
            <a:r>
              <a:rPr lang="fr-MG"/>
              <a:t/>
            </a:r>
            <a:endParaRPr lang="en-US" sz="1100"/>
          </a:p>
          <a:p>
            <a:pPr algn="ctr"/>
            <a:r>
              <a:rPr lang="en-US" sz="3200" b="true">
                <a:solidFill>
                  <a:srgbClr val="0000FF"/>
                </a:solidFill>
                <a:latin typeface="Verdana"/>
              </a:rPr>
              <a:t>HIRA 13</a:t>
            </a:r>
          </a:p>
        </p:txBody>
      </p:sp>
      <p:sp>
        <p:nvSpPr>
          <p:cNvPr name="TextBox 3" id="3"/>
          <p:cNvSpPr txBox="true"/>
          <p:nvPr/>
        </p:nvSpPr>
        <p:spPr>
          <a:xfrm>
            <a:off x="635000" y="762000"/>
            <a:ext cx="10922000" cy="5588000"/>
          </a:xfrm>
          <a:prstGeom prst="rect">
            <a:avLst/>
          </a:prstGeom>
        </p:spPr>
        <p:txBody>
          <a:bodyPr anchor="t" rtlCol="false"/>
          <a:lstStyle/>
          <a:p>
            <a:pPr algn="l">
              <a:defRPr/>
            </a:pPr>
            <a:r>
              <a:rPr lang="fr-MG"/>
              <a:t/>
            </a:r>
            <a:endParaRPr lang="en-US" sz="1100"/>
          </a:p>
          <a:p>
            <a:pPr algn="ctr"/>
            <a:r>
              <a:rPr lang="en-US" sz="4500" b="true">
                <a:solidFill>
                  <a:srgbClr val="000000"/>
                </a:solidFill>
                <a:latin typeface="Verdana"/>
              </a:rPr>
              <a:t>Mihirà fihiram-baovao</a:t>
            </a:r>
          </a:p>
          <a:p>
            <a:pPr algn="ctr"/>
            <a:r>
              <a:rPr lang="en-US" sz="4500" b="true">
                <a:solidFill>
                  <a:srgbClr val="000000"/>
                </a:solidFill>
                <a:latin typeface="Verdana"/>
              </a:rPr>
              <a:t>Ho an’i Jehovah ry tany</a:t>
            </a:r>
          </a:p>
          <a:p>
            <a:pPr algn="ctr"/>
            <a:r>
              <a:rPr lang="en-US" sz="4500" b="true">
                <a:solidFill>
                  <a:srgbClr val="000000"/>
                </a:solidFill>
                <a:latin typeface="Verdana"/>
              </a:rPr>
              <a:t>Mihirà fihirana</a:t>
            </a:r>
          </a:p>
          <a:p>
            <a:pPr algn="ctr"/>
            <a:r>
              <a:rPr lang="en-US" sz="4500" b="true">
                <a:solidFill>
                  <a:srgbClr val="000000"/>
                </a:solidFill>
                <a:latin typeface="Verdana"/>
              </a:rPr>
              <a:t>Dia ambarao amin’ny</a:t>
            </a:r>
          </a:p>
          <a:p>
            <a:pPr algn="ctr"/>
            <a:r>
              <a:rPr lang="en-US" sz="4500" b="true">
                <a:solidFill>
                  <a:srgbClr val="000000"/>
                </a:solidFill>
                <a:latin typeface="Verdana"/>
              </a:rPr>
              <a:t>jentilisa</a:t>
            </a:r>
          </a:p>
          <a:p>
            <a:pPr algn="ctr"/>
            <a:r>
              <a:rPr lang="en-US" sz="4500" b="true">
                <a:solidFill>
                  <a:srgbClr val="000000"/>
                </a:solidFill>
                <a:latin typeface="Verdana"/>
              </a:rPr>
              <a:t>Ny voninahiny.</a:t>
            </a:r>
          </a:p>
        </p:txBody>
      </p:sp>
    </p:spTree>
  </p:cSld>
  <p:clrMapOvr>
    <a:masterClrMapping/>
  </p:clrMapOvr>
</p:sld>
</file>

<file path=ppt/slides/slide2.xml><?xml version="1.0" encoding="utf-8"?>
<p:sld xmlns:p="http://schemas.openxmlformats.org/presentationml/2006/main" xmlns:a="http://schemas.openxmlformats.org/drawing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TextBox 2" id="2"/>
          <p:cNvSpPr txBox="true"/>
          <p:nvPr/>
        </p:nvSpPr>
        <p:spPr>
          <a:xfrm>
            <a:off x="635000" y="127000"/>
            <a:ext cx="10922000" cy="508000"/>
          </a:xfrm>
          <a:prstGeom prst="rect">
            <a:avLst/>
          </a:prstGeom>
        </p:spPr>
        <p:txBody>
          <a:bodyPr anchor="t" rtlCol="false"/>
          <a:lstStyle/>
          <a:p>
            <a:pPr algn="l">
              <a:defRPr/>
            </a:pPr>
            <a:r>
              <a:rPr lang="fr-MG"/>
              <a:t/>
            </a:r>
            <a:endParaRPr lang="en-US" sz="1100"/>
          </a:p>
          <a:p>
            <a:pPr algn="ctr"/>
            <a:r>
              <a:rPr lang="en-US" sz="3200" b="true">
                <a:solidFill>
                  <a:srgbClr val="0000FF"/>
                </a:solidFill>
                <a:latin typeface="Verdana"/>
              </a:rPr>
              <a:t>HIRA 13</a:t>
            </a:r>
          </a:p>
        </p:txBody>
      </p:sp>
      <p:sp>
        <p:nvSpPr>
          <p:cNvPr name="TextBox 3" id="3"/>
          <p:cNvSpPr txBox="true"/>
          <p:nvPr/>
        </p:nvSpPr>
        <p:spPr>
          <a:xfrm>
            <a:off x="635000" y="762000"/>
            <a:ext cx="10922000" cy="5588000"/>
          </a:xfrm>
          <a:prstGeom prst="rect">
            <a:avLst/>
          </a:prstGeom>
        </p:spPr>
        <p:txBody>
          <a:bodyPr anchor="t" rtlCol="false"/>
          <a:lstStyle/>
          <a:p>
            <a:pPr algn="l">
              <a:defRPr/>
            </a:pPr>
            <a:r>
              <a:rPr lang="fr-MG"/>
              <a:t/>
            </a:r>
            <a:endParaRPr lang="en-US" sz="1100"/>
          </a:p>
          <a:p>
            <a:pPr algn="ctr"/>
            <a:r>
              <a:rPr lang="en-US" sz="4500" b="true">
                <a:solidFill>
                  <a:srgbClr val="000000"/>
                </a:solidFill>
                <a:latin typeface="Verdana"/>
              </a:rPr>
              <a:t>Mihirà fihiram-baovao</a:t>
            </a:r>
          </a:p>
          <a:p>
            <a:pPr algn="ctr"/>
            <a:r>
              <a:rPr lang="en-US" sz="4500" b="true">
                <a:solidFill>
                  <a:srgbClr val="000000"/>
                </a:solidFill>
                <a:latin typeface="Verdana"/>
              </a:rPr>
              <a:t>Mihirà fihirana</a:t>
            </a:r>
          </a:p>
          <a:p>
            <a:pPr algn="ctr"/>
            <a:r>
              <a:rPr lang="en-US" sz="4500" b="true">
                <a:solidFill>
                  <a:srgbClr val="000000"/>
                </a:solidFill>
                <a:latin typeface="Verdana"/>
              </a:rPr>
              <a:t>Ho an’i Jehovah ry tany</a:t>
            </a:r>
          </a:p>
          <a:p>
            <a:pPr algn="ctr"/>
            <a:r>
              <a:rPr lang="en-US" sz="4500" b="true">
                <a:solidFill>
                  <a:srgbClr val="000000"/>
                </a:solidFill>
                <a:latin typeface="Verdana"/>
              </a:rPr>
              <a:t>Dia ambarao amin’ny</a:t>
            </a:r>
          </a:p>
          <a:p>
            <a:pPr algn="ctr"/>
            <a:r>
              <a:rPr lang="en-US" sz="4500" b="true">
                <a:solidFill>
                  <a:srgbClr val="000000"/>
                </a:solidFill>
                <a:latin typeface="Verdana"/>
              </a:rPr>
              <a:t>jentilisa</a:t>
            </a:r>
          </a:p>
        </p:txBody>
      </p:sp>
    </p:spTree>
  </p:cSld>
  <p:clrMapOvr>
    <a:masterClrMapping/>
  </p:clrMapOvr>
</p:sld>
</file>

<file path=ppt/slides/slide3.xml><?xml version="1.0" encoding="utf-8"?>
<p:sld xmlns:p="http://schemas.openxmlformats.org/presentationml/2006/main" xmlns:a="http://schemas.openxmlformats.org/drawing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TextBox 2" id="2"/>
          <p:cNvSpPr txBox="true"/>
          <p:nvPr/>
        </p:nvSpPr>
        <p:spPr>
          <a:xfrm>
            <a:off x="635000" y="127000"/>
            <a:ext cx="10922000" cy="508000"/>
          </a:xfrm>
          <a:prstGeom prst="rect">
            <a:avLst/>
          </a:prstGeom>
        </p:spPr>
        <p:txBody>
          <a:bodyPr anchor="t" rtlCol="false"/>
          <a:lstStyle/>
          <a:p>
            <a:pPr algn="l">
              <a:defRPr/>
            </a:pPr>
            <a:r>
              <a:rPr lang="fr-MG"/>
              <a:t/>
            </a:r>
            <a:endParaRPr lang="en-US" sz="1100"/>
          </a:p>
          <a:p>
            <a:pPr algn="ctr"/>
            <a:r>
              <a:rPr lang="en-US" sz="3200" b="true">
                <a:solidFill>
                  <a:srgbClr val="0000FF"/>
                </a:solidFill>
                <a:latin typeface="Verdana"/>
              </a:rPr>
              <a:t>HIRA 13</a:t>
            </a:r>
          </a:p>
        </p:txBody>
      </p:sp>
      <p:sp>
        <p:nvSpPr>
          <p:cNvPr name="TextBox 3" id="3"/>
          <p:cNvSpPr txBox="true"/>
          <p:nvPr/>
        </p:nvSpPr>
        <p:spPr>
          <a:xfrm>
            <a:off x="635000" y="762000"/>
            <a:ext cx="10922000" cy="5588000"/>
          </a:xfrm>
          <a:prstGeom prst="rect">
            <a:avLst/>
          </a:prstGeom>
        </p:spPr>
        <p:txBody>
          <a:bodyPr anchor="t" rtlCol="false"/>
          <a:lstStyle/>
          <a:p>
            <a:pPr algn="l">
              <a:defRPr/>
            </a:pPr>
            <a:r>
              <a:rPr lang="fr-MG"/>
              <a:t/>
            </a:r>
            <a:endParaRPr lang="en-US" sz="1100"/>
          </a:p>
          <a:p>
            <a:pPr algn="ctr"/>
            <a:r>
              <a:rPr lang="en-US" sz="4500" b="true">
                <a:solidFill>
                  <a:srgbClr val="000000"/>
                </a:solidFill>
                <a:latin typeface="Verdana"/>
              </a:rPr>
              <a:t>Fa Jehovah no mendrika</a:t>
            </a:r>
          </a:p>
          <a:p>
            <a:pPr algn="ctr"/>
            <a:r>
              <a:rPr lang="en-US" sz="4500" b="true">
                <a:solidFill>
                  <a:srgbClr val="000000"/>
                </a:solidFill>
                <a:latin typeface="Verdana"/>
              </a:rPr>
              <a:t>Izy no mendrika ny fiderana.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Company/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xsi="http://www.w3.org/2001/XMLSchema-instance">
  <dcterms:created xsi:type="dcterms:W3CDTF">2006-08-16T00:00:00Z</dcterms:created>
  <dcterms:modified xsi:type="dcterms:W3CDTF">2011-08-01T06:04:30Z</dcterms:modified>
  <cp:revision>1</cp:revision>
</cp:coreProperties>
</file>