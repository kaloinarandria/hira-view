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.Mandrosoa hatrany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Aza kivy foana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Zavatsoa tsy lany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 anaty ny finoana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Reto no miray (miray)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Hery lehibe tokoa (tokoa)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ny Finoana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fanantenana, ny fitiavana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.Tano tsy ho very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fanantenana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mitondra 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Eny an-dalana ombana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Reto no miray (miray)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Hery lehibe tokoa (tokoa)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ny Finoana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fanantenana, ny fitiavana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54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.Aina vaovao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Herin'ny fanahy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fitiavanao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tanako tokoa ho ahy.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Reto no miray (miray)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Hery lehibe tokoa (tokoa)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ny Finoana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