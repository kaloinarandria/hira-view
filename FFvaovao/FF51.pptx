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Mpamonjy olom-bery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Sarobidy sy mahery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fitiavanao 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mambabo ny fanahy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Noho ilay fitiavanao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Babonao ny foko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hamoizako Anao.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fitiavanao, ry Tompo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mambabo ahy hanompo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Tia ahy Hianao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mba tiako tsotra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Eny, fantatrao fa tiako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Izao fiainana eto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Tiako izao rehetra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Nefa mbola  tiako  Hianao.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dia sarotra sy mafy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hanaraka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Izaho vonona hihafy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F’efa tiako Hianao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‘Zao fiainana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atakaloko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 dia mamiko aza eto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Mbola tiako Hianao.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