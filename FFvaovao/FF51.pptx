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Mpamonjy olom-bery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Sarobidy sy mahery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fitiavanao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mambabo ny fanahy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ilay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Babonao ny foko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hamoizako Anao.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fitiavanao, ry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mambabo ahy hanompo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Tia ahy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mba tiako tsotra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Eny, fantatrao fa tiako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fiainana eto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Tiako izao rehetra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mbola  tiako  Hianao.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dia sarotra sy mafy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hanaraka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Izaho vonona hihafy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F’efa tiako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‘Zao fiainana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atakaloko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dia mamiko aza eto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tiako Hianao.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