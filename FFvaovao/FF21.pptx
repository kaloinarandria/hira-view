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Mahatoky ka tokony hekena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Amin’ny fankasitrahana rehetra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teny izao (2)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Tonga teny ambonin’ny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Kristy Jesoa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Hamonjy ny mpanota,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amin’ireny izaho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(Izaho) 3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Amin’ireny, izaho no lohany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izao no namindrana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tamiko (2)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ny mba hisehoan’i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Kristy eo amiko,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lohany (2)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fahari-po rehetra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fianarana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an’izay hino Azy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Hahazoana fiainana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Mandrakizay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Mahatoky ..sns.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