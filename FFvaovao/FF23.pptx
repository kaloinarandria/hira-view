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(A.T.Z)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Andriamanitra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Tompo Zanahary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Be ny fitiavana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Mamonjy sy mamelona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Vatolampy, toky tsy mifindra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maharitra mandrakizay.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eto an-tany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mandala ihany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Miovaova tsy azo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Ianteherana,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izany no fomban’ny 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Toa fiainana raha jerena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Kanjo indrisy fa mahonena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Hasambarana miserana ihany.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O! ry velona tsarovy,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andronao fa mandalo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mba manam-pijanonana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tandremo sao variana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‘Zao tontolo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levona avokoa.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eto an-tany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mandala ihany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Miovaova tsy azo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Ianteherana,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izany no fomban’ny 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Toa fiainana raha jerena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Kanjo indrisy fa mahonena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Hasambarana miserana ihany.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Mbola ho entin’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Andriamanitra hotsaraina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‘Zaho sy ianao, ka tsy ho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afa-maina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Jesoa Mpanjaka no hitsara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hanavaka ny ratsy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ny tsara.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eto an-tany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mandala ihany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Miovaova tsy azo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Ianteherana,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izany no fomban’ny 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Toa fiainana raha jerena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Kanjo indrisy fa mahonena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Hasambarana miserana ihany.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