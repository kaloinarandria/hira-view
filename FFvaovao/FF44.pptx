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Madagasikara 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Natolo-janahary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Nosim-boahangy manirery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nahasoa ny razanay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 ! sarobidy tsara loatra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sandana, tsy atakalo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Feno ny fo ka toa mangina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Heriny mivavaka hoe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Tondrahy andon’ny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Vontosy ny tsiron’ny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 Madagasikara.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firenena Malagasy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Antsoin’ny Nosy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Andeha malaky, mitsangàna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Alao hery, mandrosoa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mahaolona anao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Atolory, asorony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mandevina talenta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anondroty Firenena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Tondrahy andon’ny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Vontosy ny tsiron’ny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 Madagasikara.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ambony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Fenoy ny fiahianao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mponina rehetra eto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izay aza mahasoa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Ireo nantsoinao hitondra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tsidiho, mba tariho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sambatra tokoa ny Nosy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Hianao no azy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Tondrahy andon’ny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Vontosy ny tsiron’ny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 Madagasikara.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