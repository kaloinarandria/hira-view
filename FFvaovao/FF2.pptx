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He ! manolotena ho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mandre ny feo sy antsonao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‘Zato tenako izay mpania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raiso Tompo,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raiso ry Jesoa tia.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Hanoa ny sitrakao,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Hanao izay tianao,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ho mpanompo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vonona sy sahy koa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Hitory hatrany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‘lay fitiavanao,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Ambaram-pialam-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pofonaiko Jesoa.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Eny Tompo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mba mendrika aho,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Feno loto ny ao am-poko 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Nefa re ‘lay fitiavanao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inoako handany 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mpanomponao.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Hanoa ny sitrakao,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Hanao izay tianao,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ho mpanompo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vonona sy sahy koa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Hitory hatrany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‘lay fitiavanao,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Ambaram-pialam-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pofonaiko Jesoa.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Eo anilanao no fifaliako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Anao mandrakizay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tiako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ho vavolombelonao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Jesoa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mamiko sy tena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iriko tokoa.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Hanoa ny sitrakao,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Hanao izay tianao,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ho mpanompo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vonona sy sahy koa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Hitory hatrany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‘lay fitiavanao,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Ambaram-pialam-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pofonaiko Jesoa.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4-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Fantatro fa sarotra ny diako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Marobe ny zavatra ho setraiko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Nefa raha Ianao no momba ahy,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tsy hanan-tahotra ny fo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fanahy.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2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Hanoa ny sitrakao,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Hanao izay tianao,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ho mpanompo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vonona sy sahy koa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Hitory hatrany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‘lay fitiavanao,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Ambaram-pialam-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pofonaiko Jesoa.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