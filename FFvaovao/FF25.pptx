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25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ondry mania no maneho 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‘Zao fanakena sy voady izao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Nandinika ny zava-bita Jesoa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Tsy mendrika hanatona 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Kanefa tsaroako ny fitiavanao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Hamonjy ity mpanomponao.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25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‘Lay teny Mahery mananatra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Nampiova ny foko torovana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‘Lay Fanahy Masina inoako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Hampianatra sy hanadio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ho aviko apetraka eo Aminao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Izany no voadiko izao.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