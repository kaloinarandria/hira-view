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ondry mania no maneho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‘Zao fanakena sy voady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Nandinika ny zava-bita Jesoa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mendrika hanatona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Kanefa tsaroako ny fitiavanao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Hamonjy ity mpanomponao.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teny Mahery mananatra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Nampiova ny foko torovana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‘Lay Fanahy Masina inoako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Hampianatra sy hanadio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ho aviko apetraka eo Aminao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Izany no voadiko izao.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