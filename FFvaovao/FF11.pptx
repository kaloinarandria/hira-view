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Faly aho raha hoy izy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ireo tamiko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Handeha isika ho 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an-tranon’i Jehovah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tongotray efa mijoro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 anatin’ny vavahadinao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Jerosalema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ianao ry Jerosalema,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efa vita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Tahaka ny tanàna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voalamina tsara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Any no hiakaran’ny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firenen’i Jehovah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hisaotra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anaran’i Jehovah.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