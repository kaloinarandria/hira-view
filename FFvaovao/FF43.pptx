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Jesosy Tompo miantso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Manontany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ondrikelinao noana indreo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Miandry anao re ireo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‘Ty aho Jeso, ekeo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(ekeo mba) ho irakao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hanao ny sitrakao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Jesosy ô ! (omeko)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foko, tenako,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fanahiko.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 ! lalan-tsarotra ilàna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Ady mafy no 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Reseonao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‘zao tontolo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ahy re izao,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hery, aina sy fanananao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ilaiko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”Aiza moa ianao ?”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sy ny fanahinao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takiako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sandriko no hiaro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Hisakambina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ny Fanahy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hitantana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Vonona ve ianao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“Aiza moa ianao 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