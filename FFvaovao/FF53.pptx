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ho toy izao,ity mpanomponao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toa tsy tao tokoa ny fahasoavanao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‘Zay nanohana ‘lay hery kely tao am-poko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Nahazoako mba nanao asam-panompoako.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Indro fa havaoziko,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Jesoa ‘Lay voady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miorin’ao am-po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andro ivelomako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‘Zay omenao iainako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atokako sy mbola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hitoriako Ilay fitiavanao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asa izay nataon’i Jesoa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tsapako ao am-po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tsy dia toy inona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bitika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Nefa na izany aza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inoako 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‘zay kely vitako :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hitera-bokatsoa.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ho lava na ho fohy ny androko ety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‘Zaho dia irakao, ry Jesoa Tompo be fitia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ilay fitiavanao miorim-paka anaty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hany herim-pitokiana mandra-maty.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Indro fa havaoziko,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Jesoa ‘Lay voady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miorin’ao am-po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andro ivelomako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‘Zay omenao iainako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atokako sy mbola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hitoriako Ilay fitiavanao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asa izay nataon’i Jesoa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tsapako ao am-po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tsy dia toy inona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bitika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Nefa na izany aza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inoako 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‘zay kely vitako :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hitera-bokatsoa.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