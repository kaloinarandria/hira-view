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Vahoaka sesehena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miara-paly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Miventy ny Antema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hira vaovao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Injao fiderana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Manakoako 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Maneho fanajana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an’ilay Mesia.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 ary no tsy hifaly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(Mifalia, mihobia)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Hisaotra ao am-po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(Misaotra ao am-po)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afa-doza, afa-jaly,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afaka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He, famonjena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O! mihirà, mihobia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afaka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Teraka ny Tompo tia,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resy ny rafinao.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Tsy ireo Anjely ihany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faly ao am-po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mpino eto an-tany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Miravo avokoa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indro ny Mpamonjy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Mpanjaka be fitia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Nietry an-tranon’omby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Hamonjy ny mania.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36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 ary no tsy hifaly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(Mifalia, mihobia)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Hisaotra ao am-po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(Misaotra ao am-po)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afa-doza, afa-jaly,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afaka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He, famonjena tokoa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O! mihirà, mihobia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afaka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Teraka ny Tompo tia,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resy ny rafinao.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