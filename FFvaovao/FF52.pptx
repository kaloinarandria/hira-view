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tanora ô ! avia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‘lay famonjena ka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Avia, avia, torio Kristy.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Fa vory amintsika izao ny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mendrika hanaovan-tsoa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Meteza ka ampio ‘reo mbola very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mpino toa antsika koa.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tanora ô ! avia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‘lay famonjena ka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Avia, avia, torio Kristy.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Anio miandry antsika ny tontolo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Hitondra hazavana 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Isika izay voataiza sy voakolo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indro irahan’i Jesoa.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tanora ô ! avia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‘lay famonjena ka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Avia, avia, torio Kristy.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herin’ny fanahy no momba antsika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Hahatomombana ny 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Andeha amin’ny endrika sariaka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hitoriana an’i Kristy.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tanora ô ! avia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Ambarao ‘lay famonjena ka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Avia, avia, torio Kristy.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