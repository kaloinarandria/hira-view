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38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1-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Mba todihonao ny lasa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ho hitanao ny asa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Nandaniana ny fotoana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dia vita mora foana.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38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Mitsangàna sahia ! sahia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Mijoroa, mitoria, mitoria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Aza kivy sanatria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aminao Kristy.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38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2-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Eny tsara ho tsaroana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Ireo adidy nokoloina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Maro koa no tsy tontosa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Nampitsotra ny kanosa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38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Mitsangàna sahia ! sahia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Mijoroa, mitoria, mitoria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Aza kivy sanatria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aminao Kristy.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38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3-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Aoka hiezaka hatrany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Mba hanamarina izany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hipetra ho tantara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Ho an’ny zanak’aman-para.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38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Mitsangàna sahia ! sahia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Mijoroa, mitoria, mitoria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Aza kivy sanatria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aminao Kristy.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