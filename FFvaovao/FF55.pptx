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Aminao, Jehovah ô, no anandratako ny fanahiko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Andriamanitra ô, Andriamanitra ô,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itokiako, aoka tsy ho menatra aho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no itokiako, aoka tsy ho menatra aho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Aoka tsy hifalian'ny fahavaloko aho.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Ezaho ny fiantsonao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aza miahotra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ny Teny fahamarinana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torio tsy amin-tahotra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.Ry Fiangonana ô, mijoroa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ho tena fahazavana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mazotoa maneho vokatsoa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velona ho an'ny hafa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Ezaho ny fiantsonao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aza miahotra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ny Teny fahamarinana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torio tsy amin-tahotra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.Ry Fiangonana ô, mandrosoa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Miadia ny ady tsara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Izy hitari-dàlana eo aloha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Hiaro anao hatrany am-para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Ezaho ny fiantsonao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aza miahotra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ny Teny fahamarinana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torio tsy amin-tahotra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