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Masoko manganohano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Nitomany feno rano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Noho ny helok’efa vita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nitony raha nahita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Masonao ry be fiantra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mpamonjy ny mahantra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O! voavotrao ‘lay very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fitiavana mahery.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Tanako mangadihady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Nisarangotra nitady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Fanavotana sy vonjy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F’efa resy ka nilonjy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noraisinao ry Tompo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Na dia tanana maloto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O! voavotrao ‘lay very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fitiavana mahery.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Foko tena fahavalo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Nefa resy ka nimalo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nifona fa naditra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Hitanao nipitrapitra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Babo tsy afaka ho aiza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‘Zao noraisina ho sakaiza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O! voavotrao ‘lay very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fitiavana mahery.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