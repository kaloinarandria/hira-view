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Mihirà ry manam-pofonaina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Mikaloa sy mitsikia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Tapaka ny gadra novonjena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Afak’i Jesosy be fitia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‘Lay Edena nihidy tany aloha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(nihidy aloha)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Noho ny ota ratsin-drazantsika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He, midanadana sy mivoha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idiro hitondray mozika.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‘Lay satana tena fahavalo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Resy teo ka voakodia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Koa herezo aza mimalo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Tokinao anio ilay Mesia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voahosotra hitondrana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famonjena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(Ry voahosotra famonjena)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Ndreto ento ho Anao ‘zahay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izahay izay miferin’aina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Noho ny ota izay mpahazo anay.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Afaka izahay ankehitriny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Tonga ny Mpanavotra anay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ilay gehenanay fahiny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Voasolo paradisa indray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Koa isaoranay tokoa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(Koa isaoranay tokoa)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ry Rainay be fitia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Ianao Jehovah Ray Tsitoha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Nanome anay Ilay Mesia.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