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slide+xml" PartName="/ppt/slides/slide51.xml"/>
  <Override ContentType="application/vnd.openxmlformats-officedocument.presentationml.slide+xml" PartName="/ppt/slides/slide52.xml"/>
  <Override ContentType="application/vnd.openxmlformats-officedocument.presentationml.slide+xml" PartName="/ppt/slides/slide53.xml"/>
  <Override ContentType="application/vnd.openxmlformats-officedocument.presentationml.slide+xml" PartName="/ppt/slides/slide54.xml"/>
  <Override ContentType="application/vnd.openxmlformats-officedocument.presentationml.slide+xml" PartName="/ppt/slides/slide55.xml"/>
  <Override ContentType="application/vnd.openxmlformats-officedocument.presentationml.slide+xml" PartName="/ppt/slides/slide56.xml"/>
  <Override ContentType="application/vnd.openxmlformats-officedocument.presentationml.slide+xml" PartName="/ppt/slides/slide57.xml"/>
  <Override ContentType="application/vnd.openxmlformats-officedocument.presentationml.slide+xml" PartName="/ppt/slides/slide58.xml"/>
  <Override ContentType="application/vnd.openxmlformats-officedocument.presentationml.slide+xml" PartName="/ppt/slides/slide59.xml"/>
  <Override ContentType="application/vnd.openxmlformats-officedocument.presentationml.slide+xml" PartName="/ppt/slides/slide60.xml"/>
  <Override ContentType="application/vnd.openxmlformats-officedocument.presentationml.slide+xml" PartName="/ppt/slides/slide6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slides/slide47.xml" Type="http://schemas.openxmlformats.org/officeDocument/2006/relationships/slide"/><Relationship Id="rId53" Target="slides/slide48.xml" Type="http://schemas.openxmlformats.org/officeDocument/2006/relationships/slide"/><Relationship Id="rId54" Target="slides/slide49.xml" Type="http://schemas.openxmlformats.org/officeDocument/2006/relationships/slide"/><Relationship Id="rId55" Target="slides/slide50.xml" Type="http://schemas.openxmlformats.org/officeDocument/2006/relationships/slide"/><Relationship Id="rId56" Target="slides/slide51.xml" Type="http://schemas.openxmlformats.org/officeDocument/2006/relationships/slide"/><Relationship Id="rId57" Target="slides/slide52.xml" Type="http://schemas.openxmlformats.org/officeDocument/2006/relationships/slide"/><Relationship Id="rId58" Target="slides/slide53.xml" Type="http://schemas.openxmlformats.org/officeDocument/2006/relationships/slide"/><Relationship Id="rId59" Target="slides/slide54.xml" Type="http://schemas.openxmlformats.org/officeDocument/2006/relationships/slide"/><Relationship Id="rId6" Target="slides/slide1.xml" Type="http://schemas.openxmlformats.org/officeDocument/2006/relationships/slide"/><Relationship Id="rId60" Target="slides/slide55.xml" Type="http://schemas.openxmlformats.org/officeDocument/2006/relationships/slide"/><Relationship Id="rId61" Target="slides/slide56.xml" Type="http://schemas.openxmlformats.org/officeDocument/2006/relationships/slide"/><Relationship Id="rId62" Target="slides/slide57.xml" Type="http://schemas.openxmlformats.org/officeDocument/2006/relationships/slide"/><Relationship Id="rId63" Target="slides/slide58.xml" Type="http://schemas.openxmlformats.org/officeDocument/2006/relationships/slide"/><Relationship Id="rId64" Target="slides/slide59.xml" Type="http://schemas.openxmlformats.org/officeDocument/2006/relationships/slide"/><Relationship Id="rId65" Target="slides/slide60.xml" Type="http://schemas.openxmlformats.org/officeDocument/2006/relationships/slide"/><Relationship Id="rId66" Target="slides/slide6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HIRA 171
1. Jeso Mpanjaka malaza
No Tompo Mpanjakanay;
Mahery sy tsara indrindra,
Ka Izy no aronay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HIRA 171
Mendrika hankalazaina
Noho ny heriny;
Eran-tany sy lanitra koa
Ny zo aman-dazany.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HIRA 171
Ry Tompo Mpanjaka mahery ô!
Mihainoa ! Mihainoa !
Avy manaiky tokoa 'zahay
Fa Tompon'ny hery rehetra Hianao,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HIRA 171
Tsy misy mihitsy ny toa Anao
Tsy tratry ny saina ny herinao
Ny fiderana 'zay entinay, 
Raiso re ! Raiso re!
Ny haja atolotra Anao ety, Raiso izao !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HIRA 171
2. Tompo, Mpandahatra hendry,
Mpanao izao rehetra izao
Ny zara sy tendry ataony
Dia tsara sy mahasoa;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HIRA 171
Mendrika ny hoderaina
Ny fandaharany;
Atolory ho Azy ny saotra,
Fa izy tandrifin'io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HIRA 171
Ry Tompo Mpanjaka mahery ô!
Mihainoa ! Mihainoa !
Avy manaiky tokoa 'zahay
Fa Tompon'ny hery rehetra Hianao,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HIRA 171
Tsy misy mihitsy ny toa Anao,
Tsy tratry ny saina ny herinao;
Ny fiderana 'zay entinay, 
Raiso re ! Raiso re!
Ny haja atolotra Anao ety, Raiso izao !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HIRA 171
3. Tompo, Mpanjaka Tsitoha,
Kanefa be indrafo;
Deraina eram-po erantsaina,
Deraina mandrakizay ;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HIRA 171
He ! Ny mpanompo voavonjy
Samy mihoby hoe :
"Haleloia ho amin’ny Avo,
Fa Jeso no Tomponay "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HIRA 171
Ry Tompo Mpanjaka mahery ô!
Mihainoa ! Mihainoa !
Avy manaiky tokoa 'zahay
Fa Tompon'ny hery rehetra Hianao,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HIRA 171
Tsy misy mihitsy ny toa Anao,
Tsy tratry ny saina ny herinao
Ny fiderana 'zay entinay, 
Raiso re ! Raiso re!
Ny haja atolotra Anao ety, Raiso izao !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F.F 16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1. Tsy vitam-po onena
Tsy vitan-dranomaso
Ny Asam-pamonjena
Tsy azo atao 
Mifampiandry andraso
Tsy azo ifanerena
Mila fandavan-tena
Sy hery tsy mba maty
Herim-po, herin-tsaina koa
F.F 16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Fiverenana
Na onena ny fonao
Na tomany ny maso
Tsy izany no ilaina
Fa fifankatiavana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2. Ny mpianatry ny Tompo
Asainy mifanompo
Na mamy na mangidy
Miara-dia , f'izany no Didy
Mamonjy ny mahantra
Manarina ny lavo 
Mitsabo ny maratra
Ary koa tsy mba miavom-po
F.F 16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Fiverenana
Na onena ny fonao
Na tomany ny maso
Tsy izany no ilaina
Fa fifankatiavana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HIRA 417
Nandao Anao ela aho, 
Raiko ô!
Izao dia te-hody aho;
Maniry hiankina an-tratranao,
Izao dia te-hody aho.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HIRA 417
 :,: Inty tamy aho, 
Raiko malala ô,
Raiso ny tanako. :,: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HIRA 417
2. Maniry hanana fiadanam-po,
Izao dia te-hody aho,
Sy mba hivesatra ny zioganao,
Izao dia te-hody aho,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HIRA 417
 :,: Inty tamy aho, 
Raiko malala ô,
Raiso ny tanako. :,: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HIRA 417
3. Itambesaran’ny ota natao
‘Zao dia te-hody aho,
Matoky anefa fa horaisinao
‘Zao  dia te-hody aho.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HIRA 417
 :,: Inty tamy aho, 
Raiko malala ô,
Raiso ny tanako. :,: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HIRA 417
4. Raha tsy mendrika ny ho zanakao,
Izao dia te-hody aho,
Ataovy isan'ny mpanomponao,
Izao dia te-hody aho.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HIRA 417
 :,: Inty tamy aho, 
Raiko malala ô,
Raiso ny tanako. :,: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HIRA 417
5. Indro fa tazako ny sandrinao,
Izao dia te-hody aho,
Mitsotra mba hisakambina re,
Izao dia te-hody aho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HIRA 417
 :,: Inty tamy aho, 
Raiko malala ô,
Raiso ny tanako. :,: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HIRA 487
1. Fanavaozan'izay mahagaga tokoa
Nomen'i Jeso ahy re,
Fahazavan'ny fanahy izay mahafa-po
Nomen'i Jeso ahy re,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Hatramin'izao dia endrey
Hatramin'izao dia endrey
Ny fitepon'ny foko izay ravo tokoa
Onenan'ny Tompo Jeso.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2. Ny fiainako be siasia taloha
Voaova mihitsy izao
Eny, ny fahotako, izay nahavoa 
Voasasany koa izao.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Hatramin'izao dia endrey
Hatramin'izao dia endrey
Ny fitepon'ny foko izay ravo tokoa
Onenan'ny Tompo Jeso.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3. Ny finoako, ny fanantenako dia be,
Ny tokiko fatratra koa,
Ny fisalasalana dia 
levona re,
Ny saiko mandroso ho soa.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Hatramin'izao dia endrey
Hatramin'izao dia endrey
Ny fitepon'ny foko izay ravo tokoa
Onenan'ny Tompo Jeso.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4. Tonga mamirapiratra fatratra ery
Ny aloky ny faty re!
Ka dia tsinjoko ilay vavahady ary 
Mankao an-tanàn-dehibe.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Hatramin'izao dia endrey
Hatramin'izao dia endrey
Ny fitepon'ny foko izay ravo tokoa
Onenan'ny Tompo Jeso.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5. Tsy miato, mizotra mankany tokoa
Ny diako hatramin'izao
Hovantaniko any Ilay Tompo soa,
Jesosy malala no ao.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Hatramin'izao dia endrey
Hatramin'izao dia endrey
Ny fitepon'ny foko izay ravo tokoa
Onenan'ny Tompo Jeso.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HIRA 205 
1. Ny teninao rehetra
Ry Tompo tia anay;
No tsy mba manam-petra
Fa to mandrakizay;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HIRA 205 
Ho levona avokoa,
Izao rehetra izao,
Haharitra tokoa
Zao teninao izao.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HIRA 205 
2. Ny tenin'ny Baiboly
No sabatra entinay
Handresy ny devoly,
'Lay fahavalonay;</a:t>
            </a: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HIRA 205 
Raha misy mampahory,
Ka osa izahay
Ny teninao mahery
Manjary tanjakay</a:t>
            </a: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HIRA 205 
3. Fa teny mamy koa
Ho an'ny mpankato
Ka loharano soa
Miboika ao am-po</a:t>
            </a:r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HIRA 205 
Ho fanomezan-toky
Ny azon'ny manjo.
Sy hani-mahavoky
Mamelona ny fo</a:t>
            </a:r>
          </a:p>
        </p:txBody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HIRA 205 
4. Fa teny mampisava
Ny aizim-be aty.
Fanilo manazava
Ny dia ho ary</a:t>
            </a:r>
          </a:p>
        </p:txBody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HIRA 205 
Manolo-pahendrena,
Mananatra ny fo,
Milaza famonjena
Sy lova tsy ho lo.
 </a:t>
            </a:r>
          </a:p>
        </p:txBody>
      </p: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HIRA 354
1. Ny Mpamonjy no mitady 
Fihavanana aminao 
Izy no manambitamby 
Hanatonanao izao;</a:t>
            </a:r>
          </a:p>
        </p:txBody>
      </p: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HIRA 354
Sao manjary fandatsana 
Ny fifonana aminao, 
Ka ny mety mihavana 
Amin'ny Mpamonjy izao</a:t>
            </a:r>
          </a:p>
        </p:txBody>
      </p: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HIRA 354
2. Dieny misy hafanana 
Ka mangoraka ny fo, 
Manatòna ny Mpamonjy 
Sao dia mangatsiaka indray.</a:t>
            </a:r>
          </a:p>
        </p:txBody>
      </p:sp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HIRA 354
Izao no andro famonjena, 
Ka vonjeo sao neninao; 
Ry mpanota, miverena 
Izao ankehitriny izao.</a:t>
            </a:r>
          </a:p>
        </p:txBody>
      </p:sp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HIRA 354
3. Sao ity no toriteny 
Fara-fanasana anao; 
Sao anio no fotoana 
Fara-ahavelomanao;</a:t>
            </a:r>
          </a:p>
        </p:txBody>
      </p:sp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HIRA 354
Ka aza mba misalasala, 
Sao manjary neninao, 
Raha tsy mety mahalala 
Izao fotoana mety izao.</a:t>
            </a:r>
          </a:p>
        </p:txBody>
      </p:sp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HIRA 354
4. Indrisy! be ny fahotako 
Be ny ratsy vitako; 
Sao tsy raisin'ny Mpamonjy 
Ny mpanota tahaka izao</a:t>
            </a:r>
          </a:p>
        </p:txBody>
      </p:sp>
    </p:spTree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HIRA 354
Miverena, fa ny rany 
Ampy hahadio anao; 
Manatòna hosasany 
Izao ankehitriny izao.</a:t>
            </a:r>
          </a:p>
        </p:txBody>
      </p:sp>
    </p:spTree>
  </p:cSld>
  <p:clrMapOvr>
    <a:masterClrMapping/>
  </p:clrMapOvr>
</p:sld>
</file>

<file path=ppt/slides/slide5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HIRA 547
1. Ry Jeso Masoandronay ô! 
Ny aizin'ny fo lasa tokoa
Fa tonga aty anatinay izao 
Mazava lehibe.</a:t>
            </a:r>
          </a:p>
        </p:txBody>
      </p:sp>
    </p:spTree>
  </p:cSld>
  <p:clrMapOvr>
    <a:masterClrMapping/>
  </p:clrMapOvr>
</p:sld>
</file>

<file path=ppt/slides/slide5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HIRA 547
Eny, Jeso! Zoky be fitia,
Soa lehibe no nentinao taty, 
Avy izahay, mba hisaotra Anao 
Noho ny fitiavanao.</a:t>
            </a:r>
          </a:p>
        </p:txBody>
      </p:sp>
    </p:spTree>
  </p:cSld>
  <p:clrMapOvr>
    <a:masterClrMapping/>
  </p:clrMapOvr>
</p:sld>
</file>

<file path=ppt/slides/slide5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HIRA 547
2. Vangianao ny tokantrano
Ka menatr' ery,  kaody sy lao
Ny fomba ahitana angano
Izay tsy mba sitrakao.</a:t>
            </a:r>
          </a:p>
        </p:txBody>
      </p:sp>
    </p:spTree>
  </p:cSld>
  <p:clrMapOvr>
    <a:masterClrMapping/>
  </p:clrMapOvr>
</p:sld>
</file>

<file path=ppt/slides/slide5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HIRA 547
Eny, Jeso! Zoky be fitia,
Soa lehibe no nentinao taty, 
Avy izahay, mba hisaotra Anao 
Noho ny fitiavanao.</a:t>
            </a:r>
          </a:p>
        </p:txBody>
      </p:sp>
    </p:spTree>
  </p:cSld>
  <p:clrMapOvr>
    <a:masterClrMapping/>
  </p:clrMapOvr>
</p:sld>
</file>

<file path=ppt/slides/slide5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HIRA 547
3. Mpanjaka Fiadananay ô
Ekena tokoa ny herinao :
Ny sabatry ny firenena
Hatao fangady izao.</a:t>
            </a:r>
          </a:p>
        </p:txBody>
      </p:sp>
    </p:spTree>
  </p:cSld>
  <p:clrMapOvr>
    <a:masterClrMapping/>
  </p:clrMapOvr>
</p:sld>
</file>

<file path=ppt/slides/slide5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HIRA 547
Eny, Jeso! Zoky be fitia,
Soa lehibe no nentinao taty, 
Avy izahay, mba hisaotra Anao 
Noho ny fitiavanao.</a:t>
            </a:r>
          </a:p>
        </p:txBody>
      </p:sp>
    </p:spTree>
  </p:cSld>
  <p:clrMapOvr>
    <a:masterClrMapping/>
  </p:clrMapOvr>
</p:sld>
</file>

<file path=ppt/slides/slide6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HIRA 547
4. Ry Jeso Tompo tia anay ô! 
Misaotra Anao izahay izao
Fa henika ny hasoavanao 
Izao tontolo izao.</a:t>
            </a:r>
          </a:p>
        </p:txBody>
      </p:sp>
    </p:spTree>
  </p:cSld>
  <p:clrMapOvr>
    <a:masterClrMapping/>
  </p:clrMapOvr>
</p:sld>
</file>

<file path=ppt/slides/slide6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HIRA 547
Eny, Jeso! Zoky be fitia,
Soa lehibe no nentinao taty, 
Avy izahay, mba hisaotra Anao 
Noho ny fitiavanao.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