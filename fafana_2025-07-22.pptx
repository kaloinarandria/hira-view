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1. Jeso Mpanjaka malaza
No Tompo Mpanjakanay;
Mahery sy tsara indrindra,
Ka Izy no aronay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Mendrika hankalazaina
Noho ny heriny;
Eran-tany sy lanitra koa
Ny zo aman-dazany.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Ry Tompo Mpanjaka mahery ô!
Mihainoa ! Mihainoa !
Avy manaiky tokoa 'zahay
Fa Tompon'ny hery rehetra Hianao,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Tsy misy mihitsy ny toa Anao
Tsy tratry ny saina ny herinao
Ny fiderana 'zay entinay, 
Raiso re ! Raiso re!
Ny haja atolotra Anao ety, Raiso izao 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3. Tompo, Mpanjaka Tsitoha,
Kanefa be indrafo;
Deraina eram-po erantsaina,
Deraina mandrakizay 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He ! Ny mpanompo voavonjy
Samy mihoby hoe :
"Haleloia ho amin’ny Avo,
Fa Jeso no Tomponay 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Ry Tompo Mpanjaka mahery ô!
Mihainoa ! Mihainoa !
Avy manaiky tokoa 'zahay
Fa Tompon'ny hery rehetra Hianao,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Tsy misy mihitsy ny toa Anao,
Tsy tratry ny saina ny herinao
Ny fiderana 'zay entinay, 
Raiso re ! Raiso re!
Ny haja atolotra Anao ety, Raiso izao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