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no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no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no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no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5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6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7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8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9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0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1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2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13.xml.rels><?xml version="1.0" encoding="UTF-8" standalone="no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O, ry tany rehetra,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avia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Hidera ny Tompo Mpanavotra anao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Tompo miantso antsika hankao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Anatrehany mba hohasoaviny ao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2-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He, Jehovah miantra antsika izao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Ka dia manolotra antsika indray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Ny endriny mbamin'ny aina vaovao;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Eny, Izy manaiky tokoa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Ray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3-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Asandrato ny feo hihoby hoe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Isaorana mandrakizay Hianao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Ry Tompo mahery, Izay manome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anay olom-bery ny aina vaovao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14 : 1, 2,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Dera, laza, anie,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Voninahi-dehibe,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Ho Anao, ry Tomponay Tsitoha o!  Amena.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787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Izay mahakolokolo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No manana ny soa,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Zahao ny tanimboly,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Izay fatratra tokoa,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787 : 1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he ireo voninkazo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Mamerovero ao,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Toa nofy izay handazo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Andeha mba jereo.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D1AC65"/>
                </a:solidFill>
                <a:latin typeface="Verdana"/>
              </a:rPr>
              <a:t>1- </a:t>
            </a:r>
            <a:r>
              <a:rPr lang="en-US" sz="4500" b="true">
                <a:solidFill>
                  <a:srgbClr val="FFFFFF"/>
                </a:solidFill>
                <a:latin typeface="Verdana"/>
              </a:rPr>
              <a:t>He Jesosy Tokintsika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Tompon’ny fiainana,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Tonga eto amintsika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Olon-kovangiana,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>
            <a:off x="4953000" y="-190500"/>
            <a:ext cx="9525000" cy="762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l"/>
            <a:r>
              <a:rPr lang="en-US" sz="2900" b="true">
                <a:solidFill>
                  <a:srgbClr val="D1AC65"/>
                </a:solidFill>
                <a:latin typeface="Verdana"/>
              </a:rPr>
              <a:t>FIHIRANA 163 : 1, 3</a:t>
            </a:r>
          </a:p>
        </p:txBody>
      </p:sp>
      <p:sp>
        <p:nvSpPr>
          <p:cNvPr name="TextBox 4" id="4"/>
          <p:cNvSpPr txBox="true"/>
          <p:nvPr/>
        </p:nvSpPr>
        <p:spPr>
          <a:xfrm>
            <a:off x="685800" y="508000"/>
            <a:ext cx="10922000" cy="5080000"/>
          </a:xfrm>
          <a:prstGeom prst="rect">
            <a:avLst/>
          </a:prstGeom>
        </p:spPr>
        <p:txBody>
          <a:bodyPr anchor="t" rtlCol="false"/>
          <a:lstStyle/>
          <a:p>
            <a:pPr algn="l">
              <a:defRPr/>
            </a:pPr>
            <a:r>
              <a:rPr lang="fr-MG"/>
              <a:t/>
            </a:r>
            <a:endParaRPr lang="en-US" sz="1100"/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Izy no hitory teny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Soa, mahavelona,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Fa ny ainy no nomeny,</a:t>
            </a:r>
          </a:p>
          <a:p>
            <a:pPr algn="ctr"/>
            <a:r>
              <a:rPr lang="en-US" sz="4500" b="true">
                <a:solidFill>
                  <a:srgbClr val="FFFFFF"/>
                </a:solidFill>
                <a:latin typeface="Verdana"/>
              </a:rPr>
              <a:t>Mba ho solovoina.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