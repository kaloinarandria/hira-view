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14 : 1, 2,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D1AC65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FFFFFF"/>
                </a:solidFill>
                <a:latin typeface="Verdana"/>
              </a:rPr>
              <a:t>O, ry tany rehetra,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avia izao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Hidera ny Tompo Mpanavotra anao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14 : 1, 2,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Ny Tompo miantso antsika hankao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Anatrehany mba hohasoaviny ao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14 : 1, 2,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Dera, laza, anie,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Voninahi-dehibe,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Ho Anao, ry Tomponay Tsitoha o!  Amena.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14 : 1, 2,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D1AC65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FFFFFF"/>
                </a:solidFill>
                <a:latin typeface="Verdana"/>
              </a:rPr>
              <a:t>He, Jehovah miantra antsika izao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Ka dia manolotra antsika indray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14 : 1, 2,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Ny endriny mbamin'ny aina vaovao;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Eny, Izy manaiky tokoa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ho Ray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14 : 1, 2,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Dera, laza, anie,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Voninahi-dehibe,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Ho Anao, ry Tomponay Tsitoha o!  Amena.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14 : 1, 2,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D1AC65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FFFFFF"/>
                </a:solidFill>
                <a:latin typeface="Verdana"/>
              </a:rPr>
              <a:t>Asandrato ny feo hihoby hoe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Isaorana mandrakizay Hianao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14 : 1, 2,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Ry Tompo mahery, Izay manome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Ho anay olom-bery ny aina vaovao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14 : 1, 2,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Dera, laza, anie,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Voninahi-dehibe,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Ho Anao, ry Tomponay Tsitoha o!  Amena.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787 : 1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D1AC65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FFFFFF"/>
                </a:solidFill>
                <a:latin typeface="Verdana"/>
              </a:rPr>
              <a:t>Izay mahakolokolo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No manana ny soa,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Zahao ny tanimboly,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Izay fatratra tokoa,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787 : 1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Fa he ireo voninkazo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Mamerovero ao,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Toa nofy izay handazo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Andeha mba jereo.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163 : 1,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D1AC65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FFFFFF"/>
                </a:solidFill>
                <a:latin typeface="Verdana"/>
              </a:rPr>
              <a:t>He Jesosy Tokintsika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Tompon’ny fiainana,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Tonga eto amintsika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Olon-kovangiana,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163 : 1,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Izy no hitory teny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Soa, mahavelona,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Fa ny ainy no nomeny,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Mba ho solovoina.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163 : 1,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D1AC65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FFFFFF"/>
                </a:solidFill>
                <a:latin typeface="Verdana"/>
              </a:rPr>
              <a:t>Eto afovoantsika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Ilay Mazava tokana;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Sambatra izay mahita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Azy, fa ho velona.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163 : 1, 3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Ry Jesosy, iresaho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Izahay mpianatrao,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Hafanao sy hatanjaho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Ny finoanay Anao.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 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295 : 1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D1AC65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FFFFFF"/>
                </a:solidFill>
                <a:latin typeface="Verdana"/>
              </a:rPr>
              <a:t>Miorena mafy tsara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Amin'Ilay vatosoa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Mandrosoa, mifahara,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Mifikira mafy koa.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4953000" y="-190500"/>
            <a:ext cx="9525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l"/>
            <a:r>
              <a:rPr lang="en-US" sz="2900" b="true">
                <a:solidFill>
                  <a:srgbClr val="D1AC65"/>
                </a:solidFill>
                <a:latin typeface="Verdana"/>
              </a:rPr>
              <a:t>FIHIRANA 295 : 1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85800" y="508000"/>
            <a:ext cx="10922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He! Ny Tompo manambara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Fa ho sambatra tokoa,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Ka ho tsara miafara</a:t>
            </a:r>
          </a:p>
          <a:p>
            <a:pPr algn="ctr"/>
            <a:r>
              <a:rPr lang="en-US" sz="4500" b="true">
                <a:solidFill>
                  <a:srgbClr val="FFFFFF"/>
                </a:solidFill>
                <a:latin typeface="Verdana"/>
              </a:rPr>
              <a:t>Ny mpanompo mahasoa.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