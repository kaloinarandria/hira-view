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7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8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9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0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7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8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9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0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14 : 1, 2,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O, ry tany rehetra,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avia izao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Hidera ny Tompo Mpanavotra anao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14 : 1, 2,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Tompo miantso antsika hankao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Anatrehany mba hohasoaviny ao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14 : 1, 2,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Dera, laza, anie,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Voninahi-dehibe,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Ho Anao, ry Tomponay Tsitoha o!  Amena.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14 : 1, 2,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2-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He, Jehovah miantra antsika izao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Ka dia manolotra antsika indray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14 : 1, 2,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endriny mbamin'ny aina vaovao;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Eny, Izy manaiky tokoa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ho Ray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14 : 1, 2,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Dera, laza, anie,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Voninahi-dehibe,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Ho Anao, ry Tomponay Tsitoha o!  Amena.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14 : 1, 2,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3-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Asandrato ny feo hihoby hoe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Isaorana mandrakizay Hianao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14 : 1, 2,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Ry Tompo mahery, Izay manome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Ho anay olom-bery ny aina vaovao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14 : 1, 2,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Dera, laza, anie,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Voninahi-dehibe,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Ho Anao, ry Tomponay Tsitoha o!  Amena.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787 : 1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Izay mahakolokolo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No manana ny soa,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Zahao ny tanimboly,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Izay fatratra tokoa,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787 : 1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 he ireo voninkazo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Mamerovero ao,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Toa nofy izay handazo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Andeha mba jereo.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163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He Jesosy Tokintsika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Tompon’ny fiainana,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Tonga eto amintsika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Olon-kovangiana,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163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Izy no hitory teny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Soa, mahavelona,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 ny ainy no nomeny,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Mba ho solovoina.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163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3-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Eto afovoantsika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Ilay Mazava tokana;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Sambatra izay mahita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Azy, fa ho velona.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163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Ry Jesosy, iresaho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Izahay mpianatrao,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Hafanao sy hatanjaho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finoanay Anao.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 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295 : 1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Miorena mafy tsara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Amin'Ilay vatosoa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Mandrosoa, mifahara,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Mifikira mafy koa.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295 : 1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He! Ny Tompo manambara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 ho sambatra tokoa,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Ka ho tsara miafara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mpanompo mahasoa.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