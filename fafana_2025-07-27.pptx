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slide+xml" PartName="/ppt/slides/slide25.xml"/>
  <Override ContentType="application/vnd.openxmlformats-officedocument.presentationml.slide+xml" PartName="/ppt/slides/slide26.xml"/>
  <Override ContentType="application/vnd.openxmlformats-officedocument.presentationml.slide+xml" PartName="/ppt/slides/slide27.xml"/>
  <Override ContentType="application/vnd.openxmlformats-officedocument.presentationml.slide+xml" PartName="/ppt/slides/slide28.xml"/>
  <Override ContentType="application/vnd.openxmlformats-officedocument.presentationml.slide+xml" PartName="/ppt/slides/slide29.xml"/>
  <Override ContentType="application/vnd.openxmlformats-officedocument.presentationml.slide+xml" PartName="/ppt/slides/slide30.xml"/>
  <Override ContentType="application/vnd.openxmlformats-officedocument.presentationml.slide+xml" PartName="/ppt/slides/slide31.xml"/>
  <Override ContentType="application/vnd.openxmlformats-officedocument.presentationml.slide+xml" PartName="/ppt/slides/slide32.xml"/>
  <Override ContentType="application/vnd.openxmlformats-officedocument.presentationml.slide+xml" PartName="/ppt/slides/slide33.xml"/>
  <Override ContentType="application/vnd.openxmlformats-officedocument.presentationml.slide+xml" PartName="/ppt/slides/slide34.xml"/>
  <Override ContentType="application/vnd.openxmlformats-officedocument.presentationml.slide+xml" PartName="/ppt/slides/slide35.xml"/>
  <Override ContentType="application/vnd.openxmlformats-officedocument.presentationml.slide+xml" PartName="/ppt/slides/slide36.xml"/>
  <Override ContentType="application/vnd.openxmlformats-officedocument.presentationml.slide+xml" PartName="/ppt/slides/slide37.xml"/>
  <Override ContentType="application/vnd.openxmlformats-officedocument.presentationml.slide+xml" PartName="/ppt/slides/slide38.xml"/>
  <Override ContentType="application/vnd.openxmlformats-officedocument.presentationml.slide+xml" PartName="/ppt/slides/slide39.xml"/>
  <Override ContentType="application/vnd.openxmlformats-officedocument.presentationml.slide+xml" PartName="/ppt/slides/slide40.xml"/>
  <Override ContentType="application/vnd.openxmlformats-officedocument.presentationml.slide+xml" PartName="/ppt/slides/slide41.xml"/>
  <Override ContentType="application/vnd.openxmlformats-officedocument.presentationml.slide+xml" PartName="/ppt/slides/slide42.xml"/>
  <Override ContentType="application/vnd.openxmlformats-officedocument.presentationml.slide+xml" PartName="/ppt/slides/slide43.xml"/>
  <Override ContentType="application/vnd.openxmlformats-officedocument.presentationml.slide+xml" PartName="/ppt/slides/slide44.xml"/>
  <Override ContentType="application/vnd.openxmlformats-officedocument.presentationml.slide+xml" PartName="/ppt/slides/slide45.xml"/>
  <Override ContentType="application/vnd.openxmlformats-officedocument.presentationml.slide+xml" PartName="/ppt/slides/slide46.xml"/>
  <Override ContentType="application/vnd.openxmlformats-officedocument.presentationml.slide+xml" PartName="/ppt/slides/slide47.xml"/>
  <Override ContentType="application/vnd.openxmlformats-officedocument.presentationml.slide+xml" PartName="/ppt/slides/slide48.xml"/>
  <Override ContentType="application/vnd.openxmlformats-officedocument.presentationml.slide+xml" PartName="/ppt/slides/slide49.xml"/>
  <Override ContentType="application/vnd.openxmlformats-officedocument.presentationml.slide+xml" PartName="/ppt/slides/slide50.xml"/>
  <Override ContentType="application/vnd.openxmlformats-officedocument.presentationml.slide+xml" PartName="/ppt/slides/slide51.xml"/>
  <Override ContentType="application/vnd.openxmlformats-officedocument.presentationml.slide+xml" PartName="/ppt/slides/slide52.xml"/>
  <Override ContentType="application/vnd.openxmlformats-officedocument.presentationml.slide+xml" PartName="/ppt/slides/slide53.xml"/>
  <Override ContentType="application/vnd.openxmlformats-officedocument.presentationml.slide+xml" PartName="/ppt/slides/slide54.xml"/>
  <Override ContentType="application/vnd.openxmlformats-officedocument.presentationml.slide+xml" PartName="/ppt/slides/slide55.xml"/>
  <Override ContentType="application/vnd.openxmlformats-officedocument.presentationml.slide+xml" PartName="/ppt/slides/slide56.xml"/>
  <Override ContentType="application/vnd.openxmlformats-officedocument.presentationml.slide+xml" PartName="/ppt/slides/slide57.xml"/>
  <Override ContentType="application/vnd.openxmlformats-officedocument.presentationml.slide+xml" PartName="/ppt/slides/slide58.xml"/>
  <Override ContentType="application/vnd.openxmlformats-officedocument.presentationml.slide+xml" PartName="/ppt/slides/slide59.xml"/>
  <Override ContentType="application/vnd.openxmlformats-officedocument.presentationml.slide+xml" PartName="/ppt/slides/slide60.xml"/>
  <Override ContentType="application/vnd.openxmlformats-officedocument.presentationml.slide+xml" PartName="/ppt/slides/slide61.xml"/>
  <Override ContentType="application/vnd.openxmlformats-officedocument.presentationml.slide+xml" PartName="/ppt/slides/slide62.xml"/>
  <Override ContentType="application/vnd.openxmlformats-officedocument.presentationml.slide+xml" PartName="/ppt/slides/slide63.xml"/>
  <Override ContentType="application/vnd.openxmlformats-officedocument.presentationml.slide+xml" PartName="/ppt/slides/slide64.xml"/>
  <Override ContentType="application/vnd.openxmlformats-officedocument.presentationml.slide+xml" PartName="/ppt/slides/slide65.xml"/>
  <Override ContentType="application/vnd.openxmlformats-officedocument.presentationml.slide+xml" PartName="/ppt/slides/slide66.xml"/>
  <Override ContentType="application/vnd.openxmlformats-officedocument.presentationml.slide+xml" PartName="/ppt/slides/slide67.xml"/>
  <Override ContentType="application/vnd.openxmlformats-officedocument.presentationml.slide+xml" PartName="/ppt/slides/slide68.xml"/>
  <Override ContentType="application/vnd.openxmlformats-officedocument.presentationml.slide+xml" PartName="/ppt/slides/slide69.xml"/>
  <Override ContentType="application/vnd.openxmlformats-officedocument.presentationml.slide+xml" PartName="/ppt/slides/slide70.xml"/>
  <Override ContentType="application/vnd.openxmlformats-officedocument.presentationml.slide+xml" PartName="/ppt/slides/slide71.xml"/>
  <Override ContentType="application/vnd.openxmlformats-officedocument.presentationml.slide+xml" PartName="/ppt/slides/slide72.xml"/>
  <Override ContentType="application/vnd.openxmlformats-officedocument.presentationml.slide+xml" PartName="/ppt/slides/slide73.xml"/>
  <Override ContentType="application/vnd.openxmlformats-officedocument.presentationml.slide+xml" PartName="/ppt/slides/slide74.xml"/>
  <Override ContentType="application/vnd.openxmlformats-officedocument.presentationml.slide+xml" PartName="/ppt/slides/slide75.xml"/>
  <Override ContentType="application/vnd.openxmlformats-officedocument.presentationml.slide+xml" PartName="/ppt/slides/slide76.xml"/>
  <Override ContentType="application/vnd.openxmlformats-officedocument.presentationml.slide+xml" PartName="/ppt/slides/slide77.xml"/>
  <Override ContentType="application/vnd.openxmlformats-officedocument.presentationml.slide+xml" PartName="/ppt/slides/slide78.xml"/>
  <Override ContentType="application/vnd.openxmlformats-officedocument.presentationml.slide+xml" PartName="/ppt/slides/slide79.xml"/>
  <Override ContentType="application/vnd.openxmlformats-officedocument.presentationml.slide+xml" PartName="/ppt/slides/slide80.xml"/>
  <Override ContentType="application/vnd.openxmlformats-officedocument.presentationml.slide+xml" PartName="/ppt/slides/slide81.xml"/>
  <Override ContentType="application/vnd.openxmlformats-officedocument.presentationml.slide+xml" PartName="/ppt/slides/slide82.xml"/>
  <Override ContentType="application/vnd.openxmlformats-officedocument.presentationml.slide+xml" PartName="/ppt/slides/slide83.xml"/>
  <Override ContentType="application/vnd.openxmlformats-officedocument.presentationml.slide+xml" PartName="/ppt/slides/slide84.xml"/>
  <Override ContentType="application/vnd.openxmlformats-officedocument.presentationml.slide+xml" PartName="/ppt/slides/slide85.xml"/>
  <Override ContentType="application/vnd.openxmlformats-officedocument.presentationml.slide+xml" PartName="/ppt/slides/slide86.xml"/>
  <Override ContentType="application/vnd.openxmlformats-officedocument.presentationml.slide+xml" PartName="/ppt/slides/slide87.xml"/>
  <Override ContentType="application/vnd.openxmlformats-officedocument.presentationml.slide+xml" PartName="/ppt/slides/slide88.xml"/>
  <Override ContentType="application/vnd.openxmlformats-officedocument.presentationml.slide+xml" PartName="/ppt/slides/slide89.xml"/>
  <Override ContentType="application/vnd.openxmlformats-officedocument.presentationml.slide+xml" PartName="/ppt/slides/slide90.xml"/>
  <Override ContentType="application/vnd.openxmlformats-officedocument.presentationml.slide+xml" PartName="/ppt/slides/slide91.xml"/>
  <Override ContentType="application/vnd.openxmlformats-officedocument.presentationml.slide+xml" PartName="/ppt/slides/slide92.xml"/>
  <Override ContentType="application/vnd.openxmlformats-officedocument.presentationml.slide+xml" PartName="/ppt/slides/slide93.xml"/>
  <Override ContentType="application/vnd.openxmlformats-officedocument.presentationml.slide+xml" PartName="/ppt/slides/slide94.xml"/>
  <Override ContentType="application/vnd.openxmlformats-officedocument.presentationml.slide+xml" PartName="/ppt/slides/slide95.xml"/>
  <Override ContentType="application/vnd.openxmlformats-officedocument.presentationml.slide+xml" PartName="/ppt/slides/slide96.xml"/>
  <Override ContentType="application/vnd.openxmlformats-officedocument.presentationml.slide+xml" PartName="/ppt/slides/slide97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no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20" r:id="rId70"/>
    <p:sldId id="321" r:id="rId71"/>
    <p:sldId id="322" r:id="rId72"/>
    <p:sldId id="323" r:id="rId73"/>
    <p:sldId id="324" r:id="rId74"/>
    <p:sldId id="325" r:id="rId75"/>
    <p:sldId id="326" r:id="rId76"/>
    <p:sldId id="327" r:id="rId77"/>
    <p:sldId id="328" r:id="rId78"/>
    <p:sldId id="329" r:id="rId79"/>
    <p:sldId id="330" r:id="rId80"/>
    <p:sldId id="331" r:id="rId81"/>
    <p:sldId id="332" r:id="rId82"/>
    <p:sldId id="333" r:id="rId83"/>
    <p:sldId id="334" r:id="rId84"/>
    <p:sldId id="335" r:id="rId85"/>
    <p:sldId id="336" r:id="rId86"/>
    <p:sldId id="337" r:id="rId87"/>
    <p:sldId id="338" r:id="rId88"/>
    <p:sldId id="339" r:id="rId89"/>
    <p:sldId id="340" r:id="rId90"/>
    <p:sldId id="341" r:id="rId91"/>
    <p:sldId id="342" r:id="rId92"/>
    <p:sldId id="343" r:id="rId93"/>
    <p:sldId id="344" r:id="rId94"/>
    <p:sldId id="345" r:id="rId95"/>
    <p:sldId id="346" r:id="rId96"/>
    <p:sldId id="347" r:id="rId97"/>
    <p:sldId id="348" r:id="rId98"/>
    <p:sldId id="349" r:id="rId99"/>
    <p:sldId id="350" r:id="rId100"/>
    <p:sldId id="351" r:id="rId101"/>
    <p:sldId id="352" r:id="rId10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no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00" Target="slides/slide95.xml" Type="http://schemas.openxmlformats.org/officeDocument/2006/relationships/slide"/><Relationship Id="rId101" Target="slides/slide96.xml" Type="http://schemas.openxmlformats.org/officeDocument/2006/relationships/slide"/><Relationship Id="rId102" Target="slides/slide97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slides/slide23.xml" Type="http://schemas.openxmlformats.org/officeDocument/2006/relationships/slide"/><Relationship Id="rId29" Target="slides/slide24.xml" Type="http://schemas.openxmlformats.org/officeDocument/2006/relationships/slide"/><Relationship Id="rId3" Target="viewProps.xml" Type="http://schemas.openxmlformats.org/officeDocument/2006/relationships/viewProps"/><Relationship Id="rId30" Target="slides/slide25.xml" Type="http://schemas.openxmlformats.org/officeDocument/2006/relationships/slide"/><Relationship Id="rId31" Target="slides/slide26.xml" Type="http://schemas.openxmlformats.org/officeDocument/2006/relationships/slide"/><Relationship Id="rId32" Target="slides/slide27.xml" Type="http://schemas.openxmlformats.org/officeDocument/2006/relationships/slide"/><Relationship Id="rId33" Target="slides/slide28.xml" Type="http://schemas.openxmlformats.org/officeDocument/2006/relationships/slide"/><Relationship Id="rId34" Target="slides/slide29.xml" Type="http://schemas.openxmlformats.org/officeDocument/2006/relationships/slide"/><Relationship Id="rId35" Target="slides/slide30.xml" Type="http://schemas.openxmlformats.org/officeDocument/2006/relationships/slide"/><Relationship Id="rId36" Target="slides/slide31.xml" Type="http://schemas.openxmlformats.org/officeDocument/2006/relationships/slide"/><Relationship Id="rId37" Target="slides/slide32.xml" Type="http://schemas.openxmlformats.org/officeDocument/2006/relationships/slide"/><Relationship Id="rId38" Target="slides/slide33.xml" Type="http://schemas.openxmlformats.org/officeDocument/2006/relationships/slide"/><Relationship Id="rId39" Target="slides/slide34.xml" Type="http://schemas.openxmlformats.org/officeDocument/2006/relationships/slide"/><Relationship Id="rId4" Target="theme/theme1.xml" Type="http://schemas.openxmlformats.org/officeDocument/2006/relationships/theme"/><Relationship Id="rId40" Target="slides/slide35.xml" Type="http://schemas.openxmlformats.org/officeDocument/2006/relationships/slide"/><Relationship Id="rId41" Target="slides/slide36.xml" Type="http://schemas.openxmlformats.org/officeDocument/2006/relationships/slide"/><Relationship Id="rId42" Target="slides/slide37.xml" Type="http://schemas.openxmlformats.org/officeDocument/2006/relationships/slide"/><Relationship Id="rId43" Target="slides/slide38.xml" Type="http://schemas.openxmlformats.org/officeDocument/2006/relationships/slide"/><Relationship Id="rId44" Target="slides/slide39.xml" Type="http://schemas.openxmlformats.org/officeDocument/2006/relationships/slide"/><Relationship Id="rId45" Target="slides/slide40.xml" Type="http://schemas.openxmlformats.org/officeDocument/2006/relationships/slide"/><Relationship Id="rId46" Target="slides/slide41.xml" Type="http://schemas.openxmlformats.org/officeDocument/2006/relationships/slide"/><Relationship Id="rId47" Target="slides/slide42.xml" Type="http://schemas.openxmlformats.org/officeDocument/2006/relationships/slide"/><Relationship Id="rId48" Target="slides/slide43.xml" Type="http://schemas.openxmlformats.org/officeDocument/2006/relationships/slide"/><Relationship Id="rId49" Target="slides/slide44.xml" Type="http://schemas.openxmlformats.org/officeDocument/2006/relationships/slide"/><Relationship Id="rId5" Target="tableStyles.xml" Type="http://schemas.openxmlformats.org/officeDocument/2006/relationships/tableStyles"/><Relationship Id="rId50" Target="slides/slide45.xml" Type="http://schemas.openxmlformats.org/officeDocument/2006/relationships/slide"/><Relationship Id="rId51" Target="slides/slide46.xml" Type="http://schemas.openxmlformats.org/officeDocument/2006/relationships/slide"/><Relationship Id="rId52" Target="slides/slide47.xml" Type="http://schemas.openxmlformats.org/officeDocument/2006/relationships/slide"/><Relationship Id="rId53" Target="slides/slide48.xml" Type="http://schemas.openxmlformats.org/officeDocument/2006/relationships/slide"/><Relationship Id="rId54" Target="slides/slide49.xml" Type="http://schemas.openxmlformats.org/officeDocument/2006/relationships/slide"/><Relationship Id="rId55" Target="slides/slide50.xml" Type="http://schemas.openxmlformats.org/officeDocument/2006/relationships/slide"/><Relationship Id="rId56" Target="slides/slide51.xml" Type="http://schemas.openxmlformats.org/officeDocument/2006/relationships/slide"/><Relationship Id="rId57" Target="slides/slide52.xml" Type="http://schemas.openxmlformats.org/officeDocument/2006/relationships/slide"/><Relationship Id="rId58" Target="slides/slide53.xml" Type="http://schemas.openxmlformats.org/officeDocument/2006/relationships/slide"/><Relationship Id="rId59" Target="slides/slide54.xml" Type="http://schemas.openxmlformats.org/officeDocument/2006/relationships/slide"/><Relationship Id="rId6" Target="slides/slide1.xml" Type="http://schemas.openxmlformats.org/officeDocument/2006/relationships/slide"/><Relationship Id="rId60" Target="slides/slide55.xml" Type="http://schemas.openxmlformats.org/officeDocument/2006/relationships/slide"/><Relationship Id="rId61" Target="slides/slide56.xml" Type="http://schemas.openxmlformats.org/officeDocument/2006/relationships/slide"/><Relationship Id="rId62" Target="slides/slide57.xml" Type="http://schemas.openxmlformats.org/officeDocument/2006/relationships/slide"/><Relationship Id="rId63" Target="slides/slide58.xml" Type="http://schemas.openxmlformats.org/officeDocument/2006/relationships/slide"/><Relationship Id="rId64" Target="slides/slide59.xml" Type="http://schemas.openxmlformats.org/officeDocument/2006/relationships/slide"/><Relationship Id="rId65" Target="slides/slide60.xml" Type="http://schemas.openxmlformats.org/officeDocument/2006/relationships/slide"/><Relationship Id="rId66" Target="slides/slide61.xml" Type="http://schemas.openxmlformats.org/officeDocument/2006/relationships/slide"/><Relationship Id="rId67" Target="slides/slide62.xml" Type="http://schemas.openxmlformats.org/officeDocument/2006/relationships/slide"/><Relationship Id="rId68" Target="slides/slide63.xml" Type="http://schemas.openxmlformats.org/officeDocument/2006/relationships/slide"/><Relationship Id="rId69" Target="slides/slide64.xml" Type="http://schemas.openxmlformats.org/officeDocument/2006/relationships/slide"/><Relationship Id="rId7" Target="slides/slide2.xml" Type="http://schemas.openxmlformats.org/officeDocument/2006/relationships/slide"/><Relationship Id="rId70" Target="slides/slide65.xml" Type="http://schemas.openxmlformats.org/officeDocument/2006/relationships/slide"/><Relationship Id="rId71" Target="slides/slide66.xml" Type="http://schemas.openxmlformats.org/officeDocument/2006/relationships/slide"/><Relationship Id="rId72" Target="slides/slide67.xml" Type="http://schemas.openxmlformats.org/officeDocument/2006/relationships/slide"/><Relationship Id="rId73" Target="slides/slide68.xml" Type="http://schemas.openxmlformats.org/officeDocument/2006/relationships/slide"/><Relationship Id="rId74" Target="slides/slide69.xml" Type="http://schemas.openxmlformats.org/officeDocument/2006/relationships/slide"/><Relationship Id="rId75" Target="slides/slide70.xml" Type="http://schemas.openxmlformats.org/officeDocument/2006/relationships/slide"/><Relationship Id="rId76" Target="slides/slide71.xml" Type="http://schemas.openxmlformats.org/officeDocument/2006/relationships/slide"/><Relationship Id="rId77" Target="slides/slide72.xml" Type="http://schemas.openxmlformats.org/officeDocument/2006/relationships/slide"/><Relationship Id="rId78" Target="slides/slide73.xml" Type="http://schemas.openxmlformats.org/officeDocument/2006/relationships/slide"/><Relationship Id="rId79" Target="slides/slide74.xml" Type="http://schemas.openxmlformats.org/officeDocument/2006/relationships/slide"/><Relationship Id="rId8" Target="slides/slide3.xml" Type="http://schemas.openxmlformats.org/officeDocument/2006/relationships/slide"/><Relationship Id="rId80" Target="slides/slide75.xml" Type="http://schemas.openxmlformats.org/officeDocument/2006/relationships/slide"/><Relationship Id="rId81" Target="slides/slide76.xml" Type="http://schemas.openxmlformats.org/officeDocument/2006/relationships/slide"/><Relationship Id="rId82" Target="slides/slide77.xml" Type="http://schemas.openxmlformats.org/officeDocument/2006/relationships/slide"/><Relationship Id="rId83" Target="slides/slide78.xml" Type="http://schemas.openxmlformats.org/officeDocument/2006/relationships/slide"/><Relationship Id="rId84" Target="slides/slide79.xml" Type="http://schemas.openxmlformats.org/officeDocument/2006/relationships/slide"/><Relationship Id="rId85" Target="slides/slide80.xml" Type="http://schemas.openxmlformats.org/officeDocument/2006/relationships/slide"/><Relationship Id="rId86" Target="slides/slide81.xml" Type="http://schemas.openxmlformats.org/officeDocument/2006/relationships/slide"/><Relationship Id="rId87" Target="slides/slide82.xml" Type="http://schemas.openxmlformats.org/officeDocument/2006/relationships/slide"/><Relationship Id="rId88" Target="slides/slide83.xml" Type="http://schemas.openxmlformats.org/officeDocument/2006/relationships/slide"/><Relationship Id="rId89" Target="slides/slide84.xml" Type="http://schemas.openxmlformats.org/officeDocument/2006/relationships/slide"/><Relationship Id="rId9" Target="slides/slide4.xml" Type="http://schemas.openxmlformats.org/officeDocument/2006/relationships/slide"/><Relationship Id="rId90" Target="slides/slide85.xml" Type="http://schemas.openxmlformats.org/officeDocument/2006/relationships/slide"/><Relationship Id="rId91" Target="slides/slide86.xml" Type="http://schemas.openxmlformats.org/officeDocument/2006/relationships/slide"/><Relationship Id="rId92" Target="slides/slide87.xml" Type="http://schemas.openxmlformats.org/officeDocument/2006/relationships/slide"/><Relationship Id="rId93" Target="slides/slide88.xml" Type="http://schemas.openxmlformats.org/officeDocument/2006/relationships/slide"/><Relationship Id="rId94" Target="slides/slide89.xml" Type="http://schemas.openxmlformats.org/officeDocument/2006/relationships/slide"/><Relationship Id="rId95" Target="slides/slide90.xml" Type="http://schemas.openxmlformats.org/officeDocument/2006/relationships/slide"/><Relationship Id="rId96" Target="slides/slide91.xml" Type="http://schemas.openxmlformats.org/officeDocument/2006/relationships/slide"/><Relationship Id="rId97" Target="slides/slide92.xml" Type="http://schemas.openxmlformats.org/officeDocument/2006/relationships/slide"/><Relationship Id="rId98" Target="slides/slide93.xml" Type="http://schemas.openxmlformats.org/officeDocument/2006/relationships/slide"/><Relationship Id="rId99" Target="slides/slide94.xml" Type="http://schemas.openxmlformats.org/officeDocument/2006/relationships/slide"/></Relationships>
</file>

<file path=ppt/slideLayouts/_rels/slideLayout1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no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2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3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4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5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6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7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8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9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10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jpeg" Type="http://schemas.openxmlformats.org/officeDocument/2006/relationships/image"/></Relationships>
</file>

<file path=ppt/slides/_rels/slide11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12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13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14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jpeg" Type="http://schemas.openxmlformats.org/officeDocument/2006/relationships/image"/></Relationships>
</file>

<file path=ppt/slides/_rels/slide15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jpeg" Type="http://schemas.openxmlformats.org/officeDocument/2006/relationships/image"/></Relationships>
</file>

<file path=ppt/slides/_rels/slide16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17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jpeg" Type="http://schemas.openxmlformats.org/officeDocument/2006/relationships/image"/></Relationships>
</file>

<file path=ppt/slides/_rels/slide18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19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jpeg" Type="http://schemas.openxmlformats.org/officeDocument/2006/relationships/image"/></Relationships>
</file>

<file path=ppt/slides/_rels/slide20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21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22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23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jpeg" Type="http://schemas.openxmlformats.org/officeDocument/2006/relationships/image"/></Relationships>
</file>

<file path=ppt/slides/_rels/slide24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25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26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27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jpeg" Type="http://schemas.openxmlformats.org/officeDocument/2006/relationships/image"/></Relationships>
</file>

<file path=ppt/slides/_rels/slide28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jpeg" Type="http://schemas.openxmlformats.org/officeDocument/2006/relationships/image"/></Relationships>
</file>

<file path=ppt/slides/_rels/slide29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30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jpeg" Type="http://schemas.openxmlformats.org/officeDocument/2006/relationships/image"/></Relationships>
</file>

<file path=ppt/slides/_rels/slide31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32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jpeg" Type="http://schemas.openxmlformats.org/officeDocument/2006/relationships/image"/></Relationships>
</file>

<file path=ppt/slides/_rels/slide33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34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35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36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jpeg" Type="http://schemas.openxmlformats.org/officeDocument/2006/relationships/image"/></Relationships>
</file>

<file path=ppt/slides/_rels/slide37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38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39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40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jpeg" Type="http://schemas.openxmlformats.org/officeDocument/2006/relationships/image"/></Relationships>
</file>

<file path=ppt/slides/_rels/slide41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jpeg" Type="http://schemas.openxmlformats.org/officeDocument/2006/relationships/image"/></Relationships>
</file>

<file path=ppt/slides/_rels/slide42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43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jpeg" Type="http://schemas.openxmlformats.org/officeDocument/2006/relationships/image"/></Relationships>
</file>

<file path=ppt/slides/_rels/slide44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45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jpeg" Type="http://schemas.openxmlformats.org/officeDocument/2006/relationships/image"/></Relationships>
</file>

<file path=ppt/slides/_rels/slide46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47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48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49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jpeg" Type="http://schemas.openxmlformats.org/officeDocument/2006/relationships/image"/></Relationships>
</file>

<file path=ppt/slides/_rels/slide50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51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52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53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jpeg" Type="http://schemas.openxmlformats.org/officeDocument/2006/relationships/image"/></Relationships>
</file>

<file path=ppt/slides/_rels/slide54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jpeg" Type="http://schemas.openxmlformats.org/officeDocument/2006/relationships/image"/></Relationships>
</file>

<file path=ppt/slides/_rels/slide55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56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jpeg" Type="http://schemas.openxmlformats.org/officeDocument/2006/relationships/image"/></Relationships>
</file>

<file path=ppt/slides/_rels/slide57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58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jpeg" Type="http://schemas.openxmlformats.org/officeDocument/2006/relationships/image"/></Relationships>
</file>

<file path=ppt/slides/_rels/slide59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60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61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62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jpeg" Type="http://schemas.openxmlformats.org/officeDocument/2006/relationships/image"/></Relationships>
</file>

<file path=ppt/slides/_rels/slide63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64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65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66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jpeg" Type="http://schemas.openxmlformats.org/officeDocument/2006/relationships/image"/></Relationships>
</file>

<file path=ppt/slides/_rels/slide67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jpeg" Type="http://schemas.openxmlformats.org/officeDocument/2006/relationships/image"/></Relationships>
</file>

<file path=ppt/slides/_rels/slide68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69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jpeg" Type="http://schemas.openxmlformats.org/officeDocument/2006/relationships/image"/></Relationships>
</file>

<file path=ppt/slides/_rels/slide70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71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jpeg" Type="http://schemas.openxmlformats.org/officeDocument/2006/relationships/image"/></Relationships>
</file>

<file path=ppt/slides/_rels/slide72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73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74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75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jpeg" Type="http://schemas.openxmlformats.org/officeDocument/2006/relationships/image"/></Relationships>
</file>

<file path=ppt/slides/_rels/slide76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77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78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79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jpeg" Type="http://schemas.openxmlformats.org/officeDocument/2006/relationships/image"/></Relationships>
</file>

<file path=ppt/slides/_rels/slide80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jpeg" Type="http://schemas.openxmlformats.org/officeDocument/2006/relationships/image"/></Relationships>
</file>

<file path=ppt/slides/_rels/slide81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82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jpeg" Type="http://schemas.openxmlformats.org/officeDocument/2006/relationships/image"/></Relationships>
</file>

<file path=ppt/slides/_rels/slide83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84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jpeg" Type="http://schemas.openxmlformats.org/officeDocument/2006/relationships/image"/></Relationships>
</file>

<file path=ppt/slides/_rels/slide85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86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87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88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jpeg" Type="http://schemas.openxmlformats.org/officeDocument/2006/relationships/image"/></Relationships>
</file>

<file path=ppt/slides/_rels/slide89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90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91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92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jpeg" Type="http://schemas.openxmlformats.org/officeDocument/2006/relationships/image"/></Relationships>
</file>

<file path=ppt/slides/_rels/slide93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jpeg" Type="http://schemas.openxmlformats.org/officeDocument/2006/relationships/image"/></Relationships>
</file>

<file path=ppt/slides/_rels/slide94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95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jpeg" Type="http://schemas.openxmlformats.org/officeDocument/2006/relationships/image"/></Relationships>
</file>

<file path=ppt/slides/_rels/slide96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97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jpe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D1AC65"/>
                </a:solidFill>
                <a:latin typeface="Verdana"/>
              </a:rPr>
              <a:t>FIHIRANA 171 : 1, 3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D1AC65"/>
                </a:solidFill>
                <a:latin typeface="Verdana"/>
              </a:rPr>
              <a:t>1- </a:t>
            </a:r>
            <a:r>
              <a:rPr lang="en-US" sz="4500" b="true">
                <a:solidFill>
                  <a:srgbClr val="FFFFFF"/>
                </a:solidFill>
                <a:latin typeface="Verdana"/>
              </a:rPr>
              <a:t>Jeso Mpanjaka malaza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No Tompo Mpanjakanay;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Mahery sy tsara indrindra,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Ka Izy no aronay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D1AC65"/>
                </a:solidFill>
                <a:latin typeface="Verdana"/>
              </a:rPr>
              <a:t>FIHIRANA 171 : 1, 3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Mendrika hankalazaina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Noho ny heriny;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Eran-tany sy lanitra koa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Ny zo aman-dazany.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D1AC65"/>
                </a:solidFill>
                <a:latin typeface="Verdana"/>
              </a:rPr>
              <a:t>FIHIRANA 171 : 1, 3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Ry Tompo Mpanjaka mahery ô!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Mihainoa ! Mihainoa !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Avy manaiky tokoa 'zahay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Fa Tompon'ny hery rehetra Hianao,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D1AC65"/>
                </a:solidFill>
                <a:latin typeface="Verdana"/>
              </a:rPr>
              <a:t>FIHIRANA 171 : 1, 3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Tsy misy mihitsy ny toa Anao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Tsy tratry ny saina ny herinao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Ny fiderana 'zay entinay,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Raiso re ! Raiso re!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Ny haja atolotra Anao ety, Raiso izao !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D1AC65"/>
                </a:solidFill>
                <a:latin typeface="Verdana"/>
              </a:rPr>
              <a:t>FIHIRANA 171 : 1, 3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D1AC65"/>
                </a:solidFill>
                <a:latin typeface="Verdana"/>
              </a:rPr>
              <a:t>3- </a:t>
            </a:r>
            <a:r>
              <a:rPr lang="en-US" sz="4500" b="true">
                <a:solidFill>
                  <a:srgbClr val="FFFFFF"/>
                </a:solidFill>
                <a:latin typeface="Verdana"/>
              </a:rPr>
              <a:t>Tompo, Mpanjaka Tsitoha,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Kanefa be indrafo;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Deraina eram-po erantsaina,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Deraina mandrakizay ;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D1AC65"/>
                </a:solidFill>
                <a:latin typeface="Verdana"/>
              </a:rPr>
              <a:t>FIHIRANA 171 : 1, 3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He ! Ny mpanompo voavonjy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Samy mihoby hoe :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"Haleloia ho amin’ny Avo,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Fa Jeso no Tomponay "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D1AC65"/>
                </a:solidFill>
                <a:latin typeface="Verdana"/>
              </a:rPr>
              <a:t>FIHIRANA 171 : 1, 3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Ry Tompo Mpanjaka mahery ô!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Mihainoa ! Mihainoa !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Avy manaiky tokoa 'zahay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Fa Tompon'ny hery rehetra Hianao,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D1AC65"/>
                </a:solidFill>
                <a:latin typeface="Verdana"/>
              </a:rPr>
              <a:t>FIHIRANA 171 : 1, 3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Tsy misy mihitsy ny toa Anao,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Tsy tratry ny saina ny herinao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Ny fiderana 'zay entinay,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Raiso re ! Raiso re!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Ny haja atolotra Anao ety, Raiso izao !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D1AC65"/>
                </a:solidFill>
                <a:latin typeface="Verdana"/>
              </a:rPr>
              <a:t>FIHIRANA FANAMPINY 16 : 1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D1AC65"/>
                </a:solidFill>
                <a:latin typeface="Verdana"/>
              </a:rPr>
              <a:t>1- </a:t>
            </a:r>
            <a:r>
              <a:rPr lang="en-US" sz="4500" b="true">
                <a:solidFill>
                  <a:srgbClr val="FFFFFF"/>
                </a:solidFill>
                <a:latin typeface="Verdana"/>
              </a:rPr>
              <a:t>Tsy vitam-po onena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Tsy vitan-dranomaso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Ny Asam-pamonjena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Tsy azo atao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Mifampiandry andraso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Tsy azo ifanerena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Mila fandavan-tena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Sy hery tsy mba maty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Herim-po, herin-tsaina koa</a:t>
            </a:r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D1AC65"/>
                </a:solidFill>
                <a:latin typeface="Verdana"/>
              </a:rPr>
              <a:t>FIHIRANA FANAMPINY 16 : 1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D1AC65"/>
                </a:solidFill>
                <a:latin typeface="Verdana"/>
              </a:rPr>
              <a:t>Fiv:</a:t>
            </a:r>
            <a:r>
              <a:rPr lang="en-US" sz="4500" b="true">
                <a:solidFill>
                  <a:srgbClr val="FFFFFF"/>
                </a:solidFill>
                <a:latin typeface="Verdana"/>
              </a:rPr>
              <a:t> Na onena ny fonao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Na tomany ny maso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Tsy izany no ilaina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Fa fifankatiavana</a:t>
            </a:r>
          </a:p>
        </p:txBody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D1AC65"/>
                </a:solidFill>
                <a:latin typeface="Verdana"/>
              </a:rPr>
              <a:t>FIHIRANA 417 : 2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D1AC65"/>
                </a:solidFill>
                <a:latin typeface="Verdana"/>
              </a:rPr>
              <a:t>2- </a:t>
            </a:r>
            <a:r>
              <a:rPr lang="en-US" sz="4500" b="true">
                <a:solidFill>
                  <a:srgbClr val="FFFFFF"/>
                </a:solidFill>
                <a:latin typeface="Verdana"/>
              </a:rPr>
              <a:t>Maniry hanana fiadanam-po,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Izao dia te-hody aho,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Sy mba hivesatra ny zioganao,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Izao dia te-hody aho,</a:t>
            </a:r>
          </a:p>
        </p:txBody>
      </p:sp>
    </p:spTree>
  </p:cSld>
  <p:clrMapOvr>
    <a:masterClrMapping/>
  </p:clrMapOvr>
</p:sld>
</file>

<file path=ppt/slides/slide3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D1AC65"/>
                </a:solidFill>
                <a:latin typeface="Verdana"/>
              </a:rPr>
              <a:t>FIHIRANA 417 : 2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:,: Inty tamy aho,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Raiko malala ô,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Raiso ny tanako. :,:</a:t>
            </a:r>
          </a:p>
        </p:txBody>
      </p:sp>
    </p:spTree>
  </p:cSld>
  <p:clrMapOvr>
    <a:masterClrMapping/>
  </p:clrMapOvr>
</p:sld>
</file>

<file path=ppt/slides/slide3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D1AC65"/>
                </a:solidFill>
                <a:latin typeface="Verdana"/>
              </a:rPr>
              <a:t>FIHIRANA 487 : 1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D1AC65"/>
                </a:solidFill>
                <a:latin typeface="Verdana"/>
              </a:rPr>
              <a:t>1- </a:t>
            </a:r>
            <a:r>
              <a:rPr lang="en-US" sz="4500" b="true">
                <a:solidFill>
                  <a:srgbClr val="FFFFFF"/>
                </a:solidFill>
                <a:latin typeface="Verdana"/>
              </a:rPr>
              <a:t>Fanavaozan'izay mahagaga tokoa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Nomen'i Jeso ahy re,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Fahazavan'ny fanahy izay mahafa-po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Nomen'i Jeso ahy re,</a:t>
            </a:r>
          </a:p>
        </p:txBody>
      </p:sp>
    </p:spTree>
  </p:cSld>
  <p:clrMapOvr>
    <a:masterClrMapping/>
  </p:clrMapOvr>
</p:sld>
</file>

<file path=ppt/slides/slide4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D1AC65"/>
                </a:solidFill>
                <a:latin typeface="Verdana"/>
              </a:rPr>
              <a:t>FIHIRANA 487 : 1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Hatramin'izao dia endrey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Hatramin'izao dia endrey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Ny fitepon'ny foko izay ravo tokoa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Onenan'ny Tompo Jeso.</a:t>
            </a:r>
          </a:p>
        </p:txBody>
      </p:sp>
    </p:spTree>
  </p:cSld>
  <p:clrMapOvr>
    <a:masterClrMapping/>
  </p:clrMapOvr>
</p:sld>
</file>

<file path=ppt/slides/slide4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D1AC65"/>
                </a:solidFill>
                <a:latin typeface="Verdana"/>
              </a:rPr>
              <a:t>FIHIRANA 205 : 2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D1AC65"/>
                </a:solidFill>
                <a:latin typeface="Verdana"/>
              </a:rPr>
              <a:t>2- </a:t>
            </a:r>
            <a:r>
              <a:rPr lang="en-US" sz="4500" b="true">
                <a:solidFill>
                  <a:srgbClr val="FFFFFF"/>
                </a:solidFill>
                <a:latin typeface="Verdana"/>
              </a:rPr>
              <a:t>Ny tenin'ny Baiboly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No sabatra entinay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Handresy ny devoly,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'Lay fahavalonay;</a:t>
            </a:r>
          </a:p>
        </p:txBody>
      </p:sp>
    </p:spTree>
  </p:cSld>
  <p:clrMapOvr>
    <a:masterClrMapping/>
  </p:clrMapOvr>
</p:sld>
</file>

<file path=ppt/slides/slide6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D1AC65"/>
                </a:solidFill>
                <a:latin typeface="Verdana"/>
              </a:rPr>
              <a:t>FIHIRANA 205 : 2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Raha misy mampahory,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Ka osa izahay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Ny teninao mahery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Manjary tanjakay</a:t>
            </a:r>
          </a:p>
        </p:txBody>
      </p:sp>
    </p:spTree>
  </p:cSld>
  <p:clrMapOvr>
    <a:masterClrMapping/>
  </p:clrMapOvr>
</p:sld>
</file>

<file path=ppt/slides/slide6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D1AC65"/>
                </a:solidFill>
                <a:latin typeface="Verdana"/>
              </a:rPr>
              <a:t>FIHIRANA 354 : 3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D1AC65"/>
                </a:solidFill>
                <a:latin typeface="Verdana"/>
              </a:rPr>
              <a:t>3- </a:t>
            </a:r>
            <a:r>
              <a:rPr lang="en-US" sz="4500" b="true">
                <a:solidFill>
                  <a:srgbClr val="FFFFFF"/>
                </a:solidFill>
                <a:latin typeface="Verdana"/>
              </a:rPr>
              <a:t>Sao ity no toriteny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Fara-fanasana anao;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Sao anio no fotoana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Fara-ahavelomanao;</a:t>
            </a:r>
          </a:p>
        </p:txBody>
      </p:sp>
    </p:spTree>
  </p:cSld>
  <p:clrMapOvr>
    <a:masterClrMapping/>
  </p:clrMapOvr>
</p:sld>
</file>

<file path=ppt/slides/slide7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D1AC65"/>
                </a:solidFill>
                <a:latin typeface="Verdana"/>
              </a:rPr>
              <a:t>FIHIRANA 354 : 3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Ka aza mba misalasala,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Sao manjary neninao,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Raha tsy mety mahalala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Izao fotoana mety izao.</a:t>
            </a:r>
          </a:p>
        </p:txBody>
      </p:sp>
    </p:spTree>
  </p:cSld>
  <p:clrMapOvr>
    <a:masterClrMapping/>
  </p:clrMapOvr>
</p:sld>
</file>

<file path=ppt/slides/slide7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D1AC65"/>
                </a:solidFill>
                <a:latin typeface="Verdana"/>
              </a:rPr>
              <a:t>FIHIRANA 547 : 4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D1AC65"/>
                </a:solidFill>
                <a:latin typeface="Verdana"/>
              </a:rPr>
              <a:t>4- </a:t>
            </a:r>
            <a:r>
              <a:rPr lang="en-US" sz="4500" b="true">
                <a:solidFill>
                  <a:srgbClr val="FFFFFF"/>
                </a:solidFill>
                <a:latin typeface="Verdana"/>
              </a:rPr>
              <a:t>Ry Jeso Tompo tia anay ô!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Misaotra Anao izahay izao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Fa henika ny hasoavanao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Izao tontolo izao.</a:t>
            </a:r>
          </a:p>
        </p:txBody>
      </p:sp>
    </p:spTree>
  </p:cSld>
  <p:clrMapOvr>
    <a:masterClrMapping/>
  </p:clrMapOvr>
</p:sld>
</file>

<file path=ppt/slides/slide8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D1AC65"/>
                </a:solidFill>
                <a:latin typeface="Verdana"/>
              </a:rPr>
              <a:t>FIHIRANA 547 : 4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Eny, Jeso! Zoky be fitia,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Soa lehibe no nentinao taty,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Avy izahay, mba hisaotra Anao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Noho ny fitiavanao.</a:t>
            </a:r>
          </a:p>
        </p:txBody>
      </p:sp>
    </p:spTree>
  </p:cSld>
  <p:clrMapOvr>
    <a:masterClrMapping/>
  </p:clrMapOvr>
</p:sld>
</file>

<file path=ppt/slides/slide8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