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1. Jeso Mpanjaka malaza
No Tompo Mpanjakanay;
Mahery sy tsara indrindra,
Ka Izy no aronay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Mendrika hankalazaina
Noho ny heriny;
Eran-tany sy lanitra koa
Ny zo aman-dazany.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Ry Tompo Mpanjaka mahery ô!
Mihainoa ! Mihainoa !
Avy manaiky tokoa 'zahay
Fa Tompon'ny hery rehetra Hianao,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Tsy misy mihitsy ny toa Anao
Tsy tratry ny saina ny herinao
Ny fiderana 'zay entinay, 
Raiso re ! Raiso re!
Ny haja atolotra Anao ety, Raiso izao 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3. Tompo, Mpanjaka Tsitoha,
Kanefa be indrafo;
Deraina eram-po erantsaina,
Deraina mandrakizay ;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He ! Ny mpanompo voavonjy
Samy mihoby hoe :
"Haleloia ho amin’ny Avo,
Fa Jeso no Tomponay "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Ry Tompo Mpanjaka mahery ô!
Mihainoa ! Mihainoa !
Avy manaiky tokoa 'zahay
Fa Tompon'ny hery rehetra Hianao,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171
Tsy misy mihitsy ny toa Anao,
Tsy tratry ny saina ny herinao
Ny fiderana 'zay entinay, 
Raiso re ! Raiso re!
Ny haja atolotra Anao ety, Raiso izao !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417
2. Maniry hanana fiadanam-po,
Izao dia te-hody aho,
Sy mba hivesatra ny zioganao,
Izao dia te-hody aho,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417
 :,: Inty tamy aho, 
Raiko malala ô,
Raiso ny tanako. :,: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487
1. Fanavaozan'izay mahagaga tokoa
Nomen'i Jeso ahy re,
Fahazavan'ny fanahy izay mahafa-po
Nomen'i Jeso ahy re,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Hatramin'izao dia endrey
Hatramin'izao dia endrey
Ny fitepon'ny foko izay ravo tokoa
Onenan'ny Tompo Jeso.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2. Ny fiainako be siasia taloha
Voaova mihitsy izao
Eny, ny fahotako, izay nahavoa 
Voasasany koa izao.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Hatramin'izao dia endrey
Hatramin'izao dia endrey
Ny fitepon'ny foko izay ravo tokoa
Onenan'ny Tompo Jeso.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3. Ny finoako, ny fanantenako dia be,
Ny tokiko fatratra koa,
Ny fisalasalana dia 
levona re,
Ny saiko mandroso ho soa.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Hatramin'izao dia endrey
Hatramin'izao dia endrey
Ny fitepon'ny foko izay ravo tokoa
Onenan'ny Tompo Jeso.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4. Tonga mamirapiratra fatratra ery
Ny aloky ny faty re!
Ka dia tsinjoko ilay vavahady ary 
Mankao an-tanàn-dehibe.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Hatramin'izao dia endrey
Hatramin'izao dia endrey
Ny fitepon'ny foko izay ravo tokoa
Onenan'ny Tompo Jeso.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5. Tsy miato, mizotra mankany tokoa
Ny diako hatramin'izao
Hovantaniko any Ilay Tompo soa,
Jesosy malala no ao.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Hatramin'izao dia endrey
Hatramin'izao dia endrey
Ny fitepon'ny foko izay ravo tokoa
Onenan'ny Tompo Jeso.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205 
2. Ny tenin'ny Baiboly
No sabatra entinay
Handresy ny devoly,
'Lay fahavalonay;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205 
Raha misy mampahory,
Ka osa izahay
Ny teninao mahery
Manjary tanjakay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354
3. Sao ity no toriteny 
Fara-fanasana anao; 
Sao anio no fotoana 
Fara-ahavelomanao;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354
Ka aza mba misalasala, 
Sao manjary neninao, 
Raha tsy mety mahalala 
Izao fotoana mety izao.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547
4. Ry Jeso Tompo tia anay ô! 
Misaotra Anao izahay izao
Fa henika ny hasoavanao 
Izao tontolo izao.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3175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HIRA 547
Eny, Jeso! Zoky be fitia,
Soa lehibe no nentinao taty, 
Avy izahay, mba hisaotra Anao 
Noho ny fitiavanao.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