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F8C24-7DE8-4798-8243-0EC52CC11EF9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8BA4E-F976-4FD5-8E9E-CE37B810E8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800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F8C24-7DE8-4798-8243-0EC52CC11EF9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8BA4E-F976-4FD5-8E9E-CE37B810E8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506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F8C24-7DE8-4798-8243-0EC52CC11EF9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8BA4E-F976-4FD5-8E9E-CE37B810E8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2644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F8C24-7DE8-4798-8243-0EC52CC11EF9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8BA4E-F976-4FD5-8E9E-CE37B810E8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829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F8C24-7DE8-4798-8243-0EC52CC11EF9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8BA4E-F976-4FD5-8E9E-CE37B810E8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2634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F8C24-7DE8-4798-8243-0EC52CC11EF9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8BA4E-F976-4FD5-8E9E-CE37B810E8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91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F8C24-7DE8-4798-8243-0EC52CC11EF9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8BA4E-F976-4FD5-8E9E-CE37B810E8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106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F8C24-7DE8-4798-8243-0EC52CC11EF9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8BA4E-F976-4FD5-8E9E-CE37B810E8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3417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F8C24-7DE8-4798-8243-0EC52CC11EF9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8BA4E-F976-4FD5-8E9E-CE37B810E8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6406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F8C24-7DE8-4798-8243-0EC52CC11EF9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8BA4E-F976-4FD5-8E9E-CE37B810E8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7189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F8C24-7DE8-4798-8243-0EC52CC11EF9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8BA4E-F976-4FD5-8E9E-CE37B810E8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7546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F8C24-7DE8-4798-8243-0EC52CC11EF9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8BA4E-F976-4FD5-8E9E-CE37B810E8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4479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645" y="0"/>
            <a:ext cx="9144000" cy="747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FF 21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Mahatoky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tokony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hekena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Amin’ny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fankasitrahana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rehetra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teny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(2)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Tonga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teny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ambonin’ny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tany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 Kristy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Jesoa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;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Hamonjy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mpanota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amin’ireny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izaho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    (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) 3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03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92" y="0"/>
            <a:ext cx="9143607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Amin’ireny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lohany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Kanefa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namindrana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tamiko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(2)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hisehoan’i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Jesoa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Kristy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eo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amiko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lohany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(2)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fahari-po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rehetrano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fianarana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an’izay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hino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Azy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Hahazoana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fiainana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Mandrakizay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4694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</Words>
  <Application>Microsoft Office PowerPoint</Application>
  <PresentationFormat>Affichage à l'écran (4:3)</PresentationFormat>
  <Paragraphs>19</Paragraphs>
  <Slides>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Thème Office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SWEET</cp:lastModifiedBy>
  <cp:revision>1</cp:revision>
  <dcterms:created xsi:type="dcterms:W3CDTF">2012-11-13T07:18:20Z</dcterms:created>
  <dcterms:modified xsi:type="dcterms:W3CDTF">2012-11-13T07:24:12Z</dcterms:modified>
</cp:coreProperties>
</file>