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7"/>
  </p:notesMasterIdLst>
  <p:sldIdLst>
    <p:sldId id="512" r:id="rId2"/>
    <p:sldId id="513" r:id="rId3"/>
    <p:sldId id="519" r:id="rId4"/>
    <p:sldId id="518" r:id="rId5"/>
    <p:sldId id="52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D2D6"/>
    <a:srgbClr val="0000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00" autoAdjust="0"/>
    <p:restoredTop sz="94676" autoAdjust="0"/>
  </p:normalViewPr>
  <p:slideViewPr>
    <p:cSldViewPr>
      <p:cViewPr>
        <p:scale>
          <a:sx n="60" d="100"/>
          <a:sy n="60" d="100"/>
        </p:scale>
        <p:origin x="-618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94D9-62FE-4E44-BB47-A93297560D39}" type="datetimeFigureOut">
              <a:rPr lang="fr-FR" smtClean="0"/>
              <a:t>06/07/2014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658A-4088-4F94-B7A5-3A5D58554E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69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339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311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929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629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753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038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814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480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141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135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270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06/07/2014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Constantia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Constanti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707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mc:AlternateContent xmlns:mc="http://schemas.openxmlformats.org/markup-compatibility/2006">
    <mc:Choice xmlns:p14="http://schemas.microsoft.com/office/powerpoint/2010/main" Requires="p14">
      <p:transition spd="slow" p14:dur="3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5421" y="1988840"/>
            <a:ext cx="914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0" dirty="0" smtClean="0">
                <a:latin typeface="Arial Black" pitchFamily="34" charset="0"/>
              </a:rPr>
              <a:t>F.F 16</a:t>
            </a:r>
            <a:endParaRPr lang="fr-FR" sz="13000" baseline="300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66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" y="117693"/>
            <a:ext cx="99726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4800" b="1" dirty="0">
                <a:latin typeface="Arial Black" pitchFamily="34" charset="0"/>
              </a:rPr>
              <a:t>1. </a:t>
            </a:r>
            <a:r>
              <a:rPr lang="fr-FR" sz="4800" b="1" dirty="0" err="1">
                <a:latin typeface="Arial Black" pitchFamily="34" charset="0"/>
              </a:rPr>
              <a:t>Tsy</a:t>
            </a:r>
            <a:r>
              <a:rPr lang="fr-FR" sz="4800" b="1" dirty="0">
                <a:latin typeface="Arial Black" pitchFamily="34" charset="0"/>
              </a:rPr>
              <a:t> vitam-po </a:t>
            </a:r>
            <a:r>
              <a:rPr lang="fr-FR" sz="4800" b="1" dirty="0" err="1">
                <a:latin typeface="Arial Black" pitchFamily="34" charset="0"/>
              </a:rPr>
              <a:t>onena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 err="1">
                <a:latin typeface="Arial Black" pitchFamily="34" charset="0"/>
              </a:rPr>
              <a:t>Tsy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vitan-dranomaso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 err="1">
                <a:latin typeface="Arial Black" pitchFamily="34" charset="0"/>
              </a:rPr>
              <a:t>Ny</a:t>
            </a:r>
            <a:r>
              <a:rPr lang="fr-FR" sz="4800" b="1" dirty="0">
                <a:latin typeface="Arial Black" pitchFamily="34" charset="0"/>
              </a:rPr>
              <a:t> Asam-</a:t>
            </a:r>
            <a:r>
              <a:rPr lang="fr-FR" sz="4800" b="1" dirty="0" err="1">
                <a:latin typeface="Arial Black" pitchFamily="34" charset="0"/>
              </a:rPr>
              <a:t>pamonjena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 err="1">
                <a:latin typeface="Arial Black" pitchFamily="34" charset="0"/>
              </a:rPr>
              <a:t>Tsy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azo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atao</a:t>
            </a:r>
            <a:r>
              <a:rPr lang="fr-FR" sz="4800" b="1" dirty="0">
                <a:latin typeface="Arial Black" pitchFamily="34" charset="0"/>
              </a:rPr>
              <a:t> </a:t>
            </a:r>
            <a:endParaRPr lang="fr-FR" sz="4800" b="1" dirty="0" smtClean="0">
              <a:latin typeface="Arial Black" pitchFamily="34" charset="0"/>
            </a:endParaRPr>
          </a:p>
          <a:p>
            <a:pPr lvl="0"/>
            <a:r>
              <a:rPr lang="fr-FR" sz="4800" b="1" dirty="0" err="1" smtClean="0">
                <a:latin typeface="Arial Black" pitchFamily="34" charset="0"/>
              </a:rPr>
              <a:t>Mifampiandry</a:t>
            </a:r>
            <a:r>
              <a:rPr lang="fr-FR" sz="4800" b="1" dirty="0" smtClean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andraso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 err="1">
                <a:latin typeface="Arial Black" pitchFamily="34" charset="0"/>
              </a:rPr>
              <a:t>Tsy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azo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ifanerena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>
                <a:latin typeface="Arial Black" pitchFamily="34" charset="0"/>
              </a:rPr>
              <a:t>Mila </a:t>
            </a:r>
            <a:r>
              <a:rPr lang="fr-FR" sz="4800" b="1" dirty="0" err="1">
                <a:latin typeface="Arial Black" pitchFamily="34" charset="0"/>
              </a:rPr>
              <a:t>fandavan-tena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 err="1">
                <a:latin typeface="Arial Black" pitchFamily="34" charset="0"/>
              </a:rPr>
              <a:t>Sy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hery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tsy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mba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maty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 err="1">
                <a:latin typeface="Arial Black" pitchFamily="34" charset="0"/>
              </a:rPr>
              <a:t>Herim</a:t>
            </a:r>
            <a:r>
              <a:rPr lang="fr-FR" sz="4800" b="1" dirty="0">
                <a:latin typeface="Arial Black" pitchFamily="34" charset="0"/>
              </a:rPr>
              <a:t>-po, </a:t>
            </a:r>
            <a:r>
              <a:rPr lang="fr-FR" sz="4800" b="1" dirty="0" err="1">
                <a:latin typeface="Arial Black" pitchFamily="34" charset="0"/>
              </a:rPr>
              <a:t>herin-tsaina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koa</a:t>
            </a:r>
            <a:endParaRPr lang="fr-FR" sz="4800" b="1" dirty="0"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64288" y="1268760"/>
            <a:ext cx="1716907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/>
            <a:r>
              <a:rPr lang="fr-FR" sz="5400" dirty="0" smtClean="0">
                <a:latin typeface="Arial Black" pitchFamily="34" charset="0"/>
              </a:rPr>
              <a:t>F.F 16</a:t>
            </a:r>
            <a:endParaRPr lang="fr-FR" sz="6600" baseline="300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0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86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400" dirty="0" err="1">
                <a:latin typeface="Arial Black" pitchFamily="34" charset="0"/>
              </a:rPr>
              <a:t>Fiverenana</a:t>
            </a:r>
            <a:endParaRPr lang="fr-FR" sz="6600" baseline="30000" dirty="0">
              <a:latin typeface="Arial Black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15616" y="1362883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5000" b="1" dirty="0" smtClean="0">
                <a:latin typeface="Arial Black" pitchFamily="34" charset="0"/>
              </a:rPr>
              <a:t>Na </a:t>
            </a:r>
            <a:r>
              <a:rPr lang="fr-FR" sz="5000" b="1" dirty="0" err="1">
                <a:latin typeface="Arial Black" pitchFamily="34" charset="0"/>
              </a:rPr>
              <a:t>onena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ny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fonao</a:t>
            </a:r>
            <a:endParaRPr lang="fr-FR" sz="5000" b="1" dirty="0">
              <a:latin typeface="Arial Black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5000" b="1" dirty="0">
                <a:latin typeface="Arial Black" pitchFamily="34" charset="0"/>
              </a:rPr>
              <a:t>Na </a:t>
            </a:r>
            <a:r>
              <a:rPr lang="fr-FR" sz="5000" b="1" dirty="0" err="1">
                <a:latin typeface="Arial Black" pitchFamily="34" charset="0"/>
              </a:rPr>
              <a:t>tomany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ny</a:t>
            </a:r>
            <a:r>
              <a:rPr lang="fr-FR" sz="5000" b="1" dirty="0">
                <a:latin typeface="Arial Black" pitchFamily="34" charset="0"/>
              </a:rPr>
              <a:t> maso</a:t>
            </a:r>
          </a:p>
          <a:p>
            <a:pPr>
              <a:lnSpc>
                <a:spcPct val="150000"/>
              </a:lnSpc>
            </a:pPr>
            <a:r>
              <a:rPr lang="fr-FR" sz="5000" b="1" dirty="0" err="1">
                <a:latin typeface="Arial Black" pitchFamily="34" charset="0"/>
              </a:rPr>
              <a:t>Tsy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izany</a:t>
            </a:r>
            <a:r>
              <a:rPr lang="fr-FR" sz="5000" b="1" dirty="0">
                <a:latin typeface="Arial Black" pitchFamily="34" charset="0"/>
              </a:rPr>
              <a:t> no </a:t>
            </a:r>
            <a:r>
              <a:rPr lang="fr-FR" sz="5000" b="1" dirty="0" err="1">
                <a:latin typeface="Arial Black" pitchFamily="34" charset="0"/>
              </a:rPr>
              <a:t>ilaina</a:t>
            </a:r>
            <a:endParaRPr lang="fr-FR" sz="5000" b="1" dirty="0">
              <a:latin typeface="Arial Black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5000" b="1" dirty="0">
                <a:latin typeface="Arial Black" pitchFamily="34" charset="0"/>
              </a:rPr>
              <a:t>Fa </a:t>
            </a:r>
            <a:r>
              <a:rPr lang="fr-FR" sz="5000" b="1" dirty="0" err="1">
                <a:latin typeface="Arial Black" pitchFamily="34" charset="0"/>
              </a:rPr>
              <a:t>fifankatiavana</a:t>
            </a:r>
            <a:endParaRPr lang="fr-FR" sz="5000" b="1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876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45033" y="692696"/>
            <a:ext cx="94675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4800" b="1" dirty="0">
                <a:latin typeface="Arial Black" pitchFamily="34" charset="0"/>
              </a:rPr>
              <a:t>2. </a:t>
            </a:r>
            <a:r>
              <a:rPr lang="fr-FR" sz="4800" b="1" dirty="0" err="1">
                <a:latin typeface="Arial Black" pitchFamily="34" charset="0"/>
              </a:rPr>
              <a:t>Ny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mpianatry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ny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Tompo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 err="1">
                <a:latin typeface="Arial Black" pitchFamily="34" charset="0"/>
              </a:rPr>
              <a:t>Asainy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mifanompo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>
                <a:latin typeface="Arial Black" pitchFamily="34" charset="0"/>
              </a:rPr>
              <a:t>Na mamy na </a:t>
            </a:r>
            <a:r>
              <a:rPr lang="fr-FR" sz="4800" b="1" dirty="0" err="1">
                <a:latin typeface="Arial Black" pitchFamily="34" charset="0"/>
              </a:rPr>
              <a:t>mangidy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 err="1">
                <a:latin typeface="Arial Black" pitchFamily="34" charset="0"/>
              </a:rPr>
              <a:t>Miara</a:t>
            </a:r>
            <a:r>
              <a:rPr lang="fr-FR" sz="4800" b="1" dirty="0">
                <a:latin typeface="Arial Black" pitchFamily="34" charset="0"/>
              </a:rPr>
              <a:t>-dia , </a:t>
            </a:r>
            <a:r>
              <a:rPr lang="fr-FR" sz="4800" b="1" dirty="0" err="1">
                <a:latin typeface="Arial Black" pitchFamily="34" charset="0"/>
              </a:rPr>
              <a:t>f'izany</a:t>
            </a:r>
            <a:r>
              <a:rPr lang="fr-FR" sz="4800" b="1" dirty="0">
                <a:latin typeface="Arial Black" pitchFamily="34" charset="0"/>
              </a:rPr>
              <a:t> no </a:t>
            </a:r>
            <a:r>
              <a:rPr lang="fr-FR" sz="4800" b="1" dirty="0" err="1">
                <a:latin typeface="Arial Black" pitchFamily="34" charset="0"/>
              </a:rPr>
              <a:t>Didy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 err="1">
                <a:latin typeface="Arial Black" pitchFamily="34" charset="0"/>
              </a:rPr>
              <a:t>Mamonjy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ny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mahantra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800" b="1" dirty="0" err="1">
                <a:latin typeface="Arial Black" pitchFamily="34" charset="0"/>
              </a:rPr>
              <a:t>Manarina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ny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lavo</a:t>
            </a:r>
            <a:r>
              <a:rPr lang="fr-FR" sz="4800" b="1" dirty="0">
                <a:latin typeface="Arial Black" pitchFamily="34" charset="0"/>
              </a:rPr>
              <a:t> </a:t>
            </a:r>
          </a:p>
          <a:p>
            <a:pPr lvl="0"/>
            <a:r>
              <a:rPr lang="fr-FR" sz="4800" b="1" dirty="0" err="1">
                <a:latin typeface="Arial Black" pitchFamily="34" charset="0"/>
              </a:rPr>
              <a:t>Mitsabo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ny</a:t>
            </a:r>
            <a:r>
              <a:rPr lang="fr-FR" sz="4800" b="1" dirty="0">
                <a:latin typeface="Arial Black" pitchFamily="34" charset="0"/>
              </a:rPr>
              <a:t> </a:t>
            </a:r>
            <a:r>
              <a:rPr lang="fr-FR" sz="4800" b="1" dirty="0" err="1">
                <a:latin typeface="Arial Black" pitchFamily="34" charset="0"/>
              </a:rPr>
              <a:t>maratra</a:t>
            </a:r>
            <a:endParaRPr lang="fr-FR" sz="4800" b="1" dirty="0">
              <a:latin typeface="Arial Black" pitchFamily="34" charset="0"/>
            </a:endParaRPr>
          </a:p>
          <a:p>
            <a:pPr lvl="0"/>
            <a:r>
              <a:rPr lang="fr-FR" sz="4600" b="1" dirty="0" err="1" smtClean="0">
                <a:latin typeface="Arial Black" pitchFamily="34" charset="0"/>
              </a:rPr>
              <a:t>Ary</a:t>
            </a:r>
            <a:r>
              <a:rPr lang="fr-FR" sz="4600" b="1" dirty="0" smtClean="0">
                <a:latin typeface="Arial Black" pitchFamily="34" charset="0"/>
              </a:rPr>
              <a:t> </a:t>
            </a:r>
            <a:r>
              <a:rPr lang="fr-FR" sz="4600" b="1" dirty="0" err="1" smtClean="0">
                <a:latin typeface="Arial Black" pitchFamily="34" charset="0"/>
              </a:rPr>
              <a:t>koa</a:t>
            </a:r>
            <a:r>
              <a:rPr lang="fr-FR" sz="4600" b="1" dirty="0" smtClean="0">
                <a:latin typeface="Arial Black" pitchFamily="34" charset="0"/>
              </a:rPr>
              <a:t> </a:t>
            </a:r>
            <a:r>
              <a:rPr lang="fr-FR" sz="4600" b="1" dirty="0" err="1" smtClean="0">
                <a:latin typeface="Arial Black" pitchFamily="34" charset="0"/>
              </a:rPr>
              <a:t>tsy</a:t>
            </a:r>
            <a:r>
              <a:rPr lang="fr-FR" sz="4600" b="1" dirty="0" smtClean="0">
                <a:latin typeface="Arial Black" pitchFamily="34" charset="0"/>
              </a:rPr>
              <a:t> </a:t>
            </a:r>
            <a:r>
              <a:rPr lang="fr-FR" sz="4600" b="1" dirty="0" err="1" smtClean="0">
                <a:latin typeface="Arial Black" pitchFamily="34" charset="0"/>
              </a:rPr>
              <a:t>mba</a:t>
            </a:r>
            <a:r>
              <a:rPr lang="fr-FR" sz="4600" b="1" dirty="0" smtClean="0">
                <a:latin typeface="Arial Black" pitchFamily="34" charset="0"/>
              </a:rPr>
              <a:t> </a:t>
            </a:r>
            <a:r>
              <a:rPr lang="fr-FR" sz="4600" b="1" dirty="0" err="1" smtClean="0">
                <a:latin typeface="Arial Black" pitchFamily="34" charset="0"/>
              </a:rPr>
              <a:t>miavom</a:t>
            </a:r>
            <a:r>
              <a:rPr lang="fr-FR" sz="4600" b="1" dirty="0" smtClean="0">
                <a:latin typeface="Arial Black" pitchFamily="34" charset="0"/>
              </a:rPr>
              <a:t>-po</a:t>
            </a:r>
            <a:endParaRPr lang="fr-FR" sz="4600" b="1" dirty="0"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26" y="-14610"/>
            <a:ext cx="91383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5400" dirty="0" smtClean="0">
                <a:latin typeface="Arial Black" pitchFamily="34" charset="0"/>
              </a:rPr>
              <a:t>F.F 16</a:t>
            </a:r>
            <a:endParaRPr lang="fr-FR" sz="6600" baseline="300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267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864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400" dirty="0" err="1">
                <a:latin typeface="Arial Black" pitchFamily="34" charset="0"/>
              </a:rPr>
              <a:t>Fiverenana</a:t>
            </a:r>
            <a:endParaRPr lang="fr-FR" sz="6600" baseline="30000" dirty="0">
              <a:latin typeface="Arial Black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5576" y="1362882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5000" b="1" dirty="0" smtClean="0">
                <a:latin typeface="Arial Black" pitchFamily="34" charset="0"/>
              </a:rPr>
              <a:t>Na </a:t>
            </a:r>
            <a:r>
              <a:rPr lang="fr-FR" sz="5000" b="1" dirty="0" err="1">
                <a:latin typeface="Arial Black" pitchFamily="34" charset="0"/>
              </a:rPr>
              <a:t>onena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ny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fonao</a:t>
            </a:r>
            <a:endParaRPr lang="fr-FR" sz="5000" b="1" dirty="0">
              <a:latin typeface="Arial Black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5000" b="1" dirty="0">
                <a:latin typeface="Arial Black" pitchFamily="34" charset="0"/>
              </a:rPr>
              <a:t>Na </a:t>
            </a:r>
            <a:r>
              <a:rPr lang="fr-FR" sz="5000" b="1" dirty="0" err="1">
                <a:latin typeface="Arial Black" pitchFamily="34" charset="0"/>
              </a:rPr>
              <a:t>tomany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ny</a:t>
            </a:r>
            <a:r>
              <a:rPr lang="fr-FR" sz="5000" b="1" dirty="0">
                <a:latin typeface="Arial Black" pitchFamily="34" charset="0"/>
              </a:rPr>
              <a:t> maso</a:t>
            </a:r>
          </a:p>
          <a:p>
            <a:pPr>
              <a:lnSpc>
                <a:spcPct val="150000"/>
              </a:lnSpc>
            </a:pPr>
            <a:r>
              <a:rPr lang="fr-FR" sz="5000" b="1" dirty="0" err="1">
                <a:latin typeface="Arial Black" pitchFamily="34" charset="0"/>
              </a:rPr>
              <a:t>Tsy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izany</a:t>
            </a:r>
            <a:r>
              <a:rPr lang="fr-FR" sz="5000" b="1" dirty="0">
                <a:latin typeface="Arial Black" pitchFamily="34" charset="0"/>
              </a:rPr>
              <a:t> no </a:t>
            </a:r>
            <a:r>
              <a:rPr lang="fr-FR" sz="5000" b="1" dirty="0" err="1">
                <a:latin typeface="Arial Black" pitchFamily="34" charset="0"/>
              </a:rPr>
              <a:t>ilaina</a:t>
            </a:r>
            <a:endParaRPr lang="fr-FR" sz="5000" b="1" dirty="0">
              <a:latin typeface="Arial Black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5000" b="1" dirty="0">
                <a:latin typeface="Arial Black" pitchFamily="34" charset="0"/>
              </a:rPr>
              <a:t>Fa </a:t>
            </a:r>
            <a:r>
              <a:rPr lang="fr-FR" sz="5000" b="1" dirty="0" err="1">
                <a:latin typeface="Arial Black" pitchFamily="34" charset="0"/>
              </a:rPr>
              <a:t>fifankatiavana</a:t>
            </a:r>
            <a:endParaRPr lang="fr-FR" sz="5000" b="1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43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ébit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Débit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>
  <a:clrScheme name="Débit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4.xml><?xml version="1.0" encoding="utf-8"?>
<a:themeOverride xmlns:a="http://schemas.openxmlformats.org/drawingml/2006/main">
  <a:clrScheme name="Débit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5.xml><?xml version="1.0" encoding="utf-8"?>
<a:themeOverride xmlns:a="http://schemas.openxmlformats.org/drawingml/2006/main">
  <a:clrScheme name="Débit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2240</TotalTime>
  <Words>95</Words>
  <Application>Microsoft Office PowerPoint</Application>
  <PresentationFormat>Affichage à l'écran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1_Débit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user</cp:lastModifiedBy>
  <cp:revision>362</cp:revision>
  <dcterms:created xsi:type="dcterms:W3CDTF">2011-11-08T15:26:39Z</dcterms:created>
  <dcterms:modified xsi:type="dcterms:W3CDTF">2014-07-06T04:58:19Z</dcterms:modified>
</cp:coreProperties>
</file>