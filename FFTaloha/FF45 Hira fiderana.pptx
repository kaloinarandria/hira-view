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5" d="100"/>
          <a:sy n="35" d="100"/>
        </p:scale>
        <p:origin x="-90" y="-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Titre 28"/>
          <p:cNvSpPr>
            <a:spLocks noGrp="1"/>
          </p:cNvSpPr>
          <p:nvPr>
            <p:ph type="ctrTitle"/>
          </p:nvPr>
        </p:nvSpPr>
        <p:spPr>
          <a:xfrm>
            <a:off x="381000" y="4853412"/>
            <a:ext cx="8458200" cy="1222375"/>
          </a:xfrm>
        </p:spPr>
        <p:txBody>
          <a:bodyPr anchor="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16" name="Espace réservé de la date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61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r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7" name="Espace réservé du contenu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space réservé de la date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>
          <a:xfrm>
            <a:off x="3581400" y="76201"/>
            <a:ext cx="2895600" cy="288925"/>
          </a:xfrm>
        </p:spPr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2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9" name="Espace réservé de la date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0475" y="2947086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47741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4" name="Espace réservé du contenu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23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r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3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half" idx="3"/>
          </p:nvPr>
        </p:nvSpPr>
        <p:spPr>
          <a:xfrm>
            <a:off x="4645029" y="666750"/>
            <a:ext cx="4292241" cy="639763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81444" y="1316040"/>
            <a:ext cx="4290556" cy="39417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8" name="Espace réservé du contenu 27"/>
          <p:cNvSpPr>
            <a:spLocks noGrp="1"/>
          </p:cNvSpPr>
          <p:nvPr>
            <p:ph sz="quarter" idx="4"/>
          </p:nvPr>
        </p:nvSpPr>
        <p:spPr>
          <a:xfrm>
            <a:off x="4648730" y="1316040"/>
            <a:ext cx="4288536" cy="39417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514350" y="6019801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7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82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18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514350" y="584911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itre 11"/>
          <p:cNvSpPr>
            <a:spLocks noGrp="1"/>
          </p:cNvSpPr>
          <p:nvPr>
            <p:ph type="title"/>
          </p:nvPr>
        </p:nvSpPr>
        <p:spPr>
          <a:xfrm>
            <a:off x="457200" y="5486403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6" name="Espace réservé du texte 25"/>
          <p:cNvSpPr>
            <a:spLocks noGrp="1"/>
          </p:cNvSpPr>
          <p:nvPr>
            <p:ph type="body" idx="2"/>
          </p:nvPr>
        </p:nvSpPr>
        <p:spPr>
          <a:xfrm>
            <a:off x="457204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contenu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space réservé de la date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9" name="Espace réservé du pied de page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6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Titr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6" name="Espace réservé du texte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3685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01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549277"/>
            <a:ext cx="1828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549277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16/02/2014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49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40000"/>
                <a:satMod val="350000"/>
              </a:schemeClr>
            </a:gs>
            <a:gs pos="40000">
              <a:schemeClr val="bg2">
                <a:tint val="45000"/>
                <a:shade val="99000"/>
                <a:satMod val="35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514350" y="1050899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2"/>
          </p:nvPr>
        </p:nvSpPr>
        <p:spPr>
          <a:xfrm>
            <a:off x="6477000" y="76201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5255078-73C9-4EF2-8FEA-9F35695D6DC6}" type="datetimeFigureOut">
              <a:rPr lang="fr-FR" smtClean="0">
                <a:solidFill>
                  <a:srgbClr val="F0A22E">
                    <a:shade val="75000"/>
                  </a:srgbClr>
                </a:solidFill>
              </a:rPr>
              <a:pPr/>
              <a:t>16/02/2014</a:t>
            </a:fld>
            <a:endParaRPr lang="fr-FR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28" name="Espace réservé du pied de page 27"/>
          <p:cNvSpPr>
            <a:spLocks noGrp="1"/>
          </p:cNvSpPr>
          <p:nvPr>
            <p:ph type="ftr" sz="quarter" idx="3"/>
          </p:nvPr>
        </p:nvSpPr>
        <p:spPr>
          <a:xfrm>
            <a:off x="31242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fr-FR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229600" y="6477002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35BEA67-4D26-4A62-A9B6-144A34D918F7}" type="slidenum">
              <a:rPr lang="fr-FR" smtClean="0">
                <a:solidFill>
                  <a:srgbClr val="F0A22E">
                    <a:shade val="75000"/>
                  </a:srgbClr>
                </a:solidFill>
              </a:rPr>
              <a:pPr/>
              <a:t>‹N°›</a:t>
            </a:fld>
            <a:endParaRPr lang="fr-FR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10" name="Espace réservé du titre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514350" y="1050899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514350" y="105798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7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844824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dirty="0">
                <a:solidFill>
                  <a:srgbClr val="FF0000"/>
                </a:solidFill>
                <a:latin typeface="Franklin Gothic Heavy" pitchFamily="34" charset="0"/>
              </a:rPr>
              <a:t>HIRA </a:t>
            </a:r>
          </a:p>
          <a:p>
            <a:pPr algn="ctr"/>
            <a:r>
              <a:rPr lang="fr-FR" sz="8000" dirty="0">
                <a:solidFill>
                  <a:prstClr val="black"/>
                </a:solidFill>
                <a:latin typeface="Franklin Gothic Heavy" pitchFamily="34" charset="0"/>
              </a:rPr>
              <a:t>FF 45</a:t>
            </a:r>
          </a:p>
        </p:txBody>
      </p:sp>
    </p:spTree>
    <p:extLst>
      <p:ext uri="{BB962C8B-B14F-4D97-AF65-F5344CB8AC3E}">
        <p14:creationId xmlns:p14="http://schemas.microsoft.com/office/powerpoint/2010/main" val="4169627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4510" y="769441"/>
            <a:ext cx="9144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fiderana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ho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Ray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afaka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ato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am-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bavako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mandrakizay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mampifaly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jaly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Mampiravoravo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35298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76944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talenta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izay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efa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nomenao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Hiderako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n'aiza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Mba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hamelon'aina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saina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Hampiray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miaina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324939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76944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 smtClean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tsotra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ihany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nefa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dia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izany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Ho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tokoa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no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hikaloako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Raiso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re,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Tompo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F'io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no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porofom-pitiavako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3886896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4510" y="769441"/>
            <a:ext cx="9144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fiderana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ho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Ray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afaka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ato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am-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bavako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mandrakizay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mampifaly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jaly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Mampiravoravo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777314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76944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talenta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izay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efa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nomenao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Hiderako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n'aiza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Mba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hamelon'aina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saina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Hampiray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miaina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2656551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76944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2.Hira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avy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ato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am-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poko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indro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vetsoiko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Ho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Raiko</a:t>
            </a:r>
            <a:endParaRPr lang="en-US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izay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antsoiko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tena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manambara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hatrany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tena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tiako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Ianao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769929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4510" y="769441"/>
            <a:ext cx="9144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fiderana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ho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ry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Ray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afaka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ato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am-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bavako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mandrakizay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Hira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mampifaly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jaly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Mampiravoravo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fo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4232312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76944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talenta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izay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efa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nomenao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Hiderako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Anao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n'aiza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misy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ahy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Mba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hamelon'aina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,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hampitony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saina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  <a:p>
            <a:pPr algn="ctr"/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Hampiray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ny</a:t>
            </a:r>
            <a:r>
              <a:rPr lang="en-US" sz="5400" dirty="0">
                <a:solidFill>
                  <a:prstClr val="black"/>
                </a:solidFill>
                <a:latin typeface="Franklin Gothic Heavy" pitchFamily="34" charset="0"/>
              </a:rPr>
              <a:t> </a:t>
            </a:r>
            <a:r>
              <a:rPr lang="en-US" sz="5400" dirty="0" err="1">
                <a:solidFill>
                  <a:prstClr val="black"/>
                </a:solidFill>
                <a:latin typeface="Franklin Gothic Heavy" pitchFamily="34" charset="0"/>
              </a:rPr>
              <a:t>miaina</a:t>
            </a:r>
            <a:endParaRPr lang="fr-FR" sz="5400" dirty="0">
              <a:solidFill>
                <a:prstClr val="black"/>
              </a:solidFill>
              <a:latin typeface="Franklin Gothic Heavy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9114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Franklin Gothic Heavy" pitchFamily="34" charset="0"/>
              </a:rPr>
              <a:t>HIRA FF 45</a:t>
            </a:r>
          </a:p>
        </p:txBody>
      </p:sp>
    </p:spTree>
    <p:extLst>
      <p:ext uri="{BB962C8B-B14F-4D97-AF65-F5344CB8AC3E}">
        <p14:creationId xmlns:p14="http://schemas.microsoft.com/office/powerpoint/2010/main" val="2234722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omenade">
  <a:themeElements>
    <a:clrScheme name="Promenad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romenade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romenade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Affichage à l'écran (4:3)</PresentationFormat>
  <Paragraphs>53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Promenade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2012-10-26T16:56:22Z</dcterms:created>
  <dcterms:modified xsi:type="dcterms:W3CDTF">2014-02-16T06:56:18Z</dcterms:modified>
</cp:coreProperties>
</file>