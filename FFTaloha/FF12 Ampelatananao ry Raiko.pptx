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112" autoAdjust="0"/>
  </p:normalViewPr>
  <p:slideViewPr>
    <p:cSldViewPr>
      <p:cViewPr varScale="1">
        <p:scale>
          <a:sx n="45" d="100"/>
          <a:sy n="45" d="100"/>
        </p:scale>
        <p:origin x="-108" y="-4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smtClean="0"/>
              <a:t>Modifiez le style du titre</a:t>
            </a:r>
            <a:endParaRPr lang="fr-F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smtClean="0"/>
              <a:t>Modifiez le style des sous-titres du masque</a:t>
            </a:r>
            <a:endParaRPr lang="fr-FR"/>
          </a:p>
        </p:txBody>
      </p:sp>
      <p:sp>
        <p:nvSpPr>
          <p:cNvPr id="4" name="Espace réservé de la date 3"/>
          <p:cNvSpPr>
            <a:spLocks noGrp="1"/>
          </p:cNvSpPr>
          <p:nvPr>
            <p:ph type="dt" sz="half" idx="10"/>
          </p:nvPr>
        </p:nvSpPr>
        <p:spPr/>
        <p:txBody>
          <a:bodyPr/>
          <a:lstStyle/>
          <a:p>
            <a:fld id="{F84907FB-395E-4836-B0B4-182E96591883}" type="datetimeFigureOut">
              <a:rPr lang="fr-FR" smtClean="0"/>
              <a:t>31/03/2013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2055533555"/>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84907FB-395E-4836-B0B4-182E96591883}" type="datetimeFigureOut">
              <a:rPr lang="fr-FR" smtClean="0"/>
              <a:t>31/03/2013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1251111804"/>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smtClean="0"/>
              <a:t>Modifiez le style du titre</a:t>
            </a:r>
            <a:endParaRPr lang="fr-F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smtClean="0"/>
              <a:t>Modifiez les styles du texte du masque</a:t>
            </a:r>
          </a:p>
        </p:txBody>
      </p:sp>
      <p:sp>
        <p:nvSpPr>
          <p:cNvPr id="4" name="Espace réservé de la date 3"/>
          <p:cNvSpPr>
            <a:spLocks noGrp="1"/>
          </p:cNvSpPr>
          <p:nvPr>
            <p:ph type="dt" sz="half" idx="10"/>
          </p:nvPr>
        </p:nvSpPr>
        <p:spPr/>
        <p:txBody>
          <a:bodyPr/>
          <a:lstStyle/>
          <a:p>
            <a:fld id="{F84907FB-395E-4836-B0B4-182E96591883}" type="datetimeFigureOut">
              <a:rPr lang="fr-FR" smtClean="0"/>
              <a:t>31/03/2013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245688627"/>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84907FB-395E-4836-B0B4-182E96591883}" type="datetimeFigureOut">
              <a:rPr lang="fr-FR" smtClean="0"/>
              <a:t>31/03/2013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361720040"/>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smtClean="0"/>
              <a:t>Modifiez le style du titre</a:t>
            </a:r>
            <a:endParaRPr lang="fr-F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Modifiez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84907FB-395E-4836-B0B4-182E96591883}" type="datetimeFigureOut">
              <a:rPr lang="fr-FR" smtClean="0"/>
              <a:t>31/03/2013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1900751589"/>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84907FB-395E-4836-B0B4-182E96591883}" type="datetimeFigureOut">
              <a:rPr lang="fr-FR" smtClean="0"/>
              <a:t>31/03/2013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3655470992"/>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84907FB-395E-4836-B0B4-182E96591883}" type="datetimeFigureOut">
              <a:rPr lang="fr-FR" smtClean="0"/>
              <a:t>31/03/2013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3699477670"/>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smtClean="0"/>
              <a:t>Modifiez le style du titre</a:t>
            </a:r>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F84907FB-395E-4836-B0B4-182E96591883}" type="datetimeFigureOut">
              <a:rPr lang="fr-FR" smtClean="0"/>
              <a:t>31/03/2013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1330749547"/>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smtClean="0"/>
              <a:t>Modifiez le style du titre</a:t>
            </a:r>
            <a:endParaRPr lang="fr-F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smtClean="0"/>
              <a:t>Modifiez les styles du texte du masque</a:t>
            </a:r>
          </a:p>
        </p:txBody>
      </p:sp>
      <p:sp>
        <p:nvSpPr>
          <p:cNvPr id="5" name="Espace réservé de la date 4"/>
          <p:cNvSpPr>
            <a:spLocks noGrp="1"/>
          </p:cNvSpPr>
          <p:nvPr>
            <p:ph type="dt" sz="half" idx="10"/>
          </p:nvPr>
        </p:nvSpPr>
        <p:spPr/>
        <p:txBody>
          <a:bodyPr/>
          <a:lstStyle/>
          <a:p>
            <a:fld id="{F84907FB-395E-4836-B0B4-182E96591883}" type="datetimeFigureOut">
              <a:rPr lang="fr-FR" smtClean="0"/>
              <a:t>31/03/2013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113856378"/>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84907FB-395E-4836-B0B4-182E96591883}" type="datetimeFigureOut">
              <a:rPr lang="fr-FR" smtClean="0"/>
              <a:t>31/03/2013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739612412"/>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84907FB-395E-4836-B0B4-182E96591883}" type="datetimeFigureOut">
              <a:rPr lang="fr-FR" smtClean="0"/>
              <a:t>31/03/2013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DF05983F-CF6F-4F57-BCD0-27801862061F}" type="slidenum">
              <a:rPr lang="fr-FR" smtClean="0"/>
              <a:t>‹N°›</a:t>
            </a:fld>
            <a:endParaRPr lang="fr-FR"/>
          </a:p>
        </p:txBody>
      </p:sp>
    </p:spTree>
    <p:extLst>
      <p:ext uri="{BB962C8B-B14F-4D97-AF65-F5344CB8AC3E}">
        <p14:creationId xmlns:p14="http://schemas.microsoft.com/office/powerpoint/2010/main" val="1698257746"/>
      </p:ext>
    </p:extLst>
  </p:cSld>
  <p:clrMapOvr>
    <a:masterClrMapping/>
  </p:clrMapOvr>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fr-FR" smtClean="0"/>
              <a:t>Modifiez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4907FB-395E-4836-B0B4-182E96591883}" type="datetimeFigureOut">
              <a:rPr lang="fr-FR" smtClean="0"/>
              <a:t>31/03/2013</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05983F-CF6F-4F57-BCD0-27801862061F}" type="slidenum">
              <a:rPr lang="fr-FR" smtClean="0"/>
              <a:t>‹N°›</a:t>
            </a:fld>
            <a:endParaRPr lang="fr-FR"/>
          </a:p>
        </p:txBody>
      </p:sp>
    </p:spTree>
    <p:extLst>
      <p:ext uri="{BB962C8B-B14F-4D97-AF65-F5344CB8AC3E}">
        <p14:creationId xmlns:p14="http://schemas.microsoft.com/office/powerpoint/2010/main" val="973930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3000">
        <p:push dir="u"/>
      </p:transition>
    </mc:Choice>
    <mc:Fallback xmlns="">
      <p:transition spd="slow">
        <p:push dir="u"/>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26308"/>
            <a:ext cx="9144000" cy="6831692"/>
          </a:xfrm>
        </p:spPr>
        <p:txBody>
          <a:bodyPr>
            <a:noAutofit/>
          </a:bodyPr>
          <a:lstStyle/>
          <a:p>
            <a:r>
              <a:rPr lang="fr-FR" sz="5000" b="1" dirty="0" smtClean="0">
                <a:solidFill>
                  <a:schemeClr val="accent6">
                    <a:lumMod val="50000"/>
                  </a:schemeClr>
                </a:solidFill>
                <a:latin typeface="Franklin Gothic Medium" pitchFamily="34" charset="0"/>
              </a:rPr>
              <a:t>1.</a:t>
            </a:r>
            <a:r>
              <a:rPr lang="fr-FR" sz="5000" b="1" dirty="0" smtClean="0">
                <a:latin typeface="Franklin Gothic Medium" pitchFamily="34" charset="0"/>
              </a:rPr>
              <a:t> Am-</a:t>
            </a:r>
            <a:r>
              <a:rPr lang="fr-FR" sz="5000" b="1" dirty="0" err="1" smtClean="0">
                <a:latin typeface="Franklin Gothic Medium" pitchFamily="34" charset="0"/>
              </a:rPr>
              <a:t>pelatanana</a:t>
            </a:r>
            <a:r>
              <a:rPr lang="fr-FR" sz="5000" b="1" dirty="0" smtClean="0">
                <a:latin typeface="Franklin Gothic Medium" pitchFamily="34" charset="0"/>
              </a:rPr>
              <a:t> </a:t>
            </a:r>
            <a:r>
              <a:rPr lang="fr-FR" sz="5000" b="1" dirty="0" err="1">
                <a:latin typeface="Franklin Gothic Medium" pitchFamily="34" charset="0"/>
              </a:rPr>
              <a:t>ry</a:t>
            </a:r>
            <a:r>
              <a:rPr lang="fr-FR" sz="5000" b="1" dirty="0">
                <a:latin typeface="Franklin Gothic Medium" pitchFamily="34" charset="0"/>
              </a:rPr>
              <a:t> </a:t>
            </a:r>
            <a:r>
              <a:rPr lang="fr-FR" sz="5000" b="1" dirty="0" err="1">
                <a:latin typeface="Franklin Gothic Medium" pitchFamily="34" charset="0"/>
              </a:rPr>
              <a:t>Raiko</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Ny</a:t>
            </a:r>
            <a:r>
              <a:rPr lang="fr-FR" sz="5000" b="1" dirty="0">
                <a:latin typeface="Franklin Gothic Medium" pitchFamily="34" charset="0"/>
              </a:rPr>
              <a:t> </a:t>
            </a:r>
            <a:r>
              <a:rPr lang="fr-FR" sz="5000" b="1" dirty="0" err="1">
                <a:latin typeface="Franklin Gothic Medium" pitchFamily="34" charset="0"/>
              </a:rPr>
              <a:t>mombamomba</a:t>
            </a:r>
            <a:r>
              <a:rPr lang="fr-FR" sz="5000" b="1" dirty="0">
                <a:latin typeface="Franklin Gothic Medium" pitchFamily="34" charset="0"/>
              </a:rPr>
              <a:t> </a:t>
            </a:r>
            <a:r>
              <a:rPr lang="fr-FR" sz="5000" b="1" dirty="0" err="1">
                <a:latin typeface="Franklin Gothic Medium" pitchFamily="34" charset="0"/>
              </a:rPr>
              <a:t>ahy</a:t>
            </a:r>
            <a:r>
              <a:rPr lang="fr-FR" sz="5000" b="1" dirty="0">
                <a:latin typeface="Franklin Gothic Medium" pitchFamily="34" charset="0"/>
              </a:rPr>
              <a:t> </a:t>
            </a:r>
            <a:r>
              <a:rPr lang="fr-FR" sz="5000" b="1" dirty="0" err="1">
                <a:latin typeface="Franklin Gothic Medium" pitchFamily="34" charset="0"/>
              </a:rPr>
              <a:t>rehetra</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Iriko</a:t>
            </a:r>
            <a:r>
              <a:rPr lang="fr-FR" sz="5000" b="1" dirty="0">
                <a:latin typeface="Franklin Gothic Medium" pitchFamily="34" charset="0"/>
              </a:rPr>
              <a:t> </a:t>
            </a:r>
            <a:r>
              <a:rPr lang="fr-FR" sz="5000" b="1" dirty="0" err="1">
                <a:latin typeface="Franklin Gothic Medium" pitchFamily="34" charset="0"/>
              </a:rPr>
              <a:t>ianao</a:t>
            </a:r>
            <a:r>
              <a:rPr lang="fr-FR" sz="5000" b="1" dirty="0">
                <a:latin typeface="Franklin Gothic Medium" pitchFamily="34" charset="0"/>
              </a:rPr>
              <a:t> no ho </a:t>
            </a:r>
            <a:r>
              <a:rPr lang="fr-FR" sz="5000" b="1" dirty="0" err="1">
                <a:latin typeface="Franklin Gothic Medium" pitchFamily="34" charset="0"/>
              </a:rPr>
              <a:t>mpibaiko</a:t>
            </a:r>
            <a:r>
              <a:rPr lang="fr-FR" sz="5000" b="1" dirty="0">
                <a:latin typeface="Franklin Gothic Medium" pitchFamily="34" charset="0"/>
              </a:rPr>
              <a:t/>
            </a:r>
            <a:br>
              <a:rPr lang="fr-FR" sz="5000" b="1" dirty="0">
                <a:latin typeface="Franklin Gothic Medium" pitchFamily="34" charset="0"/>
              </a:rPr>
            </a:br>
            <a:r>
              <a:rPr lang="fr-FR" sz="5000" b="1" dirty="0" err="1" smtClean="0">
                <a:latin typeface="Franklin Gothic Medium" pitchFamily="34" charset="0"/>
              </a:rPr>
              <a:t>Ianao</a:t>
            </a:r>
            <a:r>
              <a:rPr lang="fr-FR" sz="5000" b="1" dirty="0" smtClean="0">
                <a:latin typeface="Franklin Gothic Medium" pitchFamily="34" charset="0"/>
              </a:rPr>
              <a:t> </a:t>
            </a:r>
            <a:r>
              <a:rPr lang="fr-FR" sz="5000" b="1" dirty="0" err="1" smtClean="0">
                <a:latin typeface="Franklin Gothic Medium" pitchFamily="34" charset="0"/>
              </a:rPr>
              <a:t>anatiko</a:t>
            </a:r>
            <a:r>
              <a:rPr lang="fr-FR" sz="5000" b="1" dirty="0" smtClean="0">
                <a:latin typeface="Franklin Gothic Medium" pitchFamily="34" charset="0"/>
              </a:rPr>
              <a:t> </a:t>
            </a:r>
            <a:r>
              <a:rPr lang="fr-FR" sz="5000" b="1" dirty="0" err="1" smtClean="0">
                <a:latin typeface="Franklin Gothic Medium" pitchFamily="34" charset="0"/>
              </a:rPr>
              <a:t>ao</a:t>
            </a:r>
            <a:r>
              <a:rPr lang="fr-FR" sz="5000" b="1" dirty="0" smtClean="0">
                <a:latin typeface="Franklin Gothic Medium" pitchFamily="34" charset="0"/>
              </a:rPr>
              <a:t> </a:t>
            </a:r>
            <a:r>
              <a:rPr lang="fr-FR" sz="5000" b="1" dirty="0" err="1" smtClean="0">
                <a:latin typeface="Franklin Gothic Medium" pitchFamily="34" charset="0"/>
              </a:rPr>
              <a:t>mitoetra</a:t>
            </a:r>
            <a:r>
              <a:rPr lang="fr-FR" sz="5000" b="1" dirty="0" smtClean="0">
                <a:latin typeface="Franklin Gothic Medium" pitchFamily="34" charset="0"/>
              </a:rPr>
              <a:t/>
            </a:r>
            <a:br>
              <a:rPr lang="fr-FR" sz="5000" b="1" dirty="0" smtClean="0">
                <a:latin typeface="Franklin Gothic Medium" pitchFamily="34" charset="0"/>
              </a:rPr>
            </a:br>
            <a:r>
              <a:rPr lang="fr-FR" sz="5000" b="1" dirty="0" smtClean="0">
                <a:latin typeface="Franklin Gothic Medium" pitchFamily="34" charset="0"/>
              </a:rPr>
              <a:t>Ho </a:t>
            </a:r>
            <a:r>
              <a:rPr lang="fr-FR" sz="5000" b="1" dirty="0" err="1">
                <a:latin typeface="Franklin Gothic Medium" pitchFamily="34" charset="0"/>
              </a:rPr>
              <a:t>andrirahoko</a:t>
            </a:r>
            <a:r>
              <a:rPr lang="fr-FR" sz="5000" b="1" dirty="0">
                <a:latin typeface="Franklin Gothic Medium" pitchFamily="34" charset="0"/>
              </a:rPr>
              <a:t> </a:t>
            </a:r>
            <a:r>
              <a:rPr lang="fr-FR" sz="5000" b="1" dirty="0" err="1">
                <a:latin typeface="Franklin Gothic Medium" pitchFamily="34" charset="0"/>
              </a:rPr>
              <a:t>tokoa</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Hitarika</a:t>
            </a:r>
            <a:r>
              <a:rPr lang="fr-FR" sz="5000" b="1" dirty="0">
                <a:latin typeface="Franklin Gothic Medium" pitchFamily="34" charset="0"/>
              </a:rPr>
              <a:t> </a:t>
            </a:r>
            <a:r>
              <a:rPr lang="fr-FR" sz="5000" b="1" dirty="0" err="1">
                <a:latin typeface="Franklin Gothic Medium" pitchFamily="34" charset="0"/>
              </a:rPr>
              <a:t>ahy</a:t>
            </a:r>
            <a:r>
              <a:rPr lang="fr-FR" sz="5000" b="1" dirty="0">
                <a:latin typeface="Franklin Gothic Medium" pitchFamily="34" charset="0"/>
              </a:rPr>
              <a:t> </a:t>
            </a:r>
            <a:r>
              <a:rPr lang="fr-FR" sz="5000" b="1" dirty="0" err="1">
                <a:latin typeface="Franklin Gothic Medium" pitchFamily="34" charset="0"/>
              </a:rPr>
              <a:t>hatrany</a:t>
            </a:r>
            <a:r>
              <a:rPr lang="fr-FR" sz="5000" b="1" dirty="0">
                <a:latin typeface="Franklin Gothic Medium" pitchFamily="34" charset="0"/>
              </a:rPr>
              <a:t> </a:t>
            </a:r>
            <a:r>
              <a:rPr lang="fr-FR" sz="5000" b="1" dirty="0" err="1" smtClean="0">
                <a:latin typeface="Franklin Gothic Medium" pitchFamily="34" charset="0"/>
              </a:rPr>
              <a:t>hatrany</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Andriafo</a:t>
            </a:r>
            <a:r>
              <a:rPr lang="fr-FR" sz="5000" b="1" dirty="0">
                <a:latin typeface="Franklin Gothic Medium" pitchFamily="34" charset="0"/>
              </a:rPr>
              <a:t> </a:t>
            </a:r>
            <a:r>
              <a:rPr lang="fr-FR" sz="5000" b="1" dirty="0" err="1">
                <a:latin typeface="Franklin Gothic Medium" pitchFamily="34" charset="0"/>
              </a:rPr>
              <a:t>tsy</a:t>
            </a:r>
            <a:r>
              <a:rPr lang="fr-FR" sz="5000" b="1" dirty="0">
                <a:latin typeface="Franklin Gothic Medium" pitchFamily="34" charset="0"/>
              </a:rPr>
              <a:t> </a:t>
            </a:r>
            <a:r>
              <a:rPr lang="fr-FR" sz="5000" b="1" dirty="0" err="1">
                <a:latin typeface="Franklin Gothic Medium" pitchFamily="34" charset="0"/>
              </a:rPr>
              <a:t>mandao</a:t>
            </a:r>
            <a:r>
              <a:rPr lang="fr-FR" sz="5000" b="1" dirty="0">
                <a:latin typeface="Franklin Gothic Medium" pitchFamily="34" charset="0"/>
              </a:rPr>
              <a:t> </a:t>
            </a:r>
            <a:r>
              <a:rPr lang="fr-FR" sz="5000" b="1" dirty="0" err="1" smtClean="0">
                <a:latin typeface="Franklin Gothic Medium" pitchFamily="34" charset="0"/>
              </a:rPr>
              <a:t>Ianao</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Jesoa</a:t>
            </a:r>
            <a:r>
              <a:rPr lang="fr-FR" sz="5000" b="1" dirty="0">
                <a:latin typeface="Franklin Gothic Medium" pitchFamily="34" charset="0"/>
              </a:rPr>
              <a:t> </a:t>
            </a:r>
            <a:r>
              <a:rPr lang="fr-FR" sz="5000" b="1" dirty="0" err="1">
                <a:latin typeface="Franklin Gothic Medium" pitchFamily="34" charset="0"/>
              </a:rPr>
              <a:t>Ianao</a:t>
            </a:r>
            <a:r>
              <a:rPr lang="fr-FR" sz="5000" b="1" dirty="0">
                <a:latin typeface="Franklin Gothic Medium" pitchFamily="34" charset="0"/>
              </a:rPr>
              <a:t> no </a:t>
            </a:r>
            <a:r>
              <a:rPr lang="fr-FR" sz="5000" b="1" dirty="0" smtClean="0">
                <a:latin typeface="Franklin Gothic Medium" pitchFamily="34" charset="0"/>
              </a:rPr>
              <a:t/>
            </a:r>
            <a:br>
              <a:rPr lang="fr-FR" sz="5000" b="1" dirty="0" smtClean="0">
                <a:latin typeface="Franklin Gothic Medium" pitchFamily="34" charset="0"/>
              </a:rPr>
            </a:br>
            <a:r>
              <a:rPr lang="fr-FR" sz="5000" b="1" dirty="0" err="1" smtClean="0">
                <a:latin typeface="Franklin Gothic Medium" pitchFamily="34" charset="0"/>
              </a:rPr>
              <a:t>hazavana</a:t>
            </a:r>
            <a:r>
              <a:rPr lang="fr-FR" sz="5000" b="1" dirty="0" smtClean="0">
                <a:latin typeface="Franklin Gothic Medium" pitchFamily="34" charset="0"/>
              </a:rPr>
              <a:t> </a:t>
            </a:r>
            <a:r>
              <a:rPr lang="fr-FR" sz="5000" b="1" dirty="0" err="1">
                <a:latin typeface="Franklin Gothic Medium" pitchFamily="34" charset="0"/>
              </a:rPr>
              <a:t>tsy</a:t>
            </a:r>
            <a:r>
              <a:rPr lang="fr-FR" sz="5000" b="1" dirty="0">
                <a:latin typeface="Franklin Gothic Medium" pitchFamily="34" charset="0"/>
              </a:rPr>
              <a:t> ho </a:t>
            </a:r>
            <a:r>
              <a:rPr lang="fr-FR" sz="5000" b="1" dirty="0" err="1" smtClean="0">
                <a:latin typeface="Franklin Gothic Medium" pitchFamily="34" charset="0"/>
              </a:rPr>
              <a:t>lany</a:t>
            </a:r>
            <a:endParaRPr lang="fr-FR" sz="5000" b="1" dirty="0">
              <a:latin typeface="Franklin Gothic Medium" pitchFamily="34" charset="0"/>
            </a:endParaRPr>
          </a:p>
        </p:txBody>
      </p:sp>
    </p:spTree>
    <p:extLst>
      <p:ext uri="{BB962C8B-B14F-4D97-AF65-F5344CB8AC3E}">
        <p14:creationId xmlns:p14="http://schemas.microsoft.com/office/powerpoint/2010/main" val="2618377971"/>
      </p:ext>
    </p:extLst>
  </p:cSld>
  <p:clrMapOvr>
    <a:masterClrMapping/>
  </p:clrMapOvr>
  <mc:AlternateContent xmlns:mc="http://schemas.openxmlformats.org/markup-compatibility/2006">
    <mc:Choice xmlns:p14="http://schemas.microsoft.com/office/powerpoint/2010/main" Requires="p14">
      <p:transition spd="slow" p14:dur="3500">
        <p:push dir="u"/>
      </p:transition>
    </mc:Choice>
    <mc:Fallback>
      <p:transition spd="slow">
        <p:push dir="u"/>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275" y="0"/>
            <a:ext cx="8856984" cy="6552728"/>
          </a:xfrm>
        </p:spPr>
        <p:txBody>
          <a:bodyPr>
            <a:normAutofit/>
          </a:bodyPr>
          <a:lstStyle/>
          <a:p>
            <a:pPr marL="0" lvl="0" indent="0" algn="ctr">
              <a:buNone/>
            </a:pPr>
            <a:r>
              <a:rPr lang="en-US" sz="5000" b="1" dirty="0" smtClean="0">
                <a:latin typeface="Franklin Gothic Medium" pitchFamily="34" charset="0"/>
              </a:rPr>
              <a:t>Am-</a:t>
            </a:r>
            <a:r>
              <a:rPr lang="en-US" sz="5000" b="1" dirty="0" err="1" smtClean="0">
                <a:latin typeface="Franklin Gothic Medium" pitchFamily="34" charset="0"/>
              </a:rPr>
              <a:t>pelatananao</a:t>
            </a:r>
            <a:r>
              <a:rPr lang="en-US" sz="5000" b="1" dirty="0" smtClean="0">
                <a:latin typeface="Franklin Gothic Medium" pitchFamily="34" charset="0"/>
              </a:rPr>
              <a:t> </a:t>
            </a:r>
            <a:r>
              <a:rPr lang="en-US" sz="5000" b="1" dirty="0" err="1">
                <a:latin typeface="Franklin Gothic Medium" pitchFamily="34" charset="0"/>
              </a:rPr>
              <a:t>ihany</a:t>
            </a:r>
            <a:endParaRPr lang="fr-FR" sz="5000" b="1" dirty="0">
              <a:latin typeface="Franklin Gothic Medium" pitchFamily="34" charset="0"/>
            </a:endParaRPr>
          </a:p>
          <a:p>
            <a:pPr marL="0" lvl="0" indent="0" algn="ctr">
              <a:buNone/>
            </a:pPr>
            <a:r>
              <a:rPr lang="en-US" sz="5000" b="1" dirty="0" err="1">
                <a:latin typeface="Franklin Gothic Medium" pitchFamily="34" charset="0"/>
              </a:rPr>
              <a:t>Mandrakizay</a:t>
            </a:r>
            <a:r>
              <a:rPr lang="en-US" sz="5000" b="1" dirty="0">
                <a:latin typeface="Franklin Gothic Medium" pitchFamily="34" charset="0"/>
              </a:rPr>
              <a:t> </a:t>
            </a:r>
            <a:r>
              <a:rPr lang="en-US" sz="5000" b="1" dirty="0" err="1">
                <a:latin typeface="Franklin Gothic Medium" pitchFamily="34" charset="0"/>
              </a:rPr>
              <a:t>doria</a:t>
            </a:r>
            <a:r>
              <a:rPr lang="en-US" sz="5000" b="1" dirty="0">
                <a:latin typeface="Franklin Gothic Medium" pitchFamily="34" charset="0"/>
              </a:rPr>
              <a:t> </a:t>
            </a:r>
            <a:r>
              <a:rPr lang="en-US" sz="5000" b="1" dirty="0" err="1">
                <a:latin typeface="Franklin Gothic Medium" pitchFamily="34" charset="0"/>
              </a:rPr>
              <a:t>doria</a:t>
            </a:r>
            <a:endParaRPr lang="fr-FR" sz="5000" b="1" dirty="0">
              <a:latin typeface="Franklin Gothic Medium" pitchFamily="34" charset="0"/>
            </a:endParaRPr>
          </a:p>
          <a:p>
            <a:pPr marL="0" lvl="0" indent="0" algn="ctr">
              <a:buNone/>
            </a:pPr>
            <a:r>
              <a:rPr lang="en-US" sz="5000" b="1" dirty="0">
                <a:latin typeface="Franklin Gothic Medium" pitchFamily="34" charset="0"/>
              </a:rPr>
              <a:t>Na </a:t>
            </a:r>
            <a:r>
              <a:rPr lang="en-US" sz="5000" b="1" dirty="0" err="1">
                <a:latin typeface="Franklin Gothic Medium" pitchFamily="34" charset="0"/>
              </a:rPr>
              <a:t>ny</a:t>
            </a:r>
            <a:r>
              <a:rPr lang="en-US" sz="5000" b="1" dirty="0">
                <a:latin typeface="Franklin Gothic Medium" pitchFamily="34" charset="0"/>
              </a:rPr>
              <a:t> </a:t>
            </a:r>
            <a:r>
              <a:rPr lang="en-US" sz="5000" b="1" dirty="0" err="1">
                <a:latin typeface="Franklin Gothic Medium" pitchFamily="34" charset="0"/>
              </a:rPr>
              <a:t>fiainako</a:t>
            </a:r>
            <a:r>
              <a:rPr lang="en-US" sz="5000" b="1" dirty="0">
                <a:latin typeface="Franklin Gothic Medium" pitchFamily="34" charset="0"/>
              </a:rPr>
              <a:t> </a:t>
            </a:r>
            <a:r>
              <a:rPr lang="en-US" sz="5000" b="1" dirty="0" err="1">
                <a:latin typeface="Franklin Gothic Medium" pitchFamily="34" charset="0"/>
              </a:rPr>
              <a:t>eto</a:t>
            </a:r>
            <a:r>
              <a:rPr lang="en-US" sz="5000" b="1" dirty="0">
                <a:latin typeface="Franklin Gothic Medium" pitchFamily="34" charset="0"/>
              </a:rPr>
              <a:t> an-</a:t>
            </a:r>
            <a:r>
              <a:rPr lang="en-US" sz="5000" b="1" dirty="0" err="1">
                <a:latin typeface="Franklin Gothic Medium" pitchFamily="34" charset="0"/>
              </a:rPr>
              <a:t>tany</a:t>
            </a:r>
            <a:endParaRPr lang="fr-FR" sz="5000" b="1" dirty="0">
              <a:latin typeface="Franklin Gothic Medium" pitchFamily="34" charset="0"/>
            </a:endParaRPr>
          </a:p>
          <a:p>
            <a:pPr marL="0" lvl="0" indent="0" algn="ctr">
              <a:buNone/>
            </a:pPr>
            <a:r>
              <a:rPr lang="en-US" sz="5000" b="1" dirty="0">
                <a:latin typeface="Franklin Gothic Medium" pitchFamily="34" charset="0"/>
              </a:rPr>
              <a:t>Na </a:t>
            </a:r>
            <a:r>
              <a:rPr lang="en-US" sz="5000" b="1" dirty="0" err="1">
                <a:latin typeface="Franklin Gothic Medium" pitchFamily="34" charset="0"/>
              </a:rPr>
              <a:t>hatrary</a:t>
            </a:r>
            <a:r>
              <a:rPr lang="en-US" sz="5000" b="1" dirty="0">
                <a:latin typeface="Franklin Gothic Medium" pitchFamily="34" charset="0"/>
              </a:rPr>
              <a:t> </a:t>
            </a:r>
            <a:r>
              <a:rPr lang="en-US" sz="5000" b="1" dirty="0" err="1">
                <a:latin typeface="Franklin Gothic Medium" pitchFamily="34" charset="0"/>
              </a:rPr>
              <a:t>ankoatra</a:t>
            </a:r>
            <a:r>
              <a:rPr lang="en-US" sz="5000" b="1" dirty="0">
                <a:latin typeface="Franklin Gothic Medium" pitchFamily="34" charset="0"/>
              </a:rPr>
              <a:t> </a:t>
            </a:r>
            <a:r>
              <a:rPr lang="en-US" sz="5000" b="1" dirty="0" err="1">
                <a:latin typeface="Franklin Gothic Medium" pitchFamily="34" charset="0"/>
              </a:rPr>
              <a:t>ary</a:t>
            </a:r>
            <a:r>
              <a:rPr lang="en-US" sz="5000" b="1" dirty="0">
                <a:latin typeface="Franklin Gothic Medium" pitchFamily="34" charset="0"/>
              </a:rPr>
              <a:t>.</a:t>
            </a:r>
            <a:endParaRPr lang="fr-FR" sz="5000" b="1" dirty="0">
              <a:latin typeface="Franklin Gothic Medium" pitchFamily="34" charset="0"/>
            </a:endParaRPr>
          </a:p>
          <a:p>
            <a:pPr marL="0" indent="0" algn="ctr">
              <a:buNone/>
            </a:pPr>
            <a:endParaRPr lang="fr-FR" sz="5000" b="1" dirty="0">
              <a:latin typeface="Franklin Gothic Medium" pitchFamily="34" charset="0"/>
            </a:endParaRPr>
          </a:p>
        </p:txBody>
      </p:sp>
    </p:spTree>
    <p:extLst>
      <p:ext uri="{BB962C8B-B14F-4D97-AF65-F5344CB8AC3E}">
        <p14:creationId xmlns:p14="http://schemas.microsoft.com/office/powerpoint/2010/main" val="1379517427"/>
      </p:ext>
    </p:extLst>
  </p:cSld>
  <p:clrMapOvr>
    <a:masterClrMapping/>
  </p:clrMapOvr>
  <mc:AlternateContent xmlns:mc="http://schemas.openxmlformats.org/markup-compatibility/2006">
    <mc:Choice xmlns:p14="http://schemas.microsoft.com/office/powerpoint/2010/main" Requires="p14">
      <p:transition spd="slow" p14:dur="3500">
        <p:push dir="u"/>
      </p:transition>
    </mc:Choice>
    <mc:Fallback>
      <p:transition spd="slow">
        <p:push dir="u"/>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0"/>
            <a:ext cx="9144000" cy="6858000"/>
          </a:xfrm>
        </p:spPr>
        <p:txBody>
          <a:bodyPr>
            <a:noAutofit/>
          </a:bodyPr>
          <a:lstStyle/>
          <a:p>
            <a:r>
              <a:rPr lang="fr-FR" sz="5000" b="1" dirty="0" smtClean="0">
                <a:solidFill>
                  <a:schemeClr val="accent6">
                    <a:lumMod val="50000"/>
                  </a:schemeClr>
                </a:solidFill>
                <a:latin typeface="Franklin Gothic Medium" pitchFamily="34" charset="0"/>
              </a:rPr>
              <a:t>2.</a:t>
            </a:r>
            <a:r>
              <a:rPr lang="fr-FR" sz="5000" b="1" dirty="0" smtClean="0">
                <a:latin typeface="Franklin Gothic Medium" pitchFamily="34" charset="0"/>
              </a:rPr>
              <a:t> </a:t>
            </a:r>
            <a:r>
              <a:rPr lang="fr-FR" sz="5000" b="1" dirty="0" err="1" smtClean="0">
                <a:latin typeface="Franklin Gothic Medium" pitchFamily="34" charset="0"/>
              </a:rPr>
              <a:t>Ny</a:t>
            </a:r>
            <a:r>
              <a:rPr lang="fr-FR" sz="5000" b="1" dirty="0" smtClean="0">
                <a:latin typeface="Franklin Gothic Medium" pitchFamily="34" charset="0"/>
              </a:rPr>
              <a:t> </a:t>
            </a:r>
            <a:r>
              <a:rPr lang="fr-FR" sz="5000" b="1" dirty="0" err="1">
                <a:latin typeface="Franklin Gothic Medium" pitchFamily="34" charset="0"/>
              </a:rPr>
              <a:t>saiko</a:t>
            </a:r>
            <a:r>
              <a:rPr lang="fr-FR" sz="5000" b="1" dirty="0">
                <a:latin typeface="Franklin Gothic Medium" pitchFamily="34" charset="0"/>
              </a:rPr>
              <a:t> </a:t>
            </a:r>
            <a:r>
              <a:rPr lang="fr-FR" sz="5000" b="1" dirty="0" err="1">
                <a:latin typeface="Franklin Gothic Medium" pitchFamily="34" charset="0"/>
              </a:rPr>
              <a:t>am-pelatananao</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Ny</a:t>
            </a:r>
            <a:r>
              <a:rPr lang="fr-FR" sz="5000" b="1" dirty="0">
                <a:latin typeface="Franklin Gothic Medium" pitchFamily="34" charset="0"/>
              </a:rPr>
              <a:t> </a:t>
            </a:r>
            <a:r>
              <a:rPr lang="fr-FR" sz="5000" b="1" dirty="0" err="1">
                <a:latin typeface="Franklin Gothic Medium" pitchFamily="34" charset="0"/>
              </a:rPr>
              <a:t>foko</a:t>
            </a:r>
            <a:r>
              <a:rPr lang="fr-FR" sz="5000" b="1" dirty="0">
                <a:latin typeface="Franklin Gothic Medium" pitchFamily="34" charset="0"/>
              </a:rPr>
              <a:t> </a:t>
            </a:r>
            <a:r>
              <a:rPr lang="fr-FR" sz="5000" b="1" dirty="0" err="1">
                <a:latin typeface="Franklin Gothic Medium" pitchFamily="34" charset="0"/>
              </a:rPr>
              <a:t>efa</a:t>
            </a:r>
            <a:r>
              <a:rPr lang="fr-FR" sz="5000" b="1" dirty="0">
                <a:latin typeface="Franklin Gothic Medium" pitchFamily="34" charset="0"/>
              </a:rPr>
              <a:t> </a:t>
            </a:r>
            <a:r>
              <a:rPr lang="fr-FR" sz="5000" b="1" dirty="0" err="1">
                <a:latin typeface="Franklin Gothic Medium" pitchFamily="34" charset="0"/>
              </a:rPr>
              <a:t>tsy</a:t>
            </a:r>
            <a:r>
              <a:rPr lang="fr-FR" sz="5000" b="1" dirty="0">
                <a:latin typeface="Franklin Gothic Medium" pitchFamily="34" charset="0"/>
              </a:rPr>
              <a:t> </a:t>
            </a:r>
            <a:r>
              <a:rPr lang="fr-FR" sz="5000" b="1" dirty="0" err="1">
                <a:latin typeface="Franklin Gothic Medium" pitchFamily="34" charset="0"/>
              </a:rPr>
              <a:t>ahy</a:t>
            </a:r>
            <a:r>
              <a:rPr lang="fr-FR" sz="5000" b="1" dirty="0">
                <a:latin typeface="Franklin Gothic Medium" pitchFamily="34" charset="0"/>
              </a:rPr>
              <a:t> </a:t>
            </a:r>
            <a:r>
              <a:rPr lang="fr-FR" sz="5000" b="1" dirty="0" err="1">
                <a:latin typeface="Franklin Gothic Medium" pitchFamily="34" charset="0"/>
              </a:rPr>
              <a:t>intsony</a:t>
            </a:r>
            <a:r>
              <a:rPr lang="fr-FR" sz="5000" b="1" dirty="0">
                <a:latin typeface="Franklin Gothic Medium" pitchFamily="34" charset="0"/>
              </a:rPr>
              <a:t/>
            </a:r>
            <a:br>
              <a:rPr lang="fr-FR" sz="5000" b="1" dirty="0">
                <a:latin typeface="Franklin Gothic Medium" pitchFamily="34" charset="0"/>
              </a:rPr>
            </a:br>
            <a:r>
              <a:rPr lang="fr-FR" sz="5000" b="1" dirty="0">
                <a:latin typeface="Franklin Gothic Medium" pitchFamily="34" charset="0"/>
              </a:rPr>
              <a:t>Fa </a:t>
            </a:r>
            <a:r>
              <a:rPr lang="fr-FR" sz="5000" b="1" dirty="0" err="1">
                <a:latin typeface="Franklin Gothic Medium" pitchFamily="34" charset="0"/>
              </a:rPr>
              <a:t>voaova</a:t>
            </a:r>
            <a:r>
              <a:rPr lang="fr-FR" sz="5000" b="1" dirty="0">
                <a:latin typeface="Franklin Gothic Medium" pitchFamily="34" charset="0"/>
              </a:rPr>
              <a:t> ho </a:t>
            </a:r>
            <a:r>
              <a:rPr lang="fr-FR" sz="5000" b="1" dirty="0" err="1">
                <a:latin typeface="Franklin Gothic Medium" pitchFamily="34" charset="0"/>
              </a:rPr>
              <a:t>vaovao</a:t>
            </a:r>
            <a:r>
              <a:rPr lang="fr-FR" sz="5000" b="1" dirty="0">
                <a:latin typeface="Franklin Gothic Medium" pitchFamily="34" charset="0"/>
              </a:rPr>
              <a:t/>
            </a:r>
            <a:br>
              <a:rPr lang="fr-FR" sz="5000" b="1" dirty="0">
                <a:latin typeface="Franklin Gothic Medium" pitchFamily="34" charset="0"/>
              </a:rPr>
            </a:br>
            <a:r>
              <a:rPr lang="fr-FR" sz="5000" b="1" dirty="0">
                <a:latin typeface="Franklin Gothic Medium" pitchFamily="34" charset="0"/>
              </a:rPr>
              <a:t>Dia </a:t>
            </a:r>
            <a:r>
              <a:rPr lang="fr-FR" sz="5000" b="1" dirty="0" err="1">
                <a:latin typeface="Franklin Gothic Medium" pitchFamily="34" charset="0"/>
              </a:rPr>
              <a:t>lasanao</a:t>
            </a:r>
            <a:r>
              <a:rPr lang="fr-FR" sz="5000" b="1" dirty="0">
                <a:latin typeface="Franklin Gothic Medium" pitchFamily="34" charset="0"/>
              </a:rPr>
              <a:t> </a:t>
            </a:r>
            <a:r>
              <a:rPr lang="fr-FR" sz="5000" b="1" dirty="0" err="1">
                <a:latin typeface="Franklin Gothic Medium" pitchFamily="34" charset="0"/>
              </a:rPr>
              <a:t>ry</a:t>
            </a:r>
            <a:r>
              <a:rPr lang="fr-FR" sz="5000" b="1" dirty="0">
                <a:latin typeface="Franklin Gothic Medium" pitchFamily="34" charset="0"/>
              </a:rPr>
              <a:t> Ray </a:t>
            </a:r>
            <a:r>
              <a:rPr lang="fr-FR" sz="5000" b="1" dirty="0" err="1">
                <a:latin typeface="Franklin Gothic Medium" pitchFamily="34" charset="0"/>
              </a:rPr>
              <a:t>ambony</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Ny</a:t>
            </a:r>
            <a:r>
              <a:rPr lang="fr-FR" sz="5000" b="1" dirty="0">
                <a:latin typeface="Franklin Gothic Medium" pitchFamily="34" charset="0"/>
              </a:rPr>
              <a:t> </a:t>
            </a:r>
            <a:r>
              <a:rPr lang="fr-FR" sz="5000" b="1" dirty="0" err="1">
                <a:latin typeface="Franklin Gothic Medium" pitchFamily="34" charset="0"/>
              </a:rPr>
              <a:t>hasambarako</a:t>
            </a:r>
            <a:r>
              <a:rPr lang="fr-FR" sz="5000" b="1" dirty="0">
                <a:latin typeface="Franklin Gothic Medium" pitchFamily="34" charset="0"/>
              </a:rPr>
              <a:t> </a:t>
            </a:r>
            <a:r>
              <a:rPr lang="fr-FR" sz="5000" b="1" dirty="0" err="1">
                <a:latin typeface="Franklin Gothic Medium" pitchFamily="34" charset="0"/>
              </a:rPr>
              <a:t>ombieny</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Mifaly</a:t>
            </a:r>
            <a:r>
              <a:rPr lang="fr-FR" sz="5000" b="1" dirty="0">
                <a:latin typeface="Franklin Gothic Medium" pitchFamily="34" charset="0"/>
              </a:rPr>
              <a:t> </a:t>
            </a:r>
            <a:r>
              <a:rPr lang="fr-FR" sz="5000" b="1" dirty="0" err="1">
                <a:latin typeface="Franklin Gothic Medium" pitchFamily="34" charset="0"/>
              </a:rPr>
              <a:t>manana</a:t>
            </a:r>
            <a:r>
              <a:rPr lang="fr-FR" sz="5000" b="1" dirty="0">
                <a:latin typeface="Franklin Gothic Medium" pitchFamily="34" charset="0"/>
              </a:rPr>
              <a:t> </a:t>
            </a:r>
            <a:r>
              <a:rPr lang="fr-FR" sz="5000" b="1" dirty="0" err="1" smtClean="0">
                <a:latin typeface="Franklin Gothic Medium" pitchFamily="34" charset="0"/>
              </a:rPr>
              <a:t>Anao</a:t>
            </a:r>
            <a:r>
              <a:rPr lang="fr-FR" sz="5000" b="1" dirty="0">
                <a:latin typeface="Franklin Gothic Medium" pitchFamily="34" charset="0"/>
              </a:rPr>
              <a:t/>
            </a:r>
            <a:br>
              <a:rPr lang="fr-FR" sz="5000" b="1" dirty="0">
                <a:latin typeface="Franklin Gothic Medium" pitchFamily="34" charset="0"/>
              </a:rPr>
            </a:br>
            <a:r>
              <a:rPr lang="fr-FR" sz="5000" b="1" dirty="0" err="1">
                <a:latin typeface="Franklin Gothic Medium" pitchFamily="34" charset="0"/>
              </a:rPr>
              <a:t>Ilay</a:t>
            </a:r>
            <a:r>
              <a:rPr lang="fr-FR" sz="5000" b="1" dirty="0">
                <a:latin typeface="Franklin Gothic Medium" pitchFamily="34" charset="0"/>
              </a:rPr>
              <a:t> </a:t>
            </a:r>
            <a:r>
              <a:rPr lang="fr-FR" sz="5000" b="1" dirty="0" err="1">
                <a:latin typeface="Franklin Gothic Medium" pitchFamily="34" charset="0"/>
              </a:rPr>
              <a:t>fiainako</a:t>
            </a:r>
            <a:r>
              <a:rPr lang="fr-FR" sz="5000" b="1" dirty="0">
                <a:latin typeface="Franklin Gothic Medium" pitchFamily="34" charset="0"/>
              </a:rPr>
              <a:t> </a:t>
            </a:r>
            <a:r>
              <a:rPr lang="fr-FR" sz="5000" b="1" dirty="0" err="1">
                <a:latin typeface="Franklin Gothic Medium" pitchFamily="34" charset="0"/>
              </a:rPr>
              <a:t>mpanjeninjeny</a:t>
            </a:r>
            <a:r>
              <a:rPr lang="fr-FR" sz="5000" b="1" dirty="0">
                <a:latin typeface="Franklin Gothic Medium" pitchFamily="34" charset="0"/>
              </a:rPr>
              <a:t/>
            </a:r>
            <a:br>
              <a:rPr lang="fr-FR" sz="5000" b="1" dirty="0">
                <a:latin typeface="Franklin Gothic Medium" pitchFamily="34" charset="0"/>
              </a:rPr>
            </a:br>
            <a:r>
              <a:rPr lang="fr-FR" sz="5000" b="1" dirty="0">
                <a:latin typeface="Franklin Gothic Medium" pitchFamily="34" charset="0"/>
              </a:rPr>
              <a:t>No </a:t>
            </a:r>
            <a:r>
              <a:rPr lang="fr-FR" sz="5000" b="1" dirty="0" err="1">
                <a:latin typeface="Franklin Gothic Medium" pitchFamily="34" charset="0"/>
              </a:rPr>
              <a:t>voafehinao</a:t>
            </a:r>
            <a:r>
              <a:rPr lang="fr-FR" sz="5000" b="1" dirty="0">
                <a:latin typeface="Franklin Gothic Medium" pitchFamily="34" charset="0"/>
              </a:rPr>
              <a:t> </a:t>
            </a:r>
            <a:r>
              <a:rPr lang="fr-FR" sz="5000" b="1" dirty="0" err="1">
                <a:latin typeface="Franklin Gothic Medium" pitchFamily="34" charset="0"/>
              </a:rPr>
              <a:t>anatiko</a:t>
            </a:r>
            <a:r>
              <a:rPr lang="fr-FR" sz="5000" b="1" dirty="0">
                <a:latin typeface="Franklin Gothic Medium" pitchFamily="34" charset="0"/>
              </a:rPr>
              <a:t> </a:t>
            </a:r>
            <a:r>
              <a:rPr lang="fr-FR" sz="5000" b="1" dirty="0" err="1" smtClean="0">
                <a:latin typeface="Franklin Gothic Medium" pitchFamily="34" charset="0"/>
              </a:rPr>
              <a:t>ao</a:t>
            </a:r>
            <a:endParaRPr lang="fr-FR" sz="5000" b="1" dirty="0">
              <a:latin typeface="Franklin Gothic Medium" pitchFamily="34" charset="0"/>
            </a:endParaRPr>
          </a:p>
        </p:txBody>
      </p:sp>
    </p:spTree>
    <p:extLst>
      <p:ext uri="{BB962C8B-B14F-4D97-AF65-F5344CB8AC3E}">
        <p14:creationId xmlns:p14="http://schemas.microsoft.com/office/powerpoint/2010/main" val="2597748315"/>
      </p:ext>
    </p:extLst>
  </p:cSld>
  <p:clrMapOvr>
    <a:masterClrMapping/>
  </p:clrMapOvr>
  <mc:AlternateContent xmlns:mc="http://schemas.openxmlformats.org/markup-compatibility/2006">
    <mc:Choice xmlns:p14="http://schemas.microsoft.com/office/powerpoint/2010/main" Requires="p14">
      <p:transition spd="slow" p14:dur="3500">
        <p:push dir="u"/>
      </p:transition>
    </mc:Choice>
    <mc:Fallback>
      <p:transition spd="slow">
        <p:push dir="u"/>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7275" y="0"/>
            <a:ext cx="8856984" cy="6552728"/>
          </a:xfrm>
        </p:spPr>
        <p:txBody>
          <a:bodyPr>
            <a:normAutofit/>
          </a:bodyPr>
          <a:lstStyle/>
          <a:p>
            <a:pPr marL="0" lvl="0" indent="0" algn="ctr">
              <a:buNone/>
            </a:pPr>
            <a:r>
              <a:rPr lang="en-US" sz="5000" b="1" dirty="0" smtClean="0">
                <a:latin typeface="Franklin Gothic Medium" pitchFamily="34" charset="0"/>
              </a:rPr>
              <a:t>Am-</a:t>
            </a:r>
            <a:r>
              <a:rPr lang="en-US" sz="5000" b="1" dirty="0" err="1" smtClean="0">
                <a:latin typeface="Franklin Gothic Medium" pitchFamily="34" charset="0"/>
              </a:rPr>
              <a:t>pelatananao</a:t>
            </a:r>
            <a:r>
              <a:rPr lang="en-US" sz="5000" b="1" dirty="0" smtClean="0">
                <a:latin typeface="Franklin Gothic Medium" pitchFamily="34" charset="0"/>
              </a:rPr>
              <a:t> </a:t>
            </a:r>
            <a:r>
              <a:rPr lang="en-US" sz="5000" b="1" dirty="0" err="1">
                <a:latin typeface="Franklin Gothic Medium" pitchFamily="34" charset="0"/>
              </a:rPr>
              <a:t>ihany</a:t>
            </a:r>
            <a:endParaRPr lang="fr-FR" sz="5000" b="1" dirty="0">
              <a:latin typeface="Franklin Gothic Medium" pitchFamily="34" charset="0"/>
            </a:endParaRPr>
          </a:p>
          <a:p>
            <a:pPr marL="0" lvl="0" indent="0" algn="ctr">
              <a:buNone/>
            </a:pPr>
            <a:r>
              <a:rPr lang="en-US" sz="5000" b="1" dirty="0" err="1">
                <a:latin typeface="Franklin Gothic Medium" pitchFamily="34" charset="0"/>
              </a:rPr>
              <a:t>Mandrakizay</a:t>
            </a:r>
            <a:r>
              <a:rPr lang="en-US" sz="5000" b="1" dirty="0">
                <a:latin typeface="Franklin Gothic Medium" pitchFamily="34" charset="0"/>
              </a:rPr>
              <a:t> </a:t>
            </a:r>
            <a:r>
              <a:rPr lang="en-US" sz="5000" b="1" dirty="0" err="1">
                <a:latin typeface="Franklin Gothic Medium" pitchFamily="34" charset="0"/>
              </a:rPr>
              <a:t>doria</a:t>
            </a:r>
            <a:r>
              <a:rPr lang="en-US" sz="5000" b="1" dirty="0">
                <a:latin typeface="Franklin Gothic Medium" pitchFamily="34" charset="0"/>
              </a:rPr>
              <a:t> </a:t>
            </a:r>
            <a:r>
              <a:rPr lang="en-US" sz="5000" b="1" dirty="0" err="1">
                <a:latin typeface="Franklin Gothic Medium" pitchFamily="34" charset="0"/>
              </a:rPr>
              <a:t>doria</a:t>
            </a:r>
            <a:endParaRPr lang="fr-FR" sz="5000" b="1" dirty="0">
              <a:latin typeface="Franklin Gothic Medium" pitchFamily="34" charset="0"/>
            </a:endParaRPr>
          </a:p>
          <a:p>
            <a:pPr marL="0" lvl="0" indent="0" algn="ctr">
              <a:buNone/>
            </a:pPr>
            <a:r>
              <a:rPr lang="en-US" sz="5000" b="1" dirty="0">
                <a:latin typeface="Franklin Gothic Medium" pitchFamily="34" charset="0"/>
              </a:rPr>
              <a:t>Na </a:t>
            </a:r>
            <a:r>
              <a:rPr lang="en-US" sz="5000" b="1" dirty="0" err="1">
                <a:latin typeface="Franklin Gothic Medium" pitchFamily="34" charset="0"/>
              </a:rPr>
              <a:t>ny</a:t>
            </a:r>
            <a:r>
              <a:rPr lang="en-US" sz="5000" b="1" dirty="0">
                <a:latin typeface="Franklin Gothic Medium" pitchFamily="34" charset="0"/>
              </a:rPr>
              <a:t> </a:t>
            </a:r>
            <a:r>
              <a:rPr lang="en-US" sz="5000" b="1" dirty="0" err="1">
                <a:latin typeface="Franklin Gothic Medium" pitchFamily="34" charset="0"/>
              </a:rPr>
              <a:t>fiainako</a:t>
            </a:r>
            <a:r>
              <a:rPr lang="en-US" sz="5000" b="1" dirty="0">
                <a:latin typeface="Franklin Gothic Medium" pitchFamily="34" charset="0"/>
              </a:rPr>
              <a:t> </a:t>
            </a:r>
            <a:r>
              <a:rPr lang="en-US" sz="5000" b="1" dirty="0" err="1">
                <a:latin typeface="Franklin Gothic Medium" pitchFamily="34" charset="0"/>
              </a:rPr>
              <a:t>eto</a:t>
            </a:r>
            <a:r>
              <a:rPr lang="en-US" sz="5000" b="1" dirty="0">
                <a:latin typeface="Franklin Gothic Medium" pitchFamily="34" charset="0"/>
              </a:rPr>
              <a:t> an-</a:t>
            </a:r>
            <a:r>
              <a:rPr lang="en-US" sz="5000" b="1" dirty="0" err="1">
                <a:latin typeface="Franklin Gothic Medium" pitchFamily="34" charset="0"/>
              </a:rPr>
              <a:t>tany</a:t>
            </a:r>
            <a:endParaRPr lang="fr-FR" sz="5000" b="1" dirty="0">
              <a:latin typeface="Franklin Gothic Medium" pitchFamily="34" charset="0"/>
            </a:endParaRPr>
          </a:p>
          <a:p>
            <a:pPr marL="0" lvl="0" indent="0" algn="ctr">
              <a:buNone/>
            </a:pPr>
            <a:r>
              <a:rPr lang="en-US" sz="5000" b="1" dirty="0">
                <a:latin typeface="Franklin Gothic Medium" pitchFamily="34" charset="0"/>
              </a:rPr>
              <a:t>Na </a:t>
            </a:r>
            <a:r>
              <a:rPr lang="en-US" sz="5000" b="1" dirty="0" err="1">
                <a:latin typeface="Franklin Gothic Medium" pitchFamily="34" charset="0"/>
              </a:rPr>
              <a:t>hatrary</a:t>
            </a:r>
            <a:r>
              <a:rPr lang="en-US" sz="5000" b="1" dirty="0">
                <a:latin typeface="Franklin Gothic Medium" pitchFamily="34" charset="0"/>
              </a:rPr>
              <a:t> </a:t>
            </a:r>
            <a:r>
              <a:rPr lang="en-US" sz="5000" b="1" dirty="0" err="1">
                <a:latin typeface="Franklin Gothic Medium" pitchFamily="34" charset="0"/>
              </a:rPr>
              <a:t>ankoatra</a:t>
            </a:r>
            <a:r>
              <a:rPr lang="en-US" sz="5000" b="1" dirty="0">
                <a:latin typeface="Franklin Gothic Medium" pitchFamily="34" charset="0"/>
              </a:rPr>
              <a:t> </a:t>
            </a:r>
            <a:r>
              <a:rPr lang="en-US" sz="5000" b="1" dirty="0" err="1">
                <a:latin typeface="Franklin Gothic Medium" pitchFamily="34" charset="0"/>
              </a:rPr>
              <a:t>ary</a:t>
            </a:r>
            <a:r>
              <a:rPr lang="en-US" sz="5000" b="1" dirty="0">
                <a:latin typeface="Franklin Gothic Medium" pitchFamily="34" charset="0"/>
              </a:rPr>
              <a:t>.</a:t>
            </a:r>
            <a:endParaRPr lang="fr-FR" sz="5000" b="1" dirty="0">
              <a:latin typeface="Franklin Gothic Medium" pitchFamily="34" charset="0"/>
            </a:endParaRPr>
          </a:p>
          <a:p>
            <a:pPr marL="0" indent="0" algn="ctr">
              <a:buNone/>
            </a:pPr>
            <a:endParaRPr lang="fr-FR" sz="5000" b="1" dirty="0">
              <a:latin typeface="Franklin Gothic Medium" pitchFamily="34" charset="0"/>
            </a:endParaRPr>
          </a:p>
        </p:txBody>
      </p:sp>
    </p:spTree>
    <p:extLst>
      <p:ext uri="{BB962C8B-B14F-4D97-AF65-F5344CB8AC3E}">
        <p14:creationId xmlns:p14="http://schemas.microsoft.com/office/powerpoint/2010/main" val="19371948"/>
      </p:ext>
    </p:extLst>
  </p:cSld>
  <p:clrMapOvr>
    <a:masterClrMapping/>
  </p:clrMapOvr>
  <mc:AlternateContent xmlns:mc="http://schemas.openxmlformats.org/markup-compatibility/2006">
    <mc:Choice xmlns:p14="http://schemas.microsoft.com/office/powerpoint/2010/main" Requires="p14">
      <p:transition spd="slow" p14:dur="3500">
        <p:push dir="u"/>
      </p:transition>
    </mc:Choice>
    <mc:Fallback>
      <p:transition spd="slow">
        <p:push dir="u"/>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40</Words>
  <Application>Microsoft Office PowerPoint</Application>
  <PresentationFormat>Affichage à l'écran (4:3)</PresentationFormat>
  <Paragraphs>10</Paragraphs>
  <Slides>4</Slides>
  <Notes>0</Notes>
  <HiddenSlides>0</HiddenSlides>
  <MMClips>0</MMClips>
  <ScaleCrop>false</ScaleCrop>
  <HeadingPairs>
    <vt:vector size="4" baseType="variant">
      <vt:variant>
        <vt:lpstr>Thème</vt:lpstr>
      </vt:variant>
      <vt:variant>
        <vt:i4>1</vt:i4>
      </vt:variant>
      <vt:variant>
        <vt:lpstr>Titres des diapositives</vt:lpstr>
      </vt:variant>
      <vt:variant>
        <vt:i4>4</vt:i4>
      </vt:variant>
    </vt:vector>
  </HeadingPairs>
  <TitlesOfParts>
    <vt:vector size="5" baseType="lpstr">
      <vt:lpstr>Thème Office</vt:lpstr>
      <vt:lpstr>1. Am-pelatanana ry Raiko Ny mombamomba ahy rehetra Iriko ianao no ho mpibaiko Ianao anatiko ao mitoetra Ho andrirahoko tokoa Hitarika ahy hatrany hatrany Andriafo tsy mandao Ianao Jesoa Ianao no  hazavana tsy ho lany</vt:lpstr>
      <vt:lpstr>Présentation PowerPoint</vt:lpstr>
      <vt:lpstr>2. Ny saiko am-pelatananao Ny foko efa tsy ahy intsony Fa voaova ho vaovao Dia lasanao ry Ray ambony Ny hasambarako ombieny Mifaly manana Anao Ilay fiainako mpanjeninjeny No voafehinao anatiko ao</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 F 12</dc:title>
  <dc:creator>Ludo</dc:creator>
  <cp:lastModifiedBy>user</cp:lastModifiedBy>
  <cp:revision>4</cp:revision>
  <dcterms:created xsi:type="dcterms:W3CDTF">2012-04-13T12:40:16Z</dcterms:created>
  <dcterms:modified xsi:type="dcterms:W3CDTF">2013-03-31T07:35:33Z</dcterms:modified>
</cp:coreProperties>
</file>