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2103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906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94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46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054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514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7019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308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151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8328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3848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AF3D2-CCC1-4040-9932-D142B6CC306D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BFC6E-1D35-4D82-AD2E-262E11F75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66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08520" y="6054"/>
            <a:ext cx="9361040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4800" b="1" dirty="0" smtClean="0">
                <a:solidFill>
                  <a:srgbClr val="C00000"/>
                </a:solidFill>
                <a:latin typeface="Franklin Gothic Demi" pitchFamily="34" charset="0"/>
              </a:rPr>
              <a:t>F 13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Mihirà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fihiram-baovao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an’i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Jehovah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Mihirà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fihirana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ambarao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amin’ny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jentilisa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voninahiny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427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30" y="11332"/>
            <a:ext cx="913087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Mihirà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fihiram-baovao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Mihirà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fihirana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an’i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Jehovah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tany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ambarao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amin’ny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jentilisa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Jehovah no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mendrika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mendrika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fiderana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3671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</Words>
  <Application>Microsoft Office PowerPoint</Application>
  <PresentationFormat>Affichage à l'écran (4:3)</PresentationFormat>
  <Paragraphs>16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2</cp:revision>
  <dcterms:created xsi:type="dcterms:W3CDTF">2012-11-13T06:51:43Z</dcterms:created>
  <dcterms:modified xsi:type="dcterms:W3CDTF">2012-11-13T07:00:16Z</dcterms:modified>
</cp:coreProperties>
</file>