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9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0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11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2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13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4.xml" ContentType="application/vnd.openxmlformats-officedocument.theme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15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6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17.xml" ContentType="application/vnd.openxmlformats-officedocument.theme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8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702" r:id="rId4"/>
    <p:sldMasterId id="2147483714" r:id="rId5"/>
    <p:sldMasterId id="2147483726" r:id="rId6"/>
    <p:sldMasterId id="2147483738" r:id="rId7"/>
    <p:sldMasterId id="2147483750" r:id="rId8"/>
    <p:sldMasterId id="2147483762" r:id="rId9"/>
    <p:sldMasterId id="2147483774" r:id="rId10"/>
    <p:sldMasterId id="2147483786" r:id="rId11"/>
    <p:sldMasterId id="2147483798" r:id="rId12"/>
    <p:sldMasterId id="2147483810" r:id="rId13"/>
    <p:sldMasterId id="2147483822" r:id="rId14"/>
    <p:sldMasterId id="2147483834" r:id="rId15"/>
    <p:sldMasterId id="2147483846" r:id="rId16"/>
    <p:sldMasterId id="2147483858" r:id="rId17"/>
    <p:sldMasterId id="2147483870" r:id="rId18"/>
  </p:sldMasterIdLst>
  <p:sldIdLst>
    <p:sldId id="257" r:id="rId19"/>
    <p:sldId id="258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59" r:id="rId29"/>
    <p:sldId id="260" r:id="rId30"/>
    <p:sldId id="261" r:id="rId31"/>
    <p:sldId id="262" r:id="rId32"/>
    <p:sldId id="263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79" r:id="rId50"/>
    <p:sldId id="280" r:id="rId51"/>
    <p:sldId id="281" r:id="rId52"/>
    <p:sldId id="282" r:id="rId53"/>
    <p:sldId id="283" r:id="rId54"/>
    <p:sldId id="284" r:id="rId55"/>
    <p:sldId id="285" r:id="rId56"/>
    <p:sldId id="286" r:id="rId57"/>
    <p:sldId id="287" r:id="rId58"/>
    <p:sldId id="288" r:id="rId59"/>
    <p:sldId id="289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2" r:id="rId73"/>
    <p:sldId id="311" r:id="rId74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320" r:id="rId82"/>
    <p:sldId id="321" r:id="rId83"/>
    <p:sldId id="326" r:id="rId84"/>
    <p:sldId id="323" r:id="rId85"/>
    <p:sldId id="324" r:id="rId86"/>
    <p:sldId id="325" r:id="rId87"/>
    <p:sldId id="327" r:id="rId88"/>
    <p:sldId id="328" r:id="rId89"/>
    <p:sldId id="329" r:id="rId90"/>
    <p:sldId id="330" r:id="rId91"/>
    <p:sldId id="331" r:id="rId92"/>
    <p:sldId id="332" r:id="rId93"/>
    <p:sldId id="333" r:id="rId94"/>
    <p:sldId id="334" r:id="rId95"/>
    <p:sldId id="335" r:id="rId96"/>
    <p:sldId id="336" r:id="rId97"/>
    <p:sldId id="337" r:id="rId98"/>
    <p:sldId id="338" r:id="rId99"/>
    <p:sldId id="339" r:id="rId100"/>
    <p:sldId id="340" r:id="rId101"/>
    <p:sldId id="341" r:id="rId102"/>
    <p:sldId id="343" r:id="rId103"/>
    <p:sldId id="344" r:id="rId104"/>
    <p:sldId id="345" r:id="rId105"/>
    <p:sldId id="346" r:id="rId106"/>
    <p:sldId id="342" r:id="rId107"/>
  </p:sldIdLst>
  <p:sldSz cx="9144000" cy="68754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2" autoAdjust="0"/>
    <p:restoredTop sz="94660"/>
  </p:normalViewPr>
  <p:slideViewPr>
    <p:cSldViewPr snapToGrid="0">
      <p:cViewPr varScale="1">
        <p:scale>
          <a:sx n="48" d="100"/>
          <a:sy n="48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8.xml"/><Relationship Id="rId21" Type="http://schemas.openxmlformats.org/officeDocument/2006/relationships/slide" Target="slides/slide3.xml"/><Relationship Id="rId42" Type="http://schemas.openxmlformats.org/officeDocument/2006/relationships/slide" Target="slides/slide24.xml"/><Relationship Id="rId47" Type="http://schemas.openxmlformats.org/officeDocument/2006/relationships/slide" Target="slides/slide29.xml"/><Relationship Id="rId63" Type="http://schemas.openxmlformats.org/officeDocument/2006/relationships/slide" Target="slides/slide45.xml"/><Relationship Id="rId68" Type="http://schemas.openxmlformats.org/officeDocument/2006/relationships/slide" Target="slides/slide50.xml"/><Relationship Id="rId84" Type="http://schemas.openxmlformats.org/officeDocument/2006/relationships/slide" Target="slides/slide66.xml"/><Relationship Id="rId89" Type="http://schemas.openxmlformats.org/officeDocument/2006/relationships/slide" Target="slides/slide7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1.xml"/><Relationship Id="rId107" Type="http://schemas.openxmlformats.org/officeDocument/2006/relationships/slide" Target="slides/slide89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32" Type="http://schemas.openxmlformats.org/officeDocument/2006/relationships/slide" Target="slides/slide14.xml"/><Relationship Id="rId37" Type="http://schemas.openxmlformats.org/officeDocument/2006/relationships/slide" Target="slides/slide19.xml"/><Relationship Id="rId40" Type="http://schemas.openxmlformats.org/officeDocument/2006/relationships/slide" Target="slides/slide22.xml"/><Relationship Id="rId45" Type="http://schemas.openxmlformats.org/officeDocument/2006/relationships/slide" Target="slides/slide27.xml"/><Relationship Id="rId53" Type="http://schemas.openxmlformats.org/officeDocument/2006/relationships/slide" Target="slides/slide35.xml"/><Relationship Id="rId58" Type="http://schemas.openxmlformats.org/officeDocument/2006/relationships/slide" Target="slides/slide40.xml"/><Relationship Id="rId66" Type="http://schemas.openxmlformats.org/officeDocument/2006/relationships/slide" Target="slides/slide48.xml"/><Relationship Id="rId74" Type="http://schemas.openxmlformats.org/officeDocument/2006/relationships/slide" Target="slides/slide56.xml"/><Relationship Id="rId79" Type="http://schemas.openxmlformats.org/officeDocument/2006/relationships/slide" Target="slides/slide61.xml"/><Relationship Id="rId87" Type="http://schemas.openxmlformats.org/officeDocument/2006/relationships/slide" Target="slides/slide69.xml"/><Relationship Id="rId102" Type="http://schemas.openxmlformats.org/officeDocument/2006/relationships/slide" Target="slides/slide84.xml"/><Relationship Id="rId11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3.xml"/><Relationship Id="rId82" Type="http://schemas.openxmlformats.org/officeDocument/2006/relationships/slide" Target="slides/slide64.xml"/><Relationship Id="rId90" Type="http://schemas.openxmlformats.org/officeDocument/2006/relationships/slide" Target="slides/slide72.xml"/><Relationship Id="rId95" Type="http://schemas.openxmlformats.org/officeDocument/2006/relationships/slide" Target="slides/slide77.xml"/><Relationship Id="rId19" Type="http://schemas.openxmlformats.org/officeDocument/2006/relationships/slide" Target="slides/slide1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slide" Target="slides/slide9.xml"/><Relationship Id="rId30" Type="http://schemas.openxmlformats.org/officeDocument/2006/relationships/slide" Target="slides/slide12.xml"/><Relationship Id="rId35" Type="http://schemas.openxmlformats.org/officeDocument/2006/relationships/slide" Target="slides/slide17.xml"/><Relationship Id="rId43" Type="http://schemas.openxmlformats.org/officeDocument/2006/relationships/slide" Target="slides/slide25.xml"/><Relationship Id="rId48" Type="http://schemas.openxmlformats.org/officeDocument/2006/relationships/slide" Target="slides/slide30.xml"/><Relationship Id="rId56" Type="http://schemas.openxmlformats.org/officeDocument/2006/relationships/slide" Target="slides/slide38.xml"/><Relationship Id="rId64" Type="http://schemas.openxmlformats.org/officeDocument/2006/relationships/slide" Target="slides/slide46.xml"/><Relationship Id="rId69" Type="http://schemas.openxmlformats.org/officeDocument/2006/relationships/slide" Target="slides/slide51.xml"/><Relationship Id="rId77" Type="http://schemas.openxmlformats.org/officeDocument/2006/relationships/slide" Target="slides/slide59.xml"/><Relationship Id="rId100" Type="http://schemas.openxmlformats.org/officeDocument/2006/relationships/slide" Target="slides/slide82.xml"/><Relationship Id="rId105" Type="http://schemas.openxmlformats.org/officeDocument/2006/relationships/slide" Target="slides/slide8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3.xml"/><Relationship Id="rId72" Type="http://schemas.openxmlformats.org/officeDocument/2006/relationships/slide" Target="slides/slide54.xml"/><Relationship Id="rId80" Type="http://schemas.openxmlformats.org/officeDocument/2006/relationships/slide" Target="slides/slide62.xml"/><Relationship Id="rId85" Type="http://schemas.openxmlformats.org/officeDocument/2006/relationships/slide" Target="slides/slide67.xml"/><Relationship Id="rId93" Type="http://schemas.openxmlformats.org/officeDocument/2006/relationships/slide" Target="slides/slide75.xml"/><Relationship Id="rId98" Type="http://schemas.openxmlformats.org/officeDocument/2006/relationships/slide" Target="slides/slide80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33" Type="http://schemas.openxmlformats.org/officeDocument/2006/relationships/slide" Target="slides/slide15.xml"/><Relationship Id="rId38" Type="http://schemas.openxmlformats.org/officeDocument/2006/relationships/slide" Target="slides/slide20.xml"/><Relationship Id="rId46" Type="http://schemas.openxmlformats.org/officeDocument/2006/relationships/slide" Target="slides/slide28.xml"/><Relationship Id="rId59" Type="http://schemas.openxmlformats.org/officeDocument/2006/relationships/slide" Target="slides/slide41.xml"/><Relationship Id="rId67" Type="http://schemas.openxmlformats.org/officeDocument/2006/relationships/slide" Target="slides/slide49.xml"/><Relationship Id="rId103" Type="http://schemas.openxmlformats.org/officeDocument/2006/relationships/slide" Target="slides/slide85.xml"/><Relationship Id="rId108" Type="http://schemas.openxmlformats.org/officeDocument/2006/relationships/presProps" Target="presProps.xml"/><Relationship Id="rId20" Type="http://schemas.openxmlformats.org/officeDocument/2006/relationships/slide" Target="slides/slide2.xml"/><Relationship Id="rId41" Type="http://schemas.openxmlformats.org/officeDocument/2006/relationships/slide" Target="slides/slide23.xml"/><Relationship Id="rId54" Type="http://schemas.openxmlformats.org/officeDocument/2006/relationships/slide" Target="slides/slide36.xml"/><Relationship Id="rId62" Type="http://schemas.openxmlformats.org/officeDocument/2006/relationships/slide" Target="slides/slide44.xml"/><Relationship Id="rId70" Type="http://schemas.openxmlformats.org/officeDocument/2006/relationships/slide" Target="slides/slide52.xml"/><Relationship Id="rId75" Type="http://schemas.openxmlformats.org/officeDocument/2006/relationships/slide" Target="slides/slide57.xml"/><Relationship Id="rId83" Type="http://schemas.openxmlformats.org/officeDocument/2006/relationships/slide" Target="slides/slide65.xml"/><Relationship Id="rId88" Type="http://schemas.openxmlformats.org/officeDocument/2006/relationships/slide" Target="slides/slide70.xml"/><Relationship Id="rId91" Type="http://schemas.openxmlformats.org/officeDocument/2006/relationships/slide" Target="slides/slide73.xml"/><Relationship Id="rId96" Type="http://schemas.openxmlformats.org/officeDocument/2006/relationships/slide" Target="slides/slide78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slide" Target="slides/slide10.xml"/><Relationship Id="rId36" Type="http://schemas.openxmlformats.org/officeDocument/2006/relationships/slide" Target="slides/slide18.xml"/><Relationship Id="rId49" Type="http://schemas.openxmlformats.org/officeDocument/2006/relationships/slide" Target="slides/slide31.xml"/><Relationship Id="rId57" Type="http://schemas.openxmlformats.org/officeDocument/2006/relationships/slide" Target="slides/slide39.xml"/><Relationship Id="rId106" Type="http://schemas.openxmlformats.org/officeDocument/2006/relationships/slide" Target="slides/slide88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3.xml"/><Relationship Id="rId44" Type="http://schemas.openxmlformats.org/officeDocument/2006/relationships/slide" Target="slides/slide26.xml"/><Relationship Id="rId52" Type="http://schemas.openxmlformats.org/officeDocument/2006/relationships/slide" Target="slides/slide34.xml"/><Relationship Id="rId60" Type="http://schemas.openxmlformats.org/officeDocument/2006/relationships/slide" Target="slides/slide42.xml"/><Relationship Id="rId65" Type="http://schemas.openxmlformats.org/officeDocument/2006/relationships/slide" Target="slides/slide47.xml"/><Relationship Id="rId73" Type="http://schemas.openxmlformats.org/officeDocument/2006/relationships/slide" Target="slides/slide55.xml"/><Relationship Id="rId78" Type="http://schemas.openxmlformats.org/officeDocument/2006/relationships/slide" Target="slides/slide60.xml"/><Relationship Id="rId81" Type="http://schemas.openxmlformats.org/officeDocument/2006/relationships/slide" Target="slides/slide63.xml"/><Relationship Id="rId86" Type="http://schemas.openxmlformats.org/officeDocument/2006/relationships/slide" Target="slides/slide68.xml"/><Relationship Id="rId94" Type="http://schemas.openxmlformats.org/officeDocument/2006/relationships/slide" Target="slides/slide76.xml"/><Relationship Id="rId99" Type="http://schemas.openxmlformats.org/officeDocument/2006/relationships/slide" Target="slides/slide81.xml"/><Relationship Id="rId101" Type="http://schemas.openxmlformats.org/officeDocument/2006/relationships/slide" Target="slides/slide8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21.xml"/><Relationship Id="rId109" Type="http://schemas.openxmlformats.org/officeDocument/2006/relationships/viewProps" Target="viewProps.xml"/><Relationship Id="rId34" Type="http://schemas.openxmlformats.org/officeDocument/2006/relationships/slide" Target="slides/slide16.xml"/><Relationship Id="rId50" Type="http://schemas.openxmlformats.org/officeDocument/2006/relationships/slide" Target="slides/slide32.xml"/><Relationship Id="rId55" Type="http://schemas.openxmlformats.org/officeDocument/2006/relationships/slide" Target="slides/slide37.xml"/><Relationship Id="rId76" Type="http://schemas.openxmlformats.org/officeDocument/2006/relationships/slide" Target="slides/slide58.xml"/><Relationship Id="rId97" Type="http://schemas.openxmlformats.org/officeDocument/2006/relationships/slide" Target="slides/slide79.xml"/><Relationship Id="rId104" Type="http://schemas.openxmlformats.org/officeDocument/2006/relationships/slide" Target="slides/slide8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3.xml"/><Relationship Id="rId92" Type="http://schemas.openxmlformats.org/officeDocument/2006/relationships/slide" Target="slides/slide7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5221"/>
            <a:ext cx="7772400" cy="23936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11210"/>
            <a:ext cx="6858000" cy="165997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61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89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4093"/>
            <a:ext cx="7886700" cy="286000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601151"/>
            <a:ext cx="7886700" cy="15040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55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18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6056"/>
            <a:ext cx="7886700" cy="13289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5444"/>
            <a:ext cx="3868340" cy="8260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11454"/>
            <a:ext cx="3868340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5444"/>
            <a:ext cx="3887391" cy="8260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11454"/>
            <a:ext cx="3887391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23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52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23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9941"/>
            <a:ext cx="4629150" cy="48860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0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9941"/>
            <a:ext cx="4629150" cy="48860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11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46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6055"/>
            <a:ext cx="1971675" cy="582663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6055"/>
            <a:ext cx="5800725" cy="582663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288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1"/>
            <a:ext cx="7772400" cy="14737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2"/>
          </a:xfrm>
        </p:spPr>
        <p:txBody>
          <a:bodyPr/>
          <a:lstStyle>
            <a:lvl1pPr marL="0" indent="0" algn="ctr">
              <a:buNone/>
              <a:defRPr/>
            </a:lvl1pPr>
            <a:lvl2pPr marL="457109" indent="0" algn="ctr">
              <a:buNone/>
              <a:defRPr/>
            </a:lvl2pPr>
            <a:lvl3pPr marL="914217" indent="0" algn="ctr">
              <a:buNone/>
              <a:defRPr/>
            </a:lvl3pPr>
            <a:lvl4pPr marL="1371326" indent="0" algn="ctr">
              <a:buNone/>
              <a:defRPr/>
            </a:lvl4pPr>
            <a:lvl5pPr marL="1828434" indent="0" algn="ctr">
              <a:buNone/>
              <a:defRPr/>
            </a:lvl5pPr>
            <a:lvl6pPr marL="2285543" indent="0" algn="ctr">
              <a:buNone/>
              <a:defRPr/>
            </a:lvl6pPr>
            <a:lvl7pPr marL="2742651" indent="0" algn="ctr">
              <a:buNone/>
              <a:defRPr/>
            </a:lvl7pPr>
            <a:lvl8pPr marL="3199760" indent="0" algn="ctr">
              <a:buNone/>
              <a:defRPr/>
            </a:lvl8pPr>
            <a:lvl9pPr marL="3656868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4276C2-B054-458B-AA50-1D254B59D531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169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C9B291-2D03-4872-8578-3591F2C5433E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16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3"/>
            <a:ext cx="7772400" cy="1365544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09" indent="0">
              <a:buNone/>
              <a:defRPr sz="1800"/>
            </a:lvl2pPr>
            <a:lvl3pPr marL="914217" indent="0">
              <a:buNone/>
              <a:defRPr sz="1600"/>
            </a:lvl3pPr>
            <a:lvl4pPr marL="1371326" indent="0">
              <a:buNone/>
              <a:defRPr sz="1400"/>
            </a:lvl4pPr>
            <a:lvl5pPr marL="1828434" indent="0">
              <a:buNone/>
              <a:defRPr sz="1400"/>
            </a:lvl5pPr>
            <a:lvl6pPr marL="2285543" indent="0">
              <a:buNone/>
              <a:defRPr sz="1400"/>
            </a:lvl6pPr>
            <a:lvl7pPr marL="2742651" indent="0">
              <a:buNone/>
              <a:defRPr sz="1400"/>
            </a:lvl7pPr>
            <a:lvl8pPr marL="3199760" indent="0">
              <a:buNone/>
              <a:defRPr sz="1400"/>
            </a:lvl8pPr>
            <a:lvl9pPr marL="3656868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434EE8-193E-469E-80BB-B8EF45B3B6FF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439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6"/>
            <a:ext cx="4038600" cy="4537488"/>
          </a:xfrm>
        </p:spPr>
        <p:txBody>
          <a:bodyPr/>
          <a:lstStyle>
            <a:lvl1pPr>
              <a:defRPr sz="2799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6"/>
            <a:ext cx="4038600" cy="4537488"/>
          </a:xfrm>
        </p:spPr>
        <p:txBody>
          <a:bodyPr/>
          <a:lstStyle>
            <a:lvl1pPr>
              <a:defRPr sz="2799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B11185-D348-43F5-958D-24DDCFE4F22D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815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3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8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2180413"/>
            <a:ext cx="4041775" cy="39613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1902C-9075-4C96-B019-887A2EEBD8DD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228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E65661-6A3A-4F53-8742-F10A430065EE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810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7AD3A-3F6D-4CCA-9DFE-5D72B29DA794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231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2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8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2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7" indent="0">
              <a:buNone/>
              <a:defRPr sz="1000"/>
            </a:lvl3pPr>
            <a:lvl4pPr marL="1371326" indent="0">
              <a:buNone/>
              <a:defRPr sz="900"/>
            </a:lvl4pPr>
            <a:lvl5pPr marL="1828434" indent="0">
              <a:buNone/>
              <a:defRPr sz="900"/>
            </a:lvl5pPr>
            <a:lvl6pPr marL="2285543" indent="0">
              <a:buNone/>
              <a:defRPr sz="900"/>
            </a:lvl6pPr>
            <a:lvl7pPr marL="2742651" indent="0">
              <a:buNone/>
              <a:defRPr sz="900"/>
            </a:lvl7pPr>
            <a:lvl8pPr marL="3199760" indent="0">
              <a:buNone/>
              <a:defRPr sz="900"/>
            </a:lvl8pPr>
            <a:lvl9pPr marL="3656868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3456FA-2DE0-41AE-8AF8-76AB6C023F42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033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199"/>
            </a:lvl1pPr>
            <a:lvl2pPr marL="457109" indent="0">
              <a:buNone/>
              <a:defRPr sz="2799"/>
            </a:lvl2pPr>
            <a:lvl3pPr marL="914217" indent="0">
              <a:buNone/>
              <a:defRPr sz="2400"/>
            </a:lvl3pPr>
            <a:lvl4pPr marL="1371326" indent="0">
              <a:buNone/>
              <a:defRPr sz="2000"/>
            </a:lvl4pPr>
            <a:lvl5pPr marL="1828434" indent="0">
              <a:buNone/>
              <a:defRPr sz="2000"/>
            </a:lvl5pPr>
            <a:lvl6pPr marL="2285543" indent="0">
              <a:buNone/>
              <a:defRPr sz="2000"/>
            </a:lvl6pPr>
            <a:lvl7pPr marL="2742651" indent="0">
              <a:buNone/>
              <a:defRPr sz="2000"/>
            </a:lvl7pPr>
            <a:lvl8pPr marL="3199760" indent="0">
              <a:buNone/>
              <a:defRPr sz="2000"/>
            </a:lvl8pPr>
            <a:lvl9pPr marL="3656868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2"/>
          </a:xfrm>
        </p:spPr>
        <p:txBody>
          <a:bodyPr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7" indent="0">
              <a:buNone/>
              <a:defRPr sz="1000"/>
            </a:lvl3pPr>
            <a:lvl4pPr marL="1371326" indent="0">
              <a:buNone/>
              <a:defRPr sz="900"/>
            </a:lvl4pPr>
            <a:lvl5pPr marL="1828434" indent="0">
              <a:buNone/>
              <a:defRPr sz="900"/>
            </a:lvl5pPr>
            <a:lvl6pPr marL="2285543" indent="0">
              <a:buNone/>
              <a:defRPr sz="900"/>
            </a:lvl6pPr>
            <a:lvl7pPr marL="2742651" indent="0">
              <a:buNone/>
              <a:defRPr sz="900"/>
            </a:lvl7pPr>
            <a:lvl8pPr marL="3199760" indent="0">
              <a:buNone/>
              <a:defRPr sz="900"/>
            </a:lvl8pPr>
            <a:lvl9pPr marL="3656868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78D0BE-8524-4D37-8CBA-7774FC726E62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083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901821-88DB-4443-912D-6E4C62FC2153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087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9"/>
            <a:ext cx="2057400" cy="58664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9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7025AD-27F8-4643-871A-0A146A84BF91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1720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4" y="1172910"/>
            <a:ext cx="4814835" cy="5006518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4759"/>
            <a:ext cx="6154713" cy="3132156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53656"/>
            <a:ext cx="4954250" cy="19183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713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1" y="534758"/>
            <a:ext cx="6554867" cy="3777264"/>
          </a:xfrm>
        </p:spPr>
        <p:txBody>
          <a:bodyPr anchor="ctr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8402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6244"/>
            <a:ext cx="6402468" cy="2325774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4498760"/>
            <a:ext cx="6402467" cy="153636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275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1" y="534759"/>
            <a:ext cx="3949967" cy="3777261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4758"/>
            <a:ext cx="3948238" cy="3768772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997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4758"/>
            <a:ext cx="3716866" cy="61115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1145911"/>
            <a:ext cx="3945467" cy="316610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7" y="568181"/>
            <a:ext cx="3764051" cy="577729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3" y="1145911"/>
            <a:ext cx="3956705" cy="3157620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0303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5054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718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4758"/>
            <a:ext cx="3200400" cy="1527881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4758"/>
            <a:ext cx="4438755" cy="550037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15430"/>
            <a:ext cx="3200400" cy="2096592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434342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434342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434342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623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51486"/>
            <a:ext cx="3563258" cy="1145911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6728"/>
            <a:ext cx="3280974" cy="4812824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8" y="2750185"/>
            <a:ext cx="3564223" cy="208810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87917"/>
            <a:ext cx="5811724" cy="366055"/>
          </a:xfrm>
        </p:spPr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8267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4758"/>
            <a:ext cx="8077200" cy="3132155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53655"/>
            <a:ext cx="7281332" cy="458364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1368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4758"/>
            <a:ext cx="8077200" cy="2902973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25278"/>
            <a:ext cx="6383552" cy="190985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8265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4758"/>
            <a:ext cx="6859787" cy="2902973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1" y="3437731"/>
            <a:ext cx="6402467" cy="483829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4312022"/>
            <a:ext cx="6382361" cy="172310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1" y="712434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1" y="2775651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51298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3437732"/>
            <a:ext cx="6382361" cy="1701722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46051"/>
            <a:ext cx="6383552" cy="88907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9956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4758"/>
            <a:ext cx="6859786" cy="2902973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1" y="3896096"/>
            <a:ext cx="6382361" cy="10525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65612"/>
            <a:ext cx="6382360" cy="106951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1" y="712434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1" y="2775651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0516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4758"/>
            <a:ext cx="7525658" cy="2902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1" y="3938538"/>
            <a:ext cx="6382361" cy="8403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78873"/>
            <a:ext cx="6382360" cy="12562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2804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1" y="534759"/>
            <a:ext cx="6554867" cy="3777264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2829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4758"/>
            <a:ext cx="2044194" cy="4430854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4758"/>
            <a:ext cx="5850012" cy="5500370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0591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9182"/>
            <a:ext cx="8695944" cy="605040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67596"/>
            <a:ext cx="8723376" cy="1334971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4275"/>
            <a:ext cx="7772400" cy="178464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65056"/>
            <a:ext cx="6400800" cy="147695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949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621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9182"/>
            <a:ext cx="8695944" cy="474865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9" y="4214296"/>
            <a:ext cx="2876429" cy="715844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85667"/>
            <a:ext cx="5544515" cy="852303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97970"/>
            <a:ext cx="5467980" cy="776244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84549"/>
            <a:ext cx="3308000" cy="653208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68890"/>
            <a:ext cx="8723376" cy="1333260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9833"/>
            <a:ext cx="7772400" cy="1527881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41109"/>
            <a:ext cx="6417734" cy="94219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743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86014"/>
            <a:ext cx="3822192" cy="345606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86014"/>
            <a:ext cx="3822192" cy="345606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0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84934"/>
            <a:ext cx="3822192" cy="641391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3" y="3437732"/>
            <a:ext cx="3820055" cy="27040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84932"/>
            <a:ext cx="3822192" cy="641391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37732"/>
            <a:ext cx="3822192" cy="27040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5104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224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9182"/>
            <a:ext cx="8695944" cy="1430096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6010"/>
            <a:ext cx="8723376" cy="1333260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8571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9182"/>
            <a:ext cx="8695944" cy="1430096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90520"/>
            <a:ext cx="3352800" cy="190985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6009"/>
            <a:ext cx="8723376" cy="1334971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91821"/>
            <a:ext cx="3352800" cy="125591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33457"/>
            <a:ext cx="3904076" cy="3819702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5442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9182"/>
            <a:ext cx="8695944" cy="605040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67596"/>
            <a:ext cx="8723376" cy="1334971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6" y="339529"/>
            <a:ext cx="3812645" cy="2436122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4" y="2792626"/>
            <a:ext cx="3818467" cy="242763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5093"/>
            <a:ext cx="3566160" cy="2933531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92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2237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9182"/>
            <a:ext cx="8695944" cy="1430096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6009"/>
            <a:ext cx="8723376" cy="1334971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51487"/>
            <a:ext cx="2057400" cy="4498759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51487"/>
            <a:ext cx="6019800" cy="4498760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723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11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0318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7162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4380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2287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186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0718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9485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80954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26592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1621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5221"/>
            <a:ext cx="6858000" cy="239368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11210"/>
            <a:ext cx="6858000" cy="165997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112658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474646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14092"/>
            <a:ext cx="7886700" cy="286000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601150"/>
            <a:ext cx="7886700" cy="150400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446651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580779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6055"/>
            <a:ext cx="7886700" cy="13289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5444"/>
            <a:ext cx="3868340" cy="826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11454"/>
            <a:ext cx="3868340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5444"/>
            <a:ext cx="3887391" cy="826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11454"/>
            <a:ext cx="3887391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670315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784252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954760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9940"/>
            <a:ext cx="4629150" cy="48860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434342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434342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434342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79123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9940"/>
            <a:ext cx="4629150" cy="48860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0029767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697905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6055"/>
            <a:ext cx="1971675" cy="582663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6055"/>
            <a:ext cx="5800725" cy="582663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653109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5221"/>
            <a:ext cx="6858000" cy="239368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11210"/>
            <a:ext cx="6858000" cy="165997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93619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75157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14092"/>
            <a:ext cx="7886700" cy="286000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601150"/>
            <a:ext cx="7886700" cy="150400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3488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16630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6055"/>
            <a:ext cx="7886700" cy="13289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5444"/>
            <a:ext cx="3868340" cy="826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11454"/>
            <a:ext cx="3868340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5444"/>
            <a:ext cx="3887391" cy="826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11454"/>
            <a:ext cx="3887391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02343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048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01825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9940"/>
            <a:ext cx="4629150" cy="48860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90172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9940"/>
            <a:ext cx="4629150" cy="48860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74758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46894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6055"/>
            <a:ext cx="1971675" cy="582663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6055"/>
            <a:ext cx="5800725" cy="582663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46124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1"/>
            <a:ext cx="7772400" cy="14737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2"/>
          </a:xfrm>
        </p:spPr>
        <p:txBody>
          <a:bodyPr/>
          <a:lstStyle>
            <a:lvl1pPr marL="0" indent="0" algn="ctr">
              <a:buNone/>
              <a:defRPr/>
            </a:lvl1pPr>
            <a:lvl2pPr marL="341975" indent="0" algn="ctr">
              <a:buNone/>
              <a:defRPr/>
            </a:lvl2pPr>
            <a:lvl3pPr marL="683948" indent="0" algn="ctr">
              <a:buNone/>
              <a:defRPr/>
            </a:lvl3pPr>
            <a:lvl4pPr marL="1025924" indent="0" algn="ctr">
              <a:buNone/>
              <a:defRPr/>
            </a:lvl4pPr>
            <a:lvl5pPr marL="1367897" indent="0" algn="ctr">
              <a:buNone/>
              <a:defRPr/>
            </a:lvl5pPr>
            <a:lvl6pPr marL="1709872" indent="0" algn="ctr">
              <a:buNone/>
              <a:defRPr/>
            </a:lvl6pPr>
            <a:lvl7pPr marL="2051846" indent="0" algn="ctr">
              <a:buNone/>
              <a:defRPr/>
            </a:lvl7pPr>
            <a:lvl8pPr marL="2393821" indent="0" algn="ctr">
              <a:buNone/>
              <a:defRPr/>
            </a:lvl8pPr>
            <a:lvl9pPr marL="2735795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EFF778-B7FB-491E-8477-7191639F52CD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04298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0F182-571D-4233-A6A2-2722C86F940D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00932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3"/>
            <a:ext cx="7772400" cy="1365544"/>
          </a:xfrm>
        </p:spPr>
        <p:txBody>
          <a:bodyPr anchor="t"/>
          <a:lstStyle>
            <a:lvl1pPr algn="l">
              <a:defRPr sz="2992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6"/>
            <a:ext cx="7772400" cy="1504007"/>
          </a:xfrm>
        </p:spPr>
        <p:txBody>
          <a:bodyPr anchor="b"/>
          <a:lstStyle>
            <a:lvl1pPr marL="0" indent="0">
              <a:buNone/>
              <a:defRPr sz="1496"/>
            </a:lvl1pPr>
            <a:lvl2pPr marL="341975" indent="0">
              <a:buNone/>
              <a:defRPr sz="1346"/>
            </a:lvl2pPr>
            <a:lvl3pPr marL="683948" indent="0">
              <a:buNone/>
              <a:defRPr sz="1197"/>
            </a:lvl3pPr>
            <a:lvl4pPr marL="1025924" indent="0">
              <a:buNone/>
              <a:defRPr sz="1048"/>
            </a:lvl4pPr>
            <a:lvl5pPr marL="1367897" indent="0">
              <a:buNone/>
              <a:defRPr sz="1048"/>
            </a:lvl5pPr>
            <a:lvl6pPr marL="1709872" indent="0">
              <a:buNone/>
              <a:defRPr sz="1048"/>
            </a:lvl6pPr>
            <a:lvl7pPr marL="2051846" indent="0">
              <a:buNone/>
              <a:defRPr sz="1048"/>
            </a:lvl7pPr>
            <a:lvl8pPr marL="2393821" indent="0">
              <a:buNone/>
              <a:defRPr sz="1048"/>
            </a:lvl8pPr>
            <a:lvl9pPr marL="2735795" indent="0">
              <a:buNone/>
              <a:defRPr sz="1048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19E9C-3552-4C90-BD81-1331D08FB74D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3851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6"/>
            <a:ext cx="4038600" cy="4537488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6"/>
            <a:ext cx="4038600" cy="4537488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24023-8514-45FF-966F-1F2B7B786B87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9917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75" indent="0">
              <a:buNone/>
              <a:defRPr sz="1496" b="1"/>
            </a:lvl2pPr>
            <a:lvl3pPr marL="683948" indent="0">
              <a:buNone/>
              <a:defRPr sz="1346" b="1"/>
            </a:lvl3pPr>
            <a:lvl4pPr marL="1025924" indent="0">
              <a:buNone/>
              <a:defRPr sz="1197" b="1"/>
            </a:lvl4pPr>
            <a:lvl5pPr marL="1367897" indent="0">
              <a:buNone/>
              <a:defRPr sz="1197" b="1"/>
            </a:lvl5pPr>
            <a:lvl6pPr marL="1709872" indent="0">
              <a:buNone/>
              <a:defRPr sz="1197" b="1"/>
            </a:lvl6pPr>
            <a:lvl7pPr marL="2051846" indent="0">
              <a:buNone/>
              <a:defRPr sz="1197" b="1"/>
            </a:lvl7pPr>
            <a:lvl8pPr marL="2393821" indent="0">
              <a:buNone/>
              <a:defRPr sz="1197" b="1"/>
            </a:lvl8pPr>
            <a:lvl9pPr marL="2735795" indent="0">
              <a:buNone/>
              <a:defRPr sz="1197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4"/>
            <a:ext cx="4040188" cy="3961350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8" y="1539022"/>
            <a:ext cx="4041775" cy="641391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75" indent="0">
              <a:buNone/>
              <a:defRPr sz="1496" b="1"/>
            </a:lvl2pPr>
            <a:lvl3pPr marL="683948" indent="0">
              <a:buNone/>
              <a:defRPr sz="1346" b="1"/>
            </a:lvl3pPr>
            <a:lvl4pPr marL="1025924" indent="0">
              <a:buNone/>
              <a:defRPr sz="1197" b="1"/>
            </a:lvl4pPr>
            <a:lvl5pPr marL="1367897" indent="0">
              <a:buNone/>
              <a:defRPr sz="1197" b="1"/>
            </a:lvl5pPr>
            <a:lvl6pPr marL="1709872" indent="0">
              <a:buNone/>
              <a:defRPr sz="1197" b="1"/>
            </a:lvl6pPr>
            <a:lvl7pPr marL="2051846" indent="0">
              <a:buNone/>
              <a:defRPr sz="1197" b="1"/>
            </a:lvl7pPr>
            <a:lvl8pPr marL="2393821" indent="0">
              <a:buNone/>
              <a:defRPr sz="1197" b="1"/>
            </a:lvl8pPr>
            <a:lvl9pPr marL="2735795" indent="0">
              <a:buNone/>
              <a:defRPr sz="1197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8" y="2180414"/>
            <a:ext cx="4041775" cy="3961350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905FE6-E6AD-433B-8857-68BADD6B5609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79073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9F41F8-DD22-47C6-9017-8BBAF009ACB7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1045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2A48F-D074-41BE-9F1C-DE56A5EB36A1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37389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2" y="273745"/>
            <a:ext cx="3008313" cy="1165009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8"/>
          </a:xfrm>
        </p:spPr>
        <p:txBody>
          <a:bodyPr/>
          <a:lstStyle>
            <a:lvl1pPr>
              <a:defRPr sz="2393"/>
            </a:lvl1pPr>
            <a:lvl2pPr>
              <a:defRPr sz="2094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2" y="1438756"/>
            <a:ext cx="3008313" cy="4703008"/>
          </a:xfrm>
        </p:spPr>
        <p:txBody>
          <a:bodyPr/>
          <a:lstStyle>
            <a:lvl1pPr marL="0" indent="0">
              <a:buNone/>
              <a:defRPr sz="1048"/>
            </a:lvl1pPr>
            <a:lvl2pPr marL="341975" indent="0">
              <a:buNone/>
              <a:defRPr sz="898"/>
            </a:lvl2pPr>
            <a:lvl3pPr marL="683948" indent="0">
              <a:buNone/>
              <a:defRPr sz="749"/>
            </a:lvl3pPr>
            <a:lvl4pPr marL="1025924" indent="0">
              <a:buNone/>
              <a:defRPr sz="674"/>
            </a:lvl4pPr>
            <a:lvl5pPr marL="1367897" indent="0">
              <a:buNone/>
              <a:defRPr sz="674"/>
            </a:lvl5pPr>
            <a:lvl6pPr marL="1709872" indent="0">
              <a:buNone/>
              <a:defRPr sz="674"/>
            </a:lvl6pPr>
            <a:lvl7pPr marL="2051846" indent="0">
              <a:buNone/>
              <a:defRPr sz="674"/>
            </a:lvl7pPr>
            <a:lvl8pPr marL="2393821" indent="0">
              <a:buNone/>
              <a:defRPr sz="674"/>
            </a:lvl8pPr>
            <a:lvl9pPr marL="2735795" indent="0">
              <a:buNone/>
              <a:defRPr sz="674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93F2BE-957E-4D72-85EF-249C44AA9981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51194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2393"/>
            </a:lvl1pPr>
            <a:lvl2pPr marL="341975" indent="0">
              <a:buNone/>
              <a:defRPr sz="2094"/>
            </a:lvl2pPr>
            <a:lvl3pPr marL="683948" indent="0">
              <a:buNone/>
              <a:defRPr sz="1795"/>
            </a:lvl3pPr>
            <a:lvl4pPr marL="1025924" indent="0">
              <a:buNone/>
              <a:defRPr sz="1496"/>
            </a:lvl4pPr>
            <a:lvl5pPr marL="1367897" indent="0">
              <a:buNone/>
              <a:defRPr sz="1496"/>
            </a:lvl5pPr>
            <a:lvl6pPr marL="1709872" indent="0">
              <a:buNone/>
              <a:defRPr sz="1496"/>
            </a:lvl6pPr>
            <a:lvl7pPr marL="2051846" indent="0">
              <a:buNone/>
              <a:defRPr sz="1496"/>
            </a:lvl7pPr>
            <a:lvl8pPr marL="2393821" indent="0">
              <a:buNone/>
              <a:defRPr sz="1496"/>
            </a:lvl8pPr>
            <a:lvl9pPr marL="2735795" indent="0">
              <a:buNone/>
              <a:defRPr sz="1496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6"/>
            <a:ext cx="5486400" cy="806912"/>
          </a:xfrm>
        </p:spPr>
        <p:txBody>
          <a:bodyPr/>
          <a:lstStyle>
            <a:lvl1pPr marL="0" indent="0">
              <a:buNone/>
              <a:defRPr sz="1048"/>
            </a:lvl1pPr>
            <a:lvl2pPr marL="341975" indent="0">
              <a:buNone/>
              <a:defRPr sz="898"/>
            </a:lvl2pPr>
            <a:lvl3pPr marL="683948" indent="0">
              <a:buNone/>
              <a:defRPr sz="749"/>
            </a:lvl3pPr>
            <a:lvl4pPr marL="1025924" indent="0">
              <a:buNone/>
              <a:defRPr sz="674"/>
            </a:lvl4pPr>
            <a:lvl5pPr marL="1367897" indent="0">
              <a:buNone/>
              <a:defRPr sz="674"/>
            </a:lvl5pPr>
            <a:lvl6pPr marL="1709872" indent="0">
              <a:buNone/>
              <a:defRPr sz="674"/>
            </a:lvl6pPr>
            <a:lvl7pPr marL="2051846" indent="0">
              <a:buNone/>
              <a:defRPr sz="674"/>
            </a:lvl7pPr>
            <a:lvl8pPr marL="2393821" indent="0">
              <a:buNone/>
              <a:defRPr sz="674"/>
            </a:lvl8pPr>
            <a:lvl9pPr marL="2735795" indent="0">
              <a:buNone/>
              <a:defRPr sz="674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814659-3C75-47CF-A058-6D8093E12AF8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4295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C00FFD-2A5F-46A2-ADD9-D1A1774412C8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8610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40"/>
            <a:ext cx="2057400" cy="58664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40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6839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A0668F-FECD-4825-8780-0968B347E9C7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84168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00070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0777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78894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22844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67656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43543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25823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28135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75479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9546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60461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1"/>
            <a:ext cx="7772400" cy="14737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/>
            </a:lvl1pPr>
            <a:lvl2pPr marL="458343" indent="0" algn="ctr">
              <a:buNone/>
              <a:defRPr/>
            </a:lvl2pPr>
            <a:lvl3pPr marL="916686" indent="0" algn="ctr">
              <a:buNone/>
              <a:defRPr/>
            </a:lvl3pPr>
            <a:lvl4pPr marL="1375029" indent="0" algn="ctr">
              <a:buNone/>
              <a:defRPr/>
            </a:lvl4pPr>
            <a:lvl5pPr marL="1833372" indent="0" algn="ctr">
              <a:buNone/>
              <a:defRPr/>
            </a:lvl5pPr>
            <a:lvl6pPr marL="2291715" indent="0" algn="ctr">
              <a:buNone/>
              <a:defRPr/>
            </a:lvl6pPr>
            <a:lvl7pPr marL="2750058" indent="0" algn="ctr">
              <a:buNone/>
              <a:defRPr/>
            </a:lvl7pPr>
            <a:lvl8pPr marL="3208401" indent="0" algn="ctr">
              <a:buNone/>
              <a:defRPr/>
            </a:lvl8pPr>
            <a:lvl9pPr marL="3666744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EFF778-B7FB-491E-8477-7191639F52CD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718399"/>
      </p:ext>
    </p:extLst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0F182-571D-4233-A6A2-2722C86F940D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41264"/>
      </p:ext>
    </p:extLst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3"/>
            <a:ext cx="7772400" cy="1365543"/>
          </a:xfrm>
        </p:spPr>
        <p:txBody>
          <a:bodyPr anchor="t"/>
          <a:lstStyle>
            <a:lvl1pPr algn="l">
              <a:defRPr sz="401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5"/>
            </a:lvl1pPr>
            <a:lvl2pPr marL="458343" indent="0">
              <a:buNone/>
              <a:defRPr sz="1805"/>
            </a:lvl2pPr>
            <a:lvl3pPr marL="916686" indent="0">
              <a:buNone/>
              <a:defRPr sz="1604"/>
            </a:lvl3pPr>
            <a:lvl4pPr marL="1375029" indent="0">
              <a:buNone/>
              <a:defRPr sz="1404"/>
            </a:lvl4pPr>
            <a:lvl5pPr marL="1833372" indent="0">
              <a:buNone/>
              <a:defRPr sz="1404"/>
            </a:lvl5pPr>
            <a:lvl6pPr marL="2291715" indent="0">
              <a:buNone/>
              <a:defRPr sz="1404"/>
            </a:lvl6pPr>
            <a:lvl7pPr marL="2750058" indent="0">
              <a:buNone/>
              <a:defRPr sz="1404"/>
            </a:lvl7pPr>
            <a:lvl8pPr marL="3208401" indent="0">
              <a:buNone/>
              <a:defRPr sz="1404"/>
            </a:lvl8pPr>
            <a:lvl9pPr marL="3666744" indent="0">
              <a:buNone/>
              <a:defRPr sz="1404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19E9C-3552-4C90-BD81-1331D08FB74D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9349"/>
      </p:ext>
    </p:extLst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6"/>
            <a:ext cx="4038600" cy="4537488"/>
          </a:xfrm>
        </p:spPr>
        <p:txBody>
          <a:bodyPr/>
          <a:lstStyle>
            <a:lvl1pPr>
              <a:defRPr sz="2807"/>
            </a:lvl1pPr>
            <a:lvl2pPr>
              <a:defRPr sz="2406"/>
            </a:lvl2pPr>
            <a:lvl3pPr>
              <a:defRPr sz="2005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6"/>
            <a:ext cx="4038600" cy="4537488"/>
          </a:xfrm>
        </p:spPr>
        <p:txBody>
          <a:bodyPr/>
          <a:lstStyle>
            <a:lvl1pPr>
              <a:defRPr sz="2807"/>
            </a:lvl1pPr>
            <a:lvl2pPr>
              <a:defRPr sz="2406"/>
            </a:lvl2pPr>
            <a:lvl3pPr>
              <a:defRPr sz="2005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B24023-8514-45FF-966F-1F2B7B786B87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083578"/>
      </p:ext>
    </p:extLst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6" b="1"/>
            </a:lvl1pPr>
            <a:lvl2pPr marL="458343" indent="0">
              <a:buNone/>
              <a:defRPr sz="2005" b="1"/>
            </a:lvl2pPr>
            <a:lvl3pPr marL="916686" indent="0">
              <a:buNone/>
              <a:defRPr sz="1805" b="1"/>
            </a:lvl3pPr>
            <a:lvl4pPr marL="1375029" indent="0">
              <a:buNone/>
              <a:defRPr sz="1604" b="1"/>
            </a:lvl4pPr>
            <a:lvl5pPr marL="1833372" indent="0">
              <a:buNone/>
              <a:defRPr sz="1604" b="1"/>
            </a:lvl5pPr>
            <a:lvl6pPr marL="2291715" indent="0">
              <a:buNone/>
              <a:defRPr sz="1604" b="1"/>
            </a:lvl6pPr>
            <a:lvl7pPr marL="2750058" indent="0">
              <a:buNone/>
              <a:defRPr sz="1604" b="1"/>
            </a:lvl7pPr>
            <a:lvl8pPr marL="3208401" indent="0">
              <a:buNone/>
              <a:defRPr sz="1604" b="1"/>
            </a:lvl8pPr>
            <a:lvl9pPr marL="3666744" indent="0">
              <a:buNone/>
              <a:defRPr sz="1604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805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6" b="1"/>
            </a:lvl1pPr>
            <a:lvl2pPr marL="458343" indent="0">
              <a:buNone/>
              <a:defRPr sz="2005" b="1"/>
            </a:lvl2pPr>
            <a:lvl3pPr marL="916686" indent="0">
              <a:buNone/>
              <a:defRPr sz="1805" b="1"/>
            </a:lvl3pPr>
            <a:lvl4pPr marL="1375029" indent="0">
              <a:buNone/>
              <a:defRPr sz="1604" b="1"/>
            </a:lvl4pPr>
            <a:lvl5pPr marL="1833372" indent="0">
              <a:buNone/>
              <a:defRPr sz="1604" b="1"/>
            </a:lvl5pPr>
            <a:lvl6pPr marL="2291715" indent="0">
              <a:buNone/>
              <a:defRPr sz="1604" b="1"/>
            </a:lvl6pPr>
            <a:lvl7pPr marL="2750058" indent="0">
              <a:buNone/>
              <a:defRPr sz="1604" b="1"/>
            </a:lvl7pPr>
            <a:lvl8pPr marL="3208401" indent="0">
              <a:buNone/>
              <a:defRPr sz="1604" b="1"/>
            </a:lvl8pPr>
            <a:lvl9pPr marL="3666744" indent="0">
              <a:buNone/>
              <a:defRPr sz="1604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805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905FE6-E6AD-433B-8857-68BADD6B5609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740475"/>
      </p:ext>
    </p:extLst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9F41F8-DD22-47C6-9017-8BBAF009ACB7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336381"/>
      </p:ext>
    </p:extLst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2A48F-D074-41BE-9F1C-DE56A5EB36A1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582121"/>
      </p:ext>
    </p:extLst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5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7"/>
            <a:ext cx="5111750" cy="5868017"/>
          </a:xfrm>
        </p:spPr>
        <p:txBody>
          <a:bodyPr/>
          <a:lstStyle>
            <a:lvl1pPr>
              <a:defRPr sz="3208"/>
            </a:lvl1pPr>
            <a:lvl2pPr>
              <a:defRPr sz="2807"/>
            </a:lvl2pPr>
            <a:lvl3pPr>
              <a:defRPr sz="2406"/>
            </a:lvl3pPr>
            <a:lvl4pPr>
              <a:defRPr sz="2005"/>
            </a:lvl4pPr>
            <a:lvl5pPr>
              <a:defRPr sz="2005"/>
            </a:lvl5pPr>
            <a:lvl6pPr>
              <a:defRPr sz="2005"/>
            </a:lvl6pPr>
            <a:lvl7pPr>
              <a:defRPr sz="2005"/>
            </a:lvl7pPr>
            <a:lvl8pPr>
              <a:defRPr sz="2005"/>
            </a:lvl8pPr>
            <a:lvl9pPr>
              <a:defRPr sz="2005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6"/>
            <a:ext cx="3008313" cy="4703008"/>
          </a:xfrm>
        </p:spPr>
        <p:txBody>
          <a:bodyPr/>
          <a:lstStyle>
            <a:lvl1pPr marL="0" indent="0">
              <a:buNone/>
              <a:defRPr sz="1404"/>
            </a:lvl1pPr>
            <a:lvl2pPr marL="458343" indent="0">
              <a:buNone/>
              <a:defRPr sz="1203"/>
            </a:lvl2pPr>
            <a:lvl3pPr marL="916686" indent="0">
              <a:buNone/>
              <a:defRPr sz="1003"/>
            </a:lvl3pPr>
            <a:lvl4pPr marL="1375029" indent="0">
              <a:buNone/>
              <a:defRPr sz="902"/>
            </a:lvl4pPr>
            <a:lvl5pPr marL="1833372" indent="0">
              <a:buNone/>
              <a:defRPr sz="902"/>
            </a:lvl5pPr>
            <a:lvl6pPr marL="2291715" indent="0">
              <a:buNone/>
              <a:defRPr sz="902"/>
            </a:lvl6pPr>
            <a:lvl7pPr marL="2750058" indent="0">
              <a:buNone/>
              <a:defRPr sz="902"/>
            </a:lvl7pPr>
            <a:lvl8pPr marL="3208401" indent="0">
              <a:buNone/>
              <a:defRPr sz="902"/>
            </a:lvl8pPr>
            <a:lvl9pPr marL="3666744" indent="0">
              <a:buNone/>
              <a:defRPr sz="902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93F2BE-957E-4D72-85EF-249C44AA9981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3934796"/>
      </p:ext>
    </p:extLst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5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8"/>
            </a:lvl1pPr>
            <a:lvl2pPr marL="458343" indent="0">
              <a:buNone/>
              <a:defRPr sz="2807"/>
            </a:lvl2pPr>
            <a:lvl3pPr marL="916686" indent="0">
              <a:buNone/>
              <a:defRPr sz="2406"/>
            </a:lvl3pPr>
            <a:lvl4pPr marL="1375029" indent="0">
              <a:buNone/>
              <a:defRPr sz="2005"/>
            </a:lvl4pPr>
            <a:lvl5pPr marL="1833372" indent="0">
              <a:buNone/>
              <a:defRPr sz="2005"/>
            </a:lvl5pPr>
            <a:lvl6pPr marL="2291715" indent="0">
              <a:buNone/>
              <a:defRPr sz="2005"/>
            </a:lvl6pPr>
            <a:lvl7pPr marL="2750058" indent="0">
              <a:buNone/>
              <a:defRPr sz="2005"/>
            </a:lvl7pPr>
            <a:lvl8pPr marL="3208401" indent="0">
              <a:buNone/>
              <a:defRPr sz="2005"/>
            </a:lvl8pPr>
            <a:lvl9pPr marL="3666744" indent="0">
              <a:buNone/>
              <a:defRPr sz="2005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4"/>
            </a:lvl1pPr>
            <a:lvl2pPr marL="458343" indent="0">
              <a:buNone/>
              <a:defRPr sz="1203"/>
            </a:lvl2pPr>
            <a:lvl3pPr marL="916686" indent="0">
              <a:buNone/>
              <a:defRPr sz="1003"/>
            </a:lvl3pPr>
            <a:lvl4pPr marL="1375029" indent="0">
              <a:buNone/>
              <a:defRPr sz="902"/>
            </a:lvl4pPr>
            <a:lvl5pPr marL="1833372" indent="0">
              <a:buNone/>
              <a:defRPr sz="902"/>
            </a:lvl5pPr>
            <a:lvl6pPr marL="2291715" indent="0">
              <a:buNone/>
              <a:defRPr sz="902"/>
            </a:lvl6pPr>
            <a:lvl7pPr marL="2750058" indent="0">
              <a:buNone/>
              <a:defRPr sz="902"/>
            </a:lvl7pPr>
            <a:lvl8pPr marL="3208401" indent="0">
              <a:buNone/>
              <a:defRPr sz="902"/>
            </a:lvl8pPr>
            <a:lvl9pPr marL="3666744" indent="0">
              <a:buNone/>
              <a:defRPr sz="902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814659-3C75-47CF-A058-6D8093E12AF8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512972"/>
      </p:ext>
    </p:extLst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C00FFD-2A5F-46A2-ADD9-D1A1774412C8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652882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9"/>
            <a:ext cx="2057400" cy="58664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9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A0668F-FECD-4825-8780-0968B347E9C7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841785"/>
      </p:ext>
    </p:extLst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71994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1823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84926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60716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69559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61823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25484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3139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09996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1354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75263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15737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2561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10146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07761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42264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03464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61249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56110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25446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0536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97609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5221"/>
            <a:ext cx="7772400" cy="239368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11210"/>
            <a:ext cx="6858000" cy="165997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99660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33199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4093"/>
            <a:ext cx="7886700" cy="286000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601151"/>
            <a:ext cx="7886700" cy="15040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54871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30274"/>
            <a:ext cx="3886200" cy="436241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84473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6056"/>
            <a:ext cx="7886700" cy="13289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5444"/>
            <a:ext cx="3868340" cy="8260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11454"/>
            <a:ext cx="3868340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5444"/>
            <a:ext cx="3887391" cy="8260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11454"/>
            <a:ext cx="3887391" cy="369397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88506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5579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06728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9941"/>
            <a:ext cx="4629150" cy="48860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43228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8364"/>
            <a:ext cx="2949178" cy="16042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9941"/>
            <a:ext cx="4629150" cy="48860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62639"/>
            <a:ext cx="2949178" cy="38212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24767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0533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6055"/>
            <a:ext cx="1971675" cy="582663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6055"/>
            <a:ext cx="5800725" cy="582663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9159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46716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011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31236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3296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5821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40253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36404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3988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99822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26784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11223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1925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969497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99294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81685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52269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9155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77569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77447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0681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52258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81045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680001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23842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309720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24775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20617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21577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00399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4902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46878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15042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764037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62895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14282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225530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32422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183502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777963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07480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0018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16225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048681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9431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5850"/>
            <a:ext cx="7772400" cy="147376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96096"/>
            <a:ext cx="6400800" cy="1757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38917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90025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18122"/>
            <a:ext cx="7772400" cy="13655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14115"/>
            <a:ext cx="7772400" cy="150400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52582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4275"/>
            <a:ext cx="4038600" cy="4537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88261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9022"/>
            <a:ext cx="4040188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80413"/>
            <a:ext cx="4040188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9022"/>
            <a:ext cx="4041775" cy="641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80413"/>
            <a:ext cx="4041775" cy="39613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9750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102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7938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745"/>
            <a:ext cx="3008313" cy="11650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746"/>
            <a:ext cx="5111750" cy="58680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8755"/>
            <a:ext cx="3008313" cy="47030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92435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12824"/>
            <a:ext cx="5486400" cy="5681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4335"/>
            <a:ext cx="5486400" cy="412527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81005"/>
            <a:ext cx="5486400" cy="8069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90310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04493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5338"/>
            <a:ext cx="2057400" cy="58664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5338"/>
            <a:ext cx="6019800" cy="58664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6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4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6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7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4.xml"/><Relationship Id="rId9" Type="http://schemas.openxmlformats.org/officeDocument/2006/relationships/slideLayout" Target="../slideLayouts/slideLayout169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8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73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3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200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6056"/>
            <a:ext cx="7886700" cy="1328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30274"/>
            <a:ext cx="7886700" cy="4362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72537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0D5F0-5954-46CA-95E6-E9A0A73DBFD3}" type="datetimeFigureOut">
              <a:rPr lang="fr-FR" smtClean="0"/>
              <a:t>04/06/2023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2537"/>
            <a:ext cx="30861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72537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4E429-C472-4795-BA07-C47F6D8090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8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338"/>
            <a:ext cx="8229600" cy="114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276"/>
            <a:ext cx="8229600" cy="453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 smtClean="0"/>
              <a:t>Haga clic para modificar el estilo de texto del patrón</a:t>
            </a:r>
          </a:p>
          <a:p>
            <a:pPr lvl="1"/>
            <a:r>
              <a:rPr lang="es-ES" altLang="fr-FR" smtClean="0"/>
              <a:t>Segundo nivel</a:t>
            </a:r>
          </a:p>
          <a:p>
            <a:pPr lvl="2"/>
            <a:r>
              <a:rPr lang="es-ES" altLang="fr-FR" smtClean="0"/>
              <a:t>Tercer nivel</a:t>
            </a:r>
          </a:p>
          <a:p>
            <a:pPr lvl="3"/>
            <a:r>
              <a:rPr lang="es-ES" altLang="fr-FR" smtClean="0"/>
              <a:t>Cuarto nivel</a:t>
            </a:r>
          </a:p>
          <a:p>
            <a:pPr lvl="4"/>
            <a:r>
              <a:rPr lang="es-ES" altLang="fr-FR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61128"/>
            <a:ext cx="2133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61128"/>
            <a:ext cx="2895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61128"/>
            <a:ext cx="2133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2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44009E-035D-4B92-9084-809B0B15EB88}" type="slidenum">
              <a:rPr kumimoji="0" lang="es-ES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21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29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5pPr>
      <a:lvl6pPr marL="457109"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6pPr>
      <a:lvl7pPr marL="914217"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7pPr>
      <a:lvl8pPr marL="1371326"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8pPr>
      <a:lvl9pPr marL="1828434" algn="ctr" rtl="0" fontAlgn="base">
        <a:spcBef>
          <a:spcPct val="0"/>
        </a:spcBef>
        <a:spcAft>
          <a:spcPct val="0"/>
        </a:spcAft>
        <a:defRPr sz="4399">
          <a:solidFill>
            <a:schemeClr val="tx2"/>
          </a:solidFill>
          <a:latin typeface="Arial" charset="0"/>
        </a:defRPr>
      </a:lvl9pPr>
    </p:titleStyle>
    <p:bodyStyle>
      <a:lvl1pPr marL="342831" indent="-342831" algn="l" rtl="0" fontAlgn="base">
        <a:spcBef>
          <a:spcPct val="20000"/>
        </a:spcBef>
        <a:spcAft>
          <a:spcPct val="0"/>
        </a:spcAft>
        <a:buChar char="•"/>
        <a:defRPr sz="3199">
          <a:solidFill>
            <a:schemeClr val="tx1"/>
          </a:solidFill>
          <a:latin typeface="+mn-lt"/>
          <a:ea typeface="+mn-ea"/>
          <a:cs typeface="+mn-cs"/>
        </a:defRPr>
      </a:lvl1pPr>
      <a:lvl2pPr marL="742801" indent="-285693" algn="l" rtl="0" fontAlgn="base">
        <a:spcBef>
          <a:spcPct val="20000"/>
        </a:spcBef>
        <a:spcAft>
          <a:spcPct val="0"/>
        </a:spcAft>
        <a:buChar char="–"/>
        <a:defRPr sz="2799">
          <a:solidFill>
            <a:schemeClr val="tx1"/>
          </a:solidFill>
          <a:latin typeface="+mn-lt"/>
        </a:defRPr>
      </a:lvl2pPr>
      <a:lvl3pPr marL="1142771" indent="-228554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9880" indent="-228554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6989" indent="-22855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097" indent="-22855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206" indent="-22855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314" indent="-22855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5423" indent="-22855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904585"/>
            <a:ext cx="2470456" cy="266530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534759"/>
            <a:ext cx="6554867" cy="3777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6" y="6187920"/>
            <a:ext cx="1200463" cy="36605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87917"/>
            <a:ext cx="5811724" cy="36605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7" y="5592683"/>
            <a:ext cx="856907" cy="6716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322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9182"/>
            <a:ext cx="8695944" cy="2475167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83706"/>
            <a:ext cx="8723376" cy="1333260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9189"/>
            <a:ext cx="8229600" cy="1255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66080"/>
            <a:ext cx="378669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5858B1A-EA9B-4F1B-80AA-967C4801C77F}" type="datetimeFigureOut">
              <a:rPr lang="fr-FR" smtClean="0">
                <a:solidFill>
                  <a:srgbClr val="073E87"/>
                </a:solidFill>
              </a:rPr>
              <a:pPr/>
              <a:t>04/06/2023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9" y="6266080"/>
            <a:ext cx="3786691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fr-FR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66079"/>
            <a:ext cx="1161826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33482A-285B-4DCB-9229-25D1B6ED3A6E}" type="slidenum">
              <a:rPr lang="fr-FR" smtClean="0">
                <a:solidFill>
                  <a:srgbClr val="073E87"/>
                </a:solidFill>
              </a:rPr>
              <a:pPr/>
              <a:t>‹N°›</a:t>
            </a:fld>
            <a:endParaRPr lang="fr-FR">
              <a:solidFill>
                <a:srgbClr val="073E8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8" y="2682280"/>
            <a:ext cx="7408333" cy="3459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83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05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6055"/>
            <a:ext cx="7886700" cy="1328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30274"/>
            <a:ext cx="7886700" cy="4362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72536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72536"/>
            <a:ext cx="30861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72536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12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ransition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6055"/>
            <a:ext cx="7886700" cy="1328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30274"/>
            <a:ext cx="7886700" cy="4362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72536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72536"/>
            <a:ext cx="30861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72536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73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338"/>
            <a:ext cx="8229600" cy="114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276"/>
            <a:ext cx="8229600" cy="453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 smtClean="0"/>
              <a:t>Haga clic para modificar el estilo de texto del patrón</a:t>
            </a:r>
          </a:p>
          <a:p>
            <a:pPr lvl="1"/>
            <a:r>
              <a:rPr lang="es-ES" altLang="fr-FR" smtClean="0"/>
              <a:t>Segundo nivel</a:t>
            </a:r>
          </a:p>
          <a:p>
            <a:pPr lvl="2"/>
            <a:r>
              <a:rPr lang="es-ES" altLang="fr-FR" smtClean="0"/>
              <a:t>Tercer nivel</a:t>
            </a:r>
          </a:p>
          <a:p>
            <a:pPr lvl="3"/>
            <a:r>
              <a:rPr lang="es-ES" altLang="fr-FR" smtClean="0"/>
              <a:t>Cuarto nivel</a:t>
            </a:r>
          </a:p>
          <a:p>
            <a:pPr lvl="4"/>
            <a:r>
              <a:rPr lang="es-ES" altLang="fr-FR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61129"/>
            <a:ext cx="2133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48" smtClean="0"/>
            </a:lvl1pPr>
          </a:lstStyle>
          <a:p>
            <a:pPr marL="0" marR="0" lvl="0" indent="0" algn="l" defTabSz="6839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61129"/>
            <a:ext cx="2895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48" smtClean="0"/>
            </a:lvl1pPr>
          </a:lstStyle>
          <a:p>
            <a:pPr marL="0" marR="0" lvl="0" indent="0" algn="ctr" defTabSz="6839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61129"/>
            <a:ext cx="2133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48" smtClean="0"/>
            </a:lvl1pPr>
          </a:lstStyle>
          <a:p>
            <a:pPr marL="0" marR="0" lvl="0" indent="0" algn="r" defTabSz="68394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8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94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8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98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5pPr>
      <a:lvl6pPr marL="341975" algn="ctr" rtl="0" fontAlgn="base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6pPr>
      <a:lvl7pPr marL="683948" algn="ctr" rtl="0" fontAlgn="base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7pPr>
      <a:lvl8pPr marL="1025924" algn="ctr" rtl="0" fontAlgn="base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8pPr>
      <a:lvl9pPr marL="1367897" algn="ctr" rtl="0" fontAlgn="base">
        <a:spcBef>
          <a:spcPct val="0"/>
        </a:spcBef>
        <a:spcAft>
          <a:spcPct val="0"/>
        </a:spcAft>
        <a:defRPr sz="3291">
          <a:solidFill>
            <a:schemeClr val="tx2"/>
          </a:solidFill>
          <a:latin typeface="Arial" charset="0"/>
        </a:defRPr>
      </a:lvl9pPr>
    </p:titleStyle>
    <p:bodyStyle>
      <a:lvl1pPr marL="256481" indent="-256481" algn="l" rtl="0" eaLnBrk="0" fontAlgn="base" hangingPunct="0">
        <a:spcBef>
          <a:spcPct val="20000"/>
        </a:spcBef>
        <a:spcAft>
          <a:spcPct val="0"/>
        </a:spcAft>
        <a:buChar char="•"/>
        <a:defRPr sz="2393">
          <a:solidFill>
            <a:schemeClr val="tx1"/>
          </a:solidFill>
          <a:latin typeface="+mn-lt"/>
          <a:ea typeface="+mn-ea"/>
          <a:cs typeface="+mn-cs"/>
        </a:defRPr>
      </a:lvl1pPr>
      <a:lvl2pPr marL="555708" indent="-213734" algn="l" rtl="0" eaLnBrk="0" fontAlgn="base" hangingPunct="0">
        <a:spcBef>
          <a:spcPct val="20000"/>
        </a:spcBef>
        <a:spcAft>
          <a:spcPct val="0"/>
        </a:spcAft>
        <a:buChar char="–"/>
        <a:defRPr sz="2094">
          <a:solidFill>
            <a:schemeClr val="tx1"/>
          </a:solidFill>
          <a:latin typeface="+mn-lt"/>
        </a:defRPr>
      </a:lvl2pPr>
      <a:lvl3pPr marL="854936" indent="-170987" algn="l" rtl="0" eaLnBrk="0" fontAlgn="base" hangingPunct="0">
        <a:spcBef>
          <a:spcPct val="20000"/>
        </a:spcBef>
        <a:spcAft>
          <a:spcPct val="0"/>
        </a:spcAft>
        <a:buChar char="•"/>
        <a:defRPr sz="1795">
          <a:solidFill>
            <a:schemeClr val="tx1"/>
          </a:solidFill>
          <a:latin typeface="+mn-lt"/>
        </a:defRPr>
      </a:lvl3pPr>
      <a:lvl4pPr marL="1196910" indent="-170987" algn="l" rtl="0" eaLnBrk="0" fontAlgn="base" hangingPunct="0">
        <a:spcBef>
          <a:spcPct val="20000"/>
        </a:spcBef>
        <a:spcAft>
          <a:spcPct val="0"/>
        </a:spcAft>
        <a:buChar char="–"/>
        <a:defRPr sz="1496">
          <a:solidFill>
            <a:schemeClr val="tx1"/>
          </a:solidFill>
          <a:latin typeface="+mn-lt"/>
        </a:defRPr>
      </a:lvl4pPr>
      <a:lvl5pPr marL="1538885" indent="-170987" algn="l" rtl="0" eaLnBrk="0" fontAlgn="base" hangingPunct="0">
        <a:spcBef>
          <a:spcPct val="20000"/>
        </a:spcBef>
        <a:spcAft>
          <a:spcPct val="0"/>
        </a:spcAft>
        <a:buChar char="»"/>
        <a:defRPr sz="1496">
          <a:solidFill>
            <a:schemeClr val="tx1"/>
          </a:solidFill>
          <a:latin typeface="+mn-lt"/>
        </a:defRPr>
      </a:lvl5pPr>
      <a:lvl6pPr marL="1880859" indent="-170987" algn="l" rtl="0" fontAlgn="base">
        <a:spcBef>
          <a:spcPct val="20000"/>
        </a:spcBef>
        <a:spcAft>
          <a:spcPct val="0"/>
        </a:spcAft>
        <a:buChar char="»"/>
        <a:defRPr sz="1496">
          <a:solidFill>
            <a:schemeClr val="tx1"/>
          </a:solidFill>
          <a:latin typeface="+mn-lt"/>
        </a:defRPr>
      </a:lvl6pPr>
      <a:lvl7pPr marL="2222834" indent="-170987" algn="l" rtl="0" fontAlgn="base">
        <a:spcBef>
          <a:spcPct val="20000"/>
        </a:spcBef>
        <a:spcAft>
          <a:spcPct val="0"/>
        </a:spcAft>
        <a:buChar char="»"/>
        <a:defRPr sz="1496">
          <a:solidFill>
            <a:schemeClr val="tx1"/>
          </a:solidFill>
          <a:latin typeface="+mn-lt"/>
        </a:defRPr>
      </a:lvl7pPr>
      <a:lvl8pPr marL="2564807" indent="-170987" algn="l" rtl="0" fontAlgn="base">
        <a:spcBef>
          <a:spcPct val="20000"/>
        </a:spcBef>
        <a:spcAft>
          <a:spcPct val="0"/>
        </a:spcAft>
        <a:buChar char="»"/>
        <a:defRPr sz="1496">
          <a:solidFill>
            <a:schemeClr val="tx1"/>
          </a:solidFill>
          <a:latin typeface="+mn-lt"/>
        </a:defRPr>
      </a:lvl8pPr>
      <a:lvl9pPr marL="2906782" indent="-170987" algn="l" rtl="0" fontAlgn="base">
        <a:spcBef>
          <a:spcPct val="20000"/>
        </a:spcBef>
        <a:spcAft>
          <a:spcPct val="0"/>
        </a:spcAft>
        <a:buChar char="»"/>
        <a:defRPr sz="1496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75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948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924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897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872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846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821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795" algn="l" defTabSz="683948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79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337"/>
            <a:ext cx="8229600" cy="114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276"/>
            <a:ext cx="8229600" cy="453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 smtClean="0"/>
              <a:t>Haga clic para modificar el estilo de texto del patrón</a:t>
            </a:r>
          </a:p>
          <a:p>
            <a:pPr lvl="1"/>
            <a:r>
              <a:rPr lang="es-ES" altLang="fr-FR" smtClean="0"/>
              <a:t>Segundo nivel</a:t>
            </a:r>
          </a:p>
          <a:p>
            <a:pPr lvl="2"/>
            <a:r>
              <a:rPr lang="es-ES" altLang="fr-FR" smtClean="0"/>
              <a:t>Tercer nivel</a:t>
            </a:r>
          </a:p>
          <a:p>
            <a:pPr lvl="3"/>
            <a:r>
              <a:rPr lang="es-ES" altLang="fr-FR" smtClean="0"/>
              <a:t>Cuarto nivel</a:t>
            </a:r>
          </a:p>
          <a:p>
            <a:pPr lvl="4"/>
            <a:r>
              <a:rPr lang="es-ES" altLang="fr-FR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61128"/>
            <a:ext cx="2133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4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61128"/>
            <a:ext cx="2895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4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61128"/>
            <a:ext cx="2133600" cy="47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4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404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40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422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5pPr>
      <a:lvl6pPr marL="458343" algn="ctr" rtl="0" fontAlgn="base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6pPr>
      <a:lvl7pPr marL="916686" algn="ctr" rtl="0" fontAlgn="base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7pPr>
      <a:lvl8pPr marL="1375029" algn="ctr" rtl="0" fontAlgn="base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8pPr>
      <a:lvl9pPr marL="1833372" algn="ctr" rtl="0" fontAlgn="base">
        <a:spcBef>
          <a:spcPct val="0"/>
        </a:spcBef>
        <a:spcAft>
          <a:spcPct val="0"/>
        </a:spcAft>
        <a:defRPr sz="4411">
          <a:solidFill>
            <a:schemeClr val="tx2"/>
          </a:solidFill>
          <a:latin typeface="Arial" charset="0"/>
        </a:defRPr>
      </a:lvl9pPr>
    </p:titleStyle>
    <p:bodyStyle>
      <a:lvl1pPr marL="343757" indent="-343757" algn="l" rtl="0" eaLnBrk="0" fontAlgn="base" hangingPunct="0">
        <a:spcBef>
          <a:spcPct val="20000"/>
        </a:spcBef>
        <a:spcAft>
          <a:spcPct val="0"/>
        </a:spcAft>
        <a:buChar char="•"/>
        <a:defRPr sz="3208">
          <a:solidFill>
            <a:schemeClr val="tx1"/>
          </a:solidFill>
          <a:latin typeface="+mn-lt"/>
          <a:ea typeface="+mn-ea"/>
          <a:cs typeface="+mn-cs"/>
        </a:defRPr>
      </a:lvl1pPr>
      <a:lvl2pPr marL="744807" indent="-286464" algn="l" rtl="0" eaLnBrk="0" fontAlgn="base" hangingPunct="0">
        <a:spcBef>
          <a:spcPct val="20000"/>
        </a:spcBef>
        <a:spcAft>
          <a:spcPct val="0"/>
        </a:spcAft>
        <a:buChar char="–"/>
        <a:defRPr sz="2807">
          <a:solidFill>
            <a:schemeClr val="tx1"/>
          </a:solidFill>
          <a:latin typeface="+mn-lt"/>
        </a:defRPr>
      </a:lvl2pPr>
      <a:lvl3pPr marL="1145858" indent="-229172" algn="l" rtl="0" eaLnBrk="0" fontAlgn="base" hangingPunct="0">
        <a:spcBef>
          <a:spcPct val="20000"/>
        </a:spcBef>
        <a:spcAft>
          <a:spcPct val="0"/>
        </a:spcAft>
        <a:buChar char="•"/>
        <a:defRPr sz="2406">
          <a:solidFill>
            <a:schemeClr val="tx1"/>
          </a:solidFill>
          <a:latin typeface="+mn-lt"/>
        </a:defRPr>
      </a:lvl3pPr>
      <a:lvl4pPr marL="1604201" indent="-229172" algn="l" rtl="0" eaLnBrk="0" fontAlgn="base" hangingPunct="0">
        <a:spcBef>
          <a:spcPct val="20000"/>
        </a:spcBef>
        <a:spcAft>
          <a:spcPct val="0"/>
        </a:spcAft>
        <a:buChar char="–"/>
        <a:defRPr sz="2005">
          <a:solidFill>
            <a:schemeClr val="tx1"/>
          </a:solidFill>
          <a:latin typeface="+mn-lt"/>
        </a:defRPr>
      </a:lvl4pPr>
      <a:lvl5pPr marL="2062544" indent="-229172" algn="l" rtl="0" eaLnBrk="0" fontAlgn="base" hangingPunct="0">
        <a:spcBef>
          <a:spcPct val="20000"/>
        </a:spcBef>
        <a:spcAft>
          <a:spcPct val="0"/>
        </a:spcAft>
        <a:buChar char="»"/>
        <a:defRPr sz="2005">
          <a:solidFill>
            <a:schemeClr val="tx1"/>
          </a:solidFill>
          <a:latin typeface="+mn-lt"/>
        </a:defRPr>
      </a:lvl5pPr>
      <a:lvl6pPr marL="2520887" indent="-229172" algn="l" rtl="0" fontAlgn="base">
        <a:spcBef>
          <a:spcPct val="20000"/>
        </a:spcBef>
        <a:spcAft>
          <a:spcPct val="0"/>
        </a:spcAft>
        <a:buChar char="»"/>
        <a:defRPr sz="2005">
          <a:solidFill>
            <a:schemeClr val="tx1"/>
          </a:solidFill>
          <a:latin typeface="+mn-lt"/>
        </a:defRPr>
      </a:lvl6pPr>
      <a:lvl7pPr marL="2979230" indent="-229172" algn="l" rtl="0" fontAlgn="base">
        <a:spcBef>
          <a:spcPct val="20000"/>
        </a:spcBef>
        <a:spcAft>
          <a:spcPct val="0"/>
        </a:spcAft>
        <a:buChar char="»"/>
        <a:defRPr sz="2005">
          <a:solidFill>
            <a:schemeClr val="tx1"/>
          </a:solidFill>
          <a:latin typeface="+mn-lt"/>
        </a:defRPr>
      </a:lvl7pPr>
      <a:lvl8pPr marL="3437573" indent="-229172" algn="l" rtl="0" fontAlgn="base">
        <a:spcBef>
          <a:spcPct val="20000"/>
        </a:spcBef>
        <a:spcAft>
          <a:spcPct val="0"/>
        </a:spcAft>
        <a:buChar char="»"/>
        <a:defRPr sz="2005">
          <a:solidFill>
            <a:schemeClr val="tx1"/>
          </a:solidFill>
          <a:latin typeface="+mn-lt"/>
        </a:defRPr>
      </a:lvl8pPr>
      <a:lvl9pPr marL="3895916" indent="-229172" algn="l" rtl="0" fontAlgn="base">
        <a:spcBef>
          <a:spcPct val="20000"/>
        </a:spcBef>
        <a:spcAft>
          <a:spcPct val="0"/>
        </a:spcAft>
        <a:buChar char="»"/>
        <a:defRPr sz="2005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3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6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9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72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58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401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44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03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6056"/>
            <a:ext cx="7886700" cy="1328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30274"/>
            <a:ext cx="7886700" cy="4362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72537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FE448A-14CD-4B0B-831C-486076D93423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2537"/>
            <a:ext cx="30861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72537"/>
            <a:ext cx="20574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33604-9AFC-40D3-8692-FDD4407135B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48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9AF92-AE20-44BB-B88F-6D576B840F78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36543-B0E6-476B-9CE8-B894853C248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16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20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90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0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5337"/>
            <a:ext cx="8229600" cy="1145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4275"/>
            <a:ext cx="8229600" cy="4537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04/06/2023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72536"/>
            <a:ext cx="2895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72536"/>
            <a:ext cx="2133600" cy="366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B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84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3.xml"/><Relationship Id="rId1" Type="http://schemas.openxmlformats.org/officeDocument/2006/relationships/themeOverride" Target="../theme/themeOverride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6206" y="287834"/>
            <a:ext cx="8046720" cy="114591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fr-FR" sz="4000" kern="1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Batang" panose="02030600000101010101" pitchFamily="18" charset="-127"/>
                <a:cs typeface="Arial" panose="020B0604020202020204" pitchFamily="34" charset="0"/>
              </a:rPr>
              <a:t>FIANGONAN’I </a:t>
            </a:r>
            <a:r>
              <a:rPr lang="fr-FR" sz="4000" kern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Batang" panose="02030600000101010101" pitchFamily="18" charset="-127"/>
                <a:cs typeface="Arial" panose="020B0604020202020204" pitchFamily="34" charset="0"/>
              </a:rPr>
              <a:t>JESOA KRISTY ETO MADAGASIKARA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941" y="1433744"/>
            <a:ext cx="2811985" cy="2114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ZoneTexte 2"/>
          <p:cNvSpPr txBox="1"/>
          <p:nvPr/>
        </p:nvSpPr>
        <p:spPr>
          <a:xfrm>
            <a:off x="0" y="3975508"/>
            <a:ext cx="9144001" cy="255454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FITANDREMANA FJKM SADABE VAOVAO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ALAHADY 03 DESAMBRA 2023</a:t>
            </a:r>
            <a:endParaRPr kumimoji="0" lang="fr-FR" sz="20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60000"/>
                  <a:lumOff val="40000"/>
                </a:srgbClr>
              </a:solidFill>
              <a:effectLst/>
              <a:uLnTx/>
              <a:uFillTx/>
              <a:latin typeface="Baskerville Old Face" panose="02020602080505020303" pitchFamily="18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60000"/>
                    <a:lumOff val="40000"/>
                  </a:srgbClr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« ANKALAZAO</a:t>
            </a:r>
            <a:r>
              <a:rPr kumimoji="0" lang="fr-FR" sz="4000" b="1" i="0" u="none" strike="noStrike" kern="1200" cap="none" spc="0" normalizeH="0" noProof="0" dirty="0" smtClean="0">
                <a:ln>
                  <a:noFill/>
                </a:ln>
                <a:solidFill>
                  <a:srgbClr val="E7E6E6">
                    <a:lumMod val="60000"/>
                    <a:lumOff val="40000"/>
                  </a:srgbClr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 NY MPAMONJY</a:t>
            </a:r>
            <a:r>
              <a:rPr kumimoji="0" lang="fr-F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7E6E6">
                    <a:lumMod val="60000"/>
                    <a:lumOff val="40000"/>
                  </a:srgbClr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. 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1433744"/>
            <a:ext cx="59009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b="1" dirty="0" smtClean="0">
                <a:solidFill>
                  <a:prstClr val="black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FANKALAZANA AN’ANDRIAMANITRA NOHO NY FAHA 10 TAONA NAHA-MPITANDRINA SY ALAHADIN’NY MPITANDRINA FANJANIRINA HANITRINIONY MIVADY SY NY ANKOHONANY</a:t>
            </a:r>
            <a:endParaRPr kumimoji="0" lang="fr-FR" sz="3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arajita" panose="020B0604020202020204" pitchFamily="34" charset="0"/>
              <a:ea typeface="+mn-ea"/>
              <a:cs typeface="Aparajit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65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89781" y="-1"/>
            <a:ext cx="9202215" cy="687546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FIARAHABANA APOSTOLIKA</a:t>
            </a:r>
          </a:p>
          <a:p>
            <a:pPr marL="0" indent="0" algn="ctr">
              <a:buNone/>
            </a:pPr>
            <a:endParaRPr lang="fr-FR" sz="7200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Calligraphy" panose="03010101010101010101" pitchFamily="66" charset="0"/>
            </a:endParaRPr>
          </a:p>
          <a:p>
            <a:pPr marL="0" indent="0" algn="ctr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Sal 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22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: 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22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-28</a:t>
            </a:r>
            <a:endParaRPr lang="fr-FR" sz="72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1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59037"/>
            <a:ext cx="9144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1-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malala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o !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Mpanjakako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Ianao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Tamy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aho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resy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lahatra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Noho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famonjena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vitanao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2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116726"/>
            <a:ext cx="9144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haiko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adinoina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Intsony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re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 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nasehonao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6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1704" y="1061467"/>
            <a:ext cx="914464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Ref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Ka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anio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anavaozako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fanompoako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anao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tsy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ho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voavaliko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izay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natolotrao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,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427657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504" y="-192285"/>
            <a:ext cx="9144642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   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fitiavana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natolotrao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Ka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raiso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Tompo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,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ekeo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re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sy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anjakao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fiainako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ho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voninahitrao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.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44160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34340" y="1768772"/>
            <a:ext cx="917193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3-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malala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o !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tsy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hadinoiko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intsony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natolotrao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 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97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78427"/>
            <a:ext cx="917193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(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fitiavana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natolotrao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)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Eny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ry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Tompo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,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ity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izaho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  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izay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voababonao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  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Fa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vonona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hanao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ny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 </a:t>
            </a:r>
            <a:r>
              <a:rPr lang="en-GB" sz="60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sitrakao</a:t>
            </a:r>
            <a:r>
              <a:rPr lang="en-GB" sz="6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1 BT" pitchFamily="18" charset="0"/>
                <a:cs typeface="Times New Roman" pitchFamily="18" charset="0"/>
              </a:rPr>
              <a:t>.</a:t>
            </a:r>
            <a:endParaRPr lang="en-GB" sz="60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s701 B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41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1704" y="1061467"/>
            <a:ext cx="914464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Ref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Ka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anio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anavaozako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fanompoako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anao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tsy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ho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voavaliko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izay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natolotrao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,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276967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7504" y="-192285"/>
            <a:ext cx="9144642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   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fitiavana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natolotrao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Ka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raiso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Tompo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,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  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ekeo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re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sy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anjakao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   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Ny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fiainako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ho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 </a:t>
            </a:r>
            <a:r>
              <a:rPr lang="en-GB" sz="66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voninahitrao</a:t>
            </a:r>
            <a:r>
              <a:rPr lang="en-GB" sz="6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/>
                <a:cs typeface="Times New Roman" pitchFamily="18" charset="0"/>
              </a:rPr>
              <a:t>.</a:t>
            </a:r>
            <a:endParaRPr lang="en-GB" sz="6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24826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6" y="301929"/>
            <a:ext cx="4346394" cy="39043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-148855" y="1131269"/>
            <a:ext cx="9292855" cy="6573533"/>
          </a:xfrm>
        </p:spPr>
        <p:txBody>
          <a:bodyPr>
            <a:noAutofit/>
          </a:bodyPr>
          <a:lstStyle/>
          <a:p>
            <a:pPr algn="ctr"/>
            <a: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b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798" dirty="0"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798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5400" dirty="0" err="1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Vavaka</a:t>
            </a:r>
            <a:r>
              <a:rPr lang="fr-FR" sz="5400" dirty="0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FISAORANA </a:t>
            </a:r>
            <a:r>
              <a:rPr lang="fr-FR" sz="5400" dirty="0" err="1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sy</a:t>
            </a:r>
            <a:r>
              <a:rPr lang="fr-FR" sz="5400" dirty="0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FIDERANA </a:t>
            </a:r>
            <a:r>
              <a:rPr lang="fr-FR" sz="5400" dirty="0" err="1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ary</a:t>
            </a:r>
            <a:r>
              <a:rPr lang="fr-FR" sz="5400" dirty="0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FANDRAISANA FAMELAN-KELOKA</a:t>
            </a:r>
            <a:endParaRPr lang="fr-FR" sz="6600" dirty="0">
              <a:solidFill>
                <a:srgbClr val="002060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84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1538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 override="childStyle"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9" grpId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idx="1"/>
          </p:nvPr>
        </p:nvSpPr>
        <p:spPr>
          <a:xfrm>
            <a:off x="-92989" y="453229"/>
            <a:ext cx="9236989" cy="4537487"/>
          </a:xfrm>
        </p:spPr>
        <p:txBody>
          <a:bodyPr>
            <a:noAutofit/>
          </a:bodyPr>
          <a:lstStyle/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FANKALAZANA NY TENIN’</a:t>
            </a:r>
          </a:p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ANDRIAMANITRA</a:t>
            </a:r>
            <a:endParaRPr lang="fr-FR" sz="72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05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idx="1"/>
          </p:nvPr>
        </p:nvSpPr>
        <p:spPr>
          <a:xfrm>
            <a:off x="-340962" y="219313"/>
            <a:ext cx="9236989" cy="4537487"/>
          </a:xfrm>
        </p:spPr>
        <p:txBody>
          <a:bodyPr>
            <a:noAutofit/>
          </a:bodyPr>
          <a:lstStyle/>
          <a:p>
            <a:pPr marL="0" lvl="0" indent="0" algn="ctr" eaLnBrk="0" hangingPunct="0">
              <a:buNone/>
            </a:pP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DIMY MINITRA, AN’NY SEKOLY ALAHADY:</a:t>
            </a:r>
            <a:b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</a:b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Fotoana</a:t>
            </a: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ho </a:t>
            </a:r>
            <a:r>
              <a:rPr lang="fr-FR" sz="7200" b="1" dirty="0" err="1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an’ny</a:t>
            </a: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ankizy</a:t>
            </a: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sy</a:t>
            </a: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ny</a:t>
            </a: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tanora</a:t>
            </a:r>
            <a:r>
              <a:rPr lang="fr-FR" sz="7200" b="1" dirty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492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6" y="301929"/>
            <a:ext cx="4346394" cy="39043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-148855" y="1131269"/>
            <a:ext cx="9292855" cy="6573533"/>
          </a:xfrm>
        </p:spPr>
        <p:txBody>
          <a:bodyPr>
            <a:noAutofit/>
          </a:bodyPr>
          <a:lstStyle/>
          <a:p>
            <a:pPr algn="ctr"/>
            <a: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b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798" dirty="0"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798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7200" dirty="0" err="1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Vavaka</a:t>
            </a:r>
            <a:endParaRPr lang="fr-FR" sz="8798" dirty="0">
              <a:solidFill>
                <a:srgbClr val="002060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774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1538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 override="childStyle"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9" grpId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150967" y="2834784"/>
            <a:ext cx="9141889" cy="530101"/>
          </a:xfrm>
        </p:spPr>
        <p:txBody>
          <a:bodyPr>
            <a:noAutofit/>
          </a:bodyPr>
          <a:lstStyle/>
          <a:p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SORATRA MASINA</a:t>
            </a:r>
            <a:b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-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I TAN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16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: </a:t>
            </a:r>
            <a:r>
              <a:rPr lang="fr-FR" sz="8000" dirty="0">
                <a:latin typeface="Andalus" panose="02020603050405020304" pitchFamily="18" charset="-78"/>
                <a:cs typeface="Andalus" panose="02020603050405020304" pitchFamily="18" charset="-78"/>
              </a:rPr>
              <a:t>4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- 14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-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JAO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17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: 1 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- </a:t>
            </a:r>
            <a:r>
              <a:rPr lang="fr-FR" sz="8000" dirty="0">
                <a:latin typeface="Andalus" panose="02020603050405020304" pitchFamily="18" charset="-78"/>
                <a:cs typeface="Andalus" panose="02020603050405020304" pitchFamily="18" charset="-78"/>
              </a:rPr>
              <a:t>5</a:t>
            </a:r>
            <a: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000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-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ASA 13: 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44 </a:t>
            </a:r>
            <a:r>
              <a:rPr lang="fr-FR" sz="8000" dirty="0" smtClean="0">
                <a:latin typeface="Andalus" panose="02020603050405020304" pitchFamily="18" charset="-78"/>
                <a:cs typeface="Andalus" panose="02020603050405020304" pitchFamily="18" charset="-78"/>
              </a:rPr>
              <a:t>- 48</a:t>
            </a:r>
            <a:endParaRPr lang="fr-FR" sz="80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6206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>
                <a:latin typeface="Cambria" pitchFamily="18" charset="0"/>
              </a:rPr>
              <a:t>1. </a:t>
            </a:r>
            <a:r>
              <a:rPr lang="en-US" sz="5400" dirty="0" err="1">
                <a:latin typeface="Cambria" pitchFamily="18" charset="0"/>
              </a:rPr>
              <a:t>Misy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maro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ao</a:t>
            </a:r>
            <a:r>
              <a:rPr lang="en-US" sz="5400" dirty="0">
                <a:latin typeface="Cambria" pitchFamily="18" charset="0"/>
              </a:rPr>
              <a:t> an-</a:t>
            </a:r>
            <a:r>
              <a:rPr lang="en-US" sz="5400" dirty="0" err="1">
                <a:latin typeface="Cambria" pitchFamily="18" charset="0"/>
              </a:rPr>
              <a:t>tsaha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mitaraina</a:t>
            </a:r>
            <a:r>
              <a:rPr lang="en-US" sz="5400" dirty="0">
                <a:latin typeface="Cambria" pitchFamily="18" charset="0"/>
              </a:rPr>
              <a:t>,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r>
              <a:rPr lang="en-US" sz="5400" dirty="0">
                <a:latin typeface="Cambria" pitchFamily="18" charset="0"/>
              </a:rPr>
              <a:t>Ka </a:t>
            </a:r>
            <a:r>
              <a:rPr lang="en-US" sz="5400" dirty="0" err="1">
                <a:latin typeface="Cambria" pitchFamily="18" charset="0"/>
              </a:rPr>
              <a:t>ento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ny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Jiro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mbà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hankao</a:t>
            </a:r>
            <a:r>
              <a:rPr lang="en-US" sz="5400" dirty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5400" dirty="0" err="1">
                <a:latin typeface="Cambria" pitchFamily="18" charset="0"/>
              </a:rPr>
              <a:t>Tsy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mba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misy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atoandro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na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maraina</a:t>
            </a:r>
            <a:r>
              <a:rPr lang="en-US" sz="5400" dirty="0">
                <a:latin typeface="Cambria" pitchFamily="18" charset="0"/>
              </a:rPr>
              <a:t>,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>
                <a:latin typeface="Cambria" pitchFamily="18" charset="0"/>
              </a:rPr>
              <a:t>Fa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maizina</a:t>
            </a:r>
            <a:r>
              <a:rPr lang="en-US" sz="5400" dirty="0">
                <a:latin typeface="Cambria" pitchFamily="18" charset="0"/>
              </a:rPr>
              <a:t> re </a:t>
            </a:r>
            <a:r>
              <a:rPr lang="en-US" sz="5400" dirty="0" err="1">
                <a:latin typeface="Cambria" pitchFamily="18" charset="0"/>
              </a:rPr>
              <a:t>ny</a:t>
            </a:r>
            <a:r>
              <a:rPr lang="en-US" sz="5400" dirty="0">
                <a:latin typeface="Cambria" pitchFamily="18" charset="0"/>
              </a:rPr>
              <a:t> </a:t>
            </a:r>
            <a:r>
              <a:rPr lang="en-US" sz="5400" dirty="0" err="1">
                <a:latin typeface="Cambria" pitchFamily="18" charset="0"/>
              </a:rPr>
              <a:t>ao</a:t>
            </a:r>
            <a:r>
              <a:rPr lang="en-US" sz="5400" dirty="0">
                <a:latin typeface="Cambria" pitchFamily="18" charset="0"/>
              </a:rPr>
              <a:t>;</a:t>
            </a:r>
            <a:endParaRPr lang="fr-FR" sz="5400" dirty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5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71472" y="8731"/>
            <a:ext cx="8229600" cy="42861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437335"/>
            <a:ext cx="885828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Indro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olo-marobe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No </a:t>
            </a:r>
            <a:r>
              <a:rPr lang="en-US" sz="6000" dirty="0" err="1">
                <a:latin typeface="Cambria" pitchFamily="18" charset="0"/>
              </a:rPr>
              <a:t>maniry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mafy</a:t>
            </a:r>
            <a:r>
              <a:rPr lang="en-US" sz="6000" dirty="0">
                <a:latin typeface="Cambria" pitchFamily="18" charset="0"/>
              </a:rPr>
              <a:t> hoe: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Mba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midina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mankaty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Itondray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Baiboly</a:t>
            </a:r>
            <a:r>
              <a:rPr lang="en-US" sz="6000" dirty="0">
                <a:latin typeface="Cambria" pitchFamily="18" charset="0"/>
              </a:rPr>
              <a:t> re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Izy</a:t>
            </a:r>
            <a:r>
              <a:rPr lang="en-US" sz="6000" dirty="0">
                <a:latin typeface="Cambria" pitchFamily="18" charset="0"/>
              </a:rPr>
              <a:t> 'reo </a:t>
            </a:r>
            <a:r>
              <a:rPr lang="en-US" sz="6000" dirty="0" err="1">
                <a:latin typeface="Cambria" pitchFamily="18" charset="0"/>
              </a:rPr>
              <a:t>fa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ta-handre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An'i</a:t>
            </a:r>
            <a:r>
              <a:rPr lang="en-US" sz="6000" dirty="0">
                <a:latin typeface="Cambria" pitchFamily="18" charset="0"/>
              </a:rPr>
              <a:t> Kristy </a:t>
            </a:r>
            <a:r>
              <a:rPr lang="en-US" sz="6000" dirty="0" err="1">
                <a:latin typeface="Cambria" pitchFamily="18" charset="0"/>
              </a:rPr>
              <a:t>Tompo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soa</a:t>
            </a:r>
            <a:r>
              <a:rPr lang="en-US" sz="6000" dirty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8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"</a:t>
            </a:r>
            <a:r>
              <a:rPr lang="en-US" sz="6000" dirty="0" err="1">
                <a:latin typeface="Cambria" pitchFamily="18" charset="0"/>
              </a:rPr>
              <a:t>Mandehana</a:t>
            </a:r>
            <a:r>
              <a:rPr lang="en-US" sz="6000" dirty="0">
                <a:latin typeface="Cambria" pitchFamily="18" charset="0"/>
              </a:rPr>
              <a:t>", </a:t>
            </a:r>
            <a:r>
              <a:rPr lang="en-US" sz="6000" dirty="0" err="1">
                <a:latin typeface="Cambria" pitchFamily="18" charset="0"/>
              </a:rPr>
              <a:t>hoy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Tompo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mandehana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Ho </a:t>
            </a:r>
            <a:r>
              <a:rPr lang="en-US" sz="6000" dirty="0" err="1">
                <a:latin typeface="Cambria" pitchFamily="18" charset="0"/>
              </a:rPr>
              <a:t>amin'izao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tontolo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izao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Mitsangàna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àry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eny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mitsangàna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Izy</a:t>
            </a:r>
            <a:r>
              <a:rPr lang="en-US" sz="6000" dirty="0">
                <a:latin typeface="Cambria" pitchFamily="18" charset="0"/>
              </a:rPr>
              <a:t> no </a:t>
            </a:r>
            <a:r>
              <a:rPr lang="en-US" sz="6000" dirty="0" err="1">
                <a:latin typeface="Cambria" pitchFamily="18" charset="0"/>
              </a:rPr>
              <a:t>homba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anao</a:t>
            </a:r>
            <a:r>
              <a:rPr lang="en-US" sz="6000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246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3. </a:t>
            </a:r>
            <a:r>
              <a:rPr lang="en-US" sz="6000" dirty="0" err="1">
                <a:latin typeface="Cambria" pitchFamily="18" charset="0"/>
              </a:rPr>
              <a:t>Mandehana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hanatanjaka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osa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Omeo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toky</a:t>
            </a:r>
            <a:r>
              <a:rPr lang="en-US" sz="6000" dirty="0">
                <a:latin typeface="Cambria" pitchFamily="18" charset="0"/>
              </a:rPr>
              <a:t> re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ketraka</a:t>
            </a:r>
            <a:r>
              <a:rPr lang="en-US" sz="6000" dirty="0">
                <a:latin typeface="Cambria" pitchFamily="18" charset="0"/>
              </a:rPr>
              <a:t>;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anjaranao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ataovy</a:t>
            </a:r>
            <a:r>
              <a:rPr lang="en-US" sz="6000" dirty="0">
                <a:latin typeface="Cambria" pitchFamily="18" charset="0"/>
              </a:rPr>
              <a:t> ho </a:t>
            </a:r>
            <a:r>
              <a:rPr lang="en-US" sz="6000" dirty="0" err="1">
                <a:latin typeface="Cambria" pitchFamily="18" charset="0"/>
              </a:rPr>
              <a:t>tontosa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Ka </a:t>
            </a:r>
            <a:r>
              <a:rPr lang="en-US" sz="6000" dirty="0" err="1">
                <a:latin typeface="Cambria" pitchFamily="18" charset="0"/>
              </a:rPr>
              <a:t>aza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dia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reraka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365897"/>
            <a:ext cx="8929718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Mandehana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hianao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Ka </a:t>
            </a:r>
            <a:r>
              <a:rPr lang="en-US" sz="6000" dirty="0" err="1">
                <a:latin typeface="Cambria" pitchFamily="18" charset="0"/>
              </a:rPr>
              <a:t>vitao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asanao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tambinao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ary</a:t>
            </a:r>
            <a:r>
              <a:rPr lang="en-US" sz="6000" dirty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Mbola</a:t>
            </a:r>
            <a:r>
              <a:rPr lang="en-US" sz="6000" dirty="0">
                <a:latin typeface="Cambria" pitchFamily="18" charset="0"/>
              </a:rPr>
              <a:t> any </a:t>
            </a:r>
            <a:r>
              <a:rPr lang="en-US" sz="6000" dirty="0" err="1">
                <a:latin typeface="Cambria" pitchFamily="18" charset="0"/>
              </a:rPr>
              <a:t>ihany</a:t>
            </a:r>
            <a:r>
              <a:rPr lang="en-US" sz="6000" dirty="0">
                <a:latin typeface="Cambria" pitchFamily="18" charset="0"/>
              </a:rPr>
              <a:t> re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handraisan-tamby</a:t>
            </a:r>
            <a:r>
              <a:rPr lang="en-US" sz="6000" dirty="0">
                <a:latin typeface="Cambria" pitchFamily="18" charset="0"/>
              </a:rPr>
              <a:t> be,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Dia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rehefa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ety</a:t>
            </a:r>
            <a:r>
              <a:rPr lang="en-US" sz="6000" dirty="0">
                <a:latin typeface="Cambria" pitchFamily="18" charset="0"/>
              </a:rPr>
              <a:t>;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37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/>
          <a:lstStyle/>
          <a:p>
            <a:r>
              <a:rPr lang="fr-FR" dirty="0" smtClean="0"/>
              <a:t>HIRA 310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"</a:t>
            </a:r>
            <a:r>
              <a:rPr lang="en-US" sz="6000" dirty="0" err="1">
                <a:latin typeface="Cambria" pitchFamily="18" charset="0"/>
              </a:rPr>
              <a:t>Mandehana</a:t>
            </a:r>
            <a:r>
              <a:rPr lang="en-US" sz="6000" dirty="0">
                <a:latin typeface="Cambria" pitchFamily="18" charset="0"/>
              </a:rPr>
              <a:t>", </a:t>
            </a:r>
            <a:r>
              <a:rPr lang="en-US" sz="6000" dirty="0" err="1">
                <a:latin typeface="Cambria" pitchFamily="18" charset="0"/>
              </a:rPr>
              <a:t>hoy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Tompo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mandehana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Ho </a:t>
            </a:r>
            <a:r>
              <a:rPr lang="en-US" sz="6000" dirty="0" err="1">
                <a:latin typeface="Cambria" pitchFamily="18" charset="0"/>
              </a:rPr>
              <a:t>amin'izao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tontolo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izao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Mitsangàna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àry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eny</a:t>
            </a:r>
            <a:r>
              <a:rPr lang="en-US" sz="6000" dirty="0">
                <a:latin typeface="Cambria" pitchFamily="18" charset="0"/>
              </a:rPr>
              <a:t>, </a:t>
            </a:r>
            <a:r>
              <a:rPr lang="en-US" sz="6000" dirty="0" err="1">
                <a:latin typeface="Cambria" pitchFamily="18" charset="0"/>
              </a:rPr>
              <a:t>mitsangàna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Izy</a:t>
            </a:r>
            <a:r>
              <a:rPr lang="en-US" sz="6000" dirty="0">
                <a:latin typeface="Cambria" pitchFamily="18" charset="0"/>
              </a:rPr>
              <a:t> no </a:t>
            </a:r>
            <a:r>
              <a:rPr lang="en-US" sz="6000" dirty="0" err="1">
                <a:latin typeface="Cambria" pitchFamily="18" charset="0"/>
              </a:rPr>
              <a:t>homba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anao</a:t>
            </a:r>
            <a:r>
              <a:rPr lang="en-US" sz="6000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79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76486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12704" y="7648608"/>
            <a:ext cx="4236689" cy="4075611"/>
          </a:xfrm>
        </p:spPr>
        <p:txBody>
          <a:bodyPr/>
          <a:lstStyle/>
          <a:p>
            <a:endParaRPr lang="fr-FR" sz="4399" dirty="0">
              <a:latin typeface="Algerian" panose="04020705040A02060702" pitchFamily="82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122947" y="591824"/>
            <a:ext cx="7195817" cy="2872355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fr-FR" sz="4399" dirty="0">
                <a:solidFill>
                  <a:prstClr val="black"/>
                </a:solidFill>
                <a:latin typeface="Algerian" panose="04020705040A02060702" pitchFamily="82" charset="0"/>
                <a:ea typeface="+mj-ea"/>
                <a:cs typeface="+mj-cs"/>
              </a:rPr>
              <a:t> </a:t>
            </a:r>
            <a:r>
              <a:rPr lang="fr-FR" sz="12000" dirty="0">
                <a:solidFill>
                  <a:schemeClr val="bg1"/>
                </a:solidFill>
                <a:latin typeface="Algerian" panose="04020705040A02060702" pitchFamily="82" charset="0"/>
                <a:ea typeface="+mj-ea"/>
                <a:cs typeface="+mj-cs"/>
              </a:rPr>
              <a:t>TORITENY</a:t>
            </a:r>
            <a:r>
              <a:rPr lang="fr-FR" sz="4399" dirty="0">
                <a:solidFill>
                  <a:prstClr val="black"/>
                </a:solidFill>
                <a:latin typeface="Algerian" panose="04020705040A02060702" pitchFamily="82" charset="0"/>
                <a:ea typeface="+mj-ea"/>
                <a:cs typeface="+mj-cs"/>
              </a:rPr>
              <a:t/>
            </a:r>
            <a:br>
              <a:rPr lang="fr-FR" sz="4399" dirty="0">
                <a:solidFill>
                  <a:prstClr val="black"/>
                </a:solidFill>
                <a:latin typeface="Algerian" panose="04020705040A02060702" pitchFamily="82" charset="0"/>
                <a:ea typeface="+mj-ea"/>
                <a:cs typeface="+mj-cs"/>
              </a:rPr>
            </a:br>
            <a:r>
              <a:rPr lang="fr-FR" sz="4399" dirty="0">
                <a:solidFill>
                  <a:prstClr val="black"/>
                </a:solidFill>
                <a:latin typeface="Algerian" panose="04020705040A02060702" pitchFamily="82" charset="0"/>
                <a:ea typeface="+mj-ea"/>
                <a:cs typeface="+mj-cs"/>
              </a:rPr>
              <a:t/>
            </a:r>
            <a:br>
              <a:rPr lang="fr-FR" sz="4399" dirty="0">
                <a:solidFill>
                  <a:prstClr val="black"/>
                </a:solidFill>
                <a:latin typeface="Algerian" panose="04020705040A02060702" pitchFamily="82" charset="0"/>
                <a:ea typeface="+mj-ea"/>
                <a:cs typeface="+mj-cs"/>
              </a:rPr>
            </a:br>
            <a:r>
              <a:rPr lang="fr-FR" sz="15200" dirty="0" smtClean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  <a:ea typeface="+mj-ea"/>
                <a:cs typeface="+mj-cs"/>
              </a:rPr>
              <a:t>« </a:t>
            </a:r>
            <a:r>
              <a:rPr lang="fr-FR" sz="15200" dirty="0" smtClean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  <a:ea typeface="+mj-ea"/>
                <a:cs typeface="+mj-cs"/>
              </a:rPr>
              <a:t>ANKALAZAO NY MPAMONJY. »</a:t>
            </a:r>
            <a:endParaRPr lang="fr-FR" sz="101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0839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NY ANTSONAO RY TOMPO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331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1143000" indent="-1143000">
              <a:buAutoNum type="arabicPeriod"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Niantefa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ato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am-poko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irakao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5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hivadi-panekena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Handeha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terena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asanao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37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(Fa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lozako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mitory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(Fa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lozako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1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(Fa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lozako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hanambara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Filazantsaranao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famonjenao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71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handeha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F’Ianao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Mpampahery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99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raisinao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vonona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hanompo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irakirakao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8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(Fa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lozako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mitory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(Fa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lozako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antsonao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4573" y="457641"/>
            <a:ext cx="8215370" cy="6072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(Fa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lozako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hanambara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 indent="0"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Filazantsaranao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famonjenao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4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6" y="301929"/>
            <a:ext cx="4346394" cy="39043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-148855" y="1131269"/>
            <a:ext cx="9292855" cy="6573533"/>
          </a:xfrm>
        </p:spPr>
        <p:txBody>
          <a:bodyPr>
            <a:noAutofit/>
          </a:bodyPr>
          <a:lstStyle/>
          <a:p>
            <a:pPr algn="ctr"/>
            <a: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b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798" dirty="0"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798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7200" dirty="0" err="1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Vavaka</a:t>
            </a:r>
            <a:r>
              <a:rPr lang="fr-FR" sz="7200" dirty="0" smtClean="0">
                <a:solidFill>
                  <a:srgbClr val="00206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 SETRINY</a:t>
            </a:r>
            <a:endParaRPr lang="fr-FR" sz="8798" dirty="0">
              <a:solidFill>
                <a:srgbClr val="002060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9456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1538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 override="childStyle"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9" grpId="3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FANEKEM-PINOANA </a:t>
            </a: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VOALOHANY</a:t>
            </a:r>
            <a:endParaRPr lang="pt-BR" sz="6583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02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RAHARAHA </a:t>
            </a:r>
            <a:endParaRPr lang="pt-BR" sz="6583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01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HARONA MAMANGY</a:t>
            </a:r>
          </a:p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303</a:t>
            </a: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:4 </a:t>
            </a:r>
            <a:endParaRPr lang="pt-BR" sz="6583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639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8731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23087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>
                <a:latin typeface="Cambria" pitchFamily="18" charset="0"/>
              </a:rPr>
              <a:t>1. O </a:t>
            </a:r>
            <a:r>
              <a:rPr lang="es-ES" sz="6600" b="1" dirty="0" err="1">
                <a:latin typeface="Cambria" pitchFamily="18" charset="0"/>
              </a:rPr>
              <a:t>mandrosoa</a:t>
            </a:r>
            <a:r>
              <a:rPr lang="es-ES" sz="6600" b="1" dirty="0">
                <a:latin typeface="Cambria" pitchFamily="18" charset="0"/>
              </a:rPr>
              <a:t>, </a:t>
            </a:r>
            <a:r>
              <a:rPr lang="es-ES" sz="6600" b="1" dirty="0" err="1">
                <a:latin typeface="Cambria" pitchFamily="18" charset="0"/>
              </a:rPr>
              <a:t>ry</a:t>
            </a:r>
            <a:r>
              <a:rPr lang="es-ES" sz="6600" b="1" dirty="0">
                <a:latin typeface="Cambria" pitchFamily="18" charset="0"/>
              </a:rPr>
              <a:t> </a:t>
            </a:r>
            <a:r>
              <a:rPr lang="es-ES" sz="6600" b="1" dirty="0" err="1">
                <a:latin typeface="Cambria" pitchFamily="18" charset="0"/>
              </a:rPr>
              <a:t>mpanaraton’i</a:t>
            </a:r>
            <a:r>
              <a:rPr lang="es-ES" sz="6600" b="1" dirty="0">
                <a:latin typeface="Cambria" pitchFamily="18" charset="0"/>
              </a:rPr>
              <a:t> </a:t>
            </a:r>
            <a:r>
              <a:rPr lang="es-ES" sz="6600" b="1" dirty="0" err="1">
                <a:latin typeface="Cambria" pitchFamily="18" charset="0"/>
              </a:rPr>
              <a:t>Jeso</a:t>
            </a:r>
            <a:r>
              <a:rPr lang="es-ES" sz="6600" b="1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>
                <a:latin typeface="Cambria" pitchFamily="18" charset="0"/>
              </a:rPr>
              <a:t>‘</a:t>
            </a:r>
            <a:r>
              <a:rPr lang="es-ES" sz="6600" b="1" dirty="0" err="1">
                <a:latin typeface="Cambria" pitchFamily="18" charset="0"/>
              </a:rPr>
              <a:t>Zay</a:t>
            </a:r>
            <a:r>
              <a:rPr lang="es-ES" sz="6600" b="1" dirty="0">
                <a:latin typeface="Cambria" pitchFamily="18" charset="0"/>
              </a:rPr>
              <a:t> no </a:t>
            </a:r>
            <a:r>
              <a:rPr lang="es-ES" sz="6600" b="1" dirty="0" err="1">
                <a:latin typeface="Cambria" pitchFamily="18" charset="0"/>
              </a:rPr>
              <a:t>baiko</a:t>
            </a:r>
            <a:r>
              <a:rPr lang="es-ES" sz="6600" b="1" dirty="0">
                <a:latin typeface="Cambria" pitchFamily="18" charset="0"/>
              </a:rPr>
              <a:t> </a:t>
            </a:r>
            <a:r>
              <a:rPr lang="es-ES" sz="6600" b="1" dirty="0" err="1">
                <a:latin typeface="Cambria" pitchFamily="18" charset="0"/>
              </a:rPr>
              <a:t>azontsika</a:t>
            </a:r>
            <a:r>
              <a:rPr lang="es-ES" sz="6600" b="1" dirty="0">
                <a:latin typeface="Cambria" pitchFamily="18" charset="0"/>
              </a:rPr>
              <a:t>, </a:t>
            </a:r>
            <a:r>
              <a:rPr lang="es-ES" sz="6600" b="1" dirty="0" err="1">
                <a:latin typeface="Cambria" pitchFamily="18" charset="0"/>
              </a:rPr>
              <a:t>ka</a:t>
            </a:r>
            <a:r>
              <a:rPr lang="es-ES" sz="6600" b="1" dirty="0">
                <a:latin typeface="Cambria" pitchFamily="18" charset="0"/>
              </a:rPr>
              <a:t>  </a:t>
            </a:r>
            <a:r>
              <a:rPr lang="es-ES" sz="6600" b="1" dirty="0" err="1">
                <a:latin typeface="Cambria" pitchFamily="18" charset="0"/>
              </a:rPr>
              <a:t>mandrosoa</a:t>
            </a:r>
            <a:r>
              <a:rPr lang="es-ES" sz="6600" b="1" dirty="0">
                <a:latin typeface="Cambria" pitchFamily="18" charset="0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59062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8731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>
                <a:latin typeface="Cambria" pitchFamily="18" charset="0"/>
              </a:rPr>
              <a:t>4. </a:t>
            </a:r>
            <a:r>
              <a:rPr lang="es-ES" sz="6600" dirty="0" err="1">
                <a:latin typeface="Cambria" pitchFamily="18" charset="0"/>
              </a:rPr>
              <a:t>Mba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mitoera</a:t>
            </a:r>
            <a:r>
              <a:rPr lang="es-ES" sz="6600" dirty="0">
                <a:latin typeface="Cambria" pitchFamily="18" charset="0"/>
              </a:rPr>
              <a:t>, </a:t>
            </a:r>
            <a:r>
              <a:rPr lang="es-ES" sz="6600" dirty="0" err="1">
                <a:latin typeface="Cambria" pitchFamily="18" charset="0"/>
              </a:rPr>
              <a:t>Jeso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ao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antsambonay</a:t>
            </a:r>
            <a:endParaRPr lang="es-ES" sz="6600" dirty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>
                <a:latin typeface="Cambria" pitchFamily="18" charset="0"/>
              </a:rPr>
              <a:t>Mba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ho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renay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lalandava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ny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teninao</a:t>
            </a:r>
            <a:r>
              <a:rPr lang="es-ES" sz="6600" dirty="0">
                <a:latin typeface="Cambria" pitchFamily="18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13469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8731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>
                <a:latin typeface="Cambria" pitchFamily="18" charset="0"/>
              </a:rPr>
              <a:t>Ny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baikonao</a:t>
            </a:r>
            <a:r>
              <a:rPr lang="es-ES" sz="6600" dirty="0">
                <a:latin typeface="Cambria" pitchFamily="18" charset="0"/>
              </a:rPr>
              <a:t>, </a:t>
            </a:r>
            <a:r>
              <a:rPr lang="es-ES" sz="6600" dirty="0" err="1">
                <a:latin typeface="Cambria" pitchFamily="18" charset="0"/>
              </a:rPr>
              <a:t>ry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Tompo</a:t>
            </a:r>
            <a:r>
              <a:rPr lang="es-ES" sz="6600" dirty="0">
                <a:latin typeface="Cambria" pitchFamily="18" charset="0"/>
              </a:rPr>
              <a:t>, no </a:t>
            </a:r>
            <a:r>
              <a:rPr lang="es-ES" sz="6600" dirty="0" err="1">
                <a:latin typeface="Cambria" pitchFamily="18" charset="0"/>
              </a:rPr>
              <a:t>andrasanay</a:t>
            </a:r>
            <a:endParaRPr lang="es-ES" sz="6600" dirty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>
                <a:latin typeface="Cambria" pitchFamily="18" charset="0"/>
              </a:rPr>
              <a:t>Handrotsahanay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izao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ny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haratonay</a:t>
            </a:r>
            <a:r>
              <a:rPr lang="es-ES" sz="6600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039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8731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23087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>
                <a:latin typeface="Cambria" pitchFamily="18" charset="0"/>
              </a:rPr>
              <a:t>Miaingà</a:t>
            </a:r>
            <a:r>
              <a:rPr lang="es-ES" sz="6600" dirty="0">
                <a:latin typeface="Cambria" pitchFamily="18" charset="0"/>
              </a:rPr>
              <a:t>, </a:t>
            </a:r>
            <a:r>
              <a:rPr lang="es-ES" sz="6600" dirty="0" err="1">
                <a:latin typeface="Cambria" pitchFamily="18" charset="0"/>
              </a:rPr>
              <a:t>namako</a:t>
            </a:r>
            <a:r>
              <a:rPr lang="es-ES" sz="6600" dirty="0">
                <a:latin typeface="Cambria" pitchFamily="18" charset="0"/>
              </a:rPr>
              <a:t> ô ! </a:t>
            </a:r>
            <a:r>
              <a:rPr lang="es-ES" sz="6600" dirty="0" err="1">
                <a:latin typeface="Cambria" pitchFamily="18" charset="0"/>
              </a:rPr>
              <a:t>Jeso</a:t>
            </a:r>
            <a:r>
              <a:rPr lang="es-ES" sz="6600" dirty="0">
                <a:latin typeface="Cambria" pitchFamily="18" charset="0"/>
              </a:rPr>
              <a:t> no </a:t>
            </a:r>
            <a:r>
              <a:rPr lang="es-ES" sz="6600" dirty="0" err="1">
                <a:latin typeface="Cambria" pitchFamily="18" charset="0"/>
              </a:rPr>
              <a:t>mibaiko</a:t>
            </a:r>
            <a:endParaRPr lang="es-ES" sz="6600" dirty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>
                <a:latin typeface="Cambria" pitchFamily="18" charset="0"/>
              </a:rPr>
              <a:t>Mandrosoa</a:t>
            </a:r>
            <a:r>
              <a:rPr lang="es-ES" sz="6600" dirty="0">
                <a:latin typeface="Cambria" pitchFamily="18" charset="0"/>
              </a:rPr>
              <a:t>, </a:t>
            </a:r>
            <a:r>
              <a:rPr lang="es-ES" sz="6600" dirty="0" err="1">
                <a:latin typeface="Cambria" pitchFamily="18" charset="0"/>
              </a:rPr>
              <a:t>mandrosoa</a:t>
            </a:r>
            <a:r>
              <a:rPr lang="es-ES" sz="6600" dirty="0">
                <a:latin typeface="Cambria" pitchFamily="18" charset="0"/>
              </a:rPr>
              <a:t>, </a:t>
            </a:r>
            <a:r>
              <a:rPr lang="es-ES" sz="6600" dirty="0" err="1">
                <a:latin typeface="Cambria" pitchFamily="18" charset="0"/>
              </a:rPr>
              <a:t>mandrosoa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tokoa</a:t>
            </a:r>
            <a:endParaRPr lang="es-ES" sz="66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75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8731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94525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>
                <a:latin typeface="Cambria" pitchFamily="18" charset="0"/>
              </a:rPr>
              <a:t>Aza </a:t>
            </a:r>
            <a:r>
              <a:rPr lang="es-ES" sz="6600" dirty="0" err="1">
                <a:latin typeface="Cambria" pitchFamily="18" charset="0"/>
              </a:rPr>
              <a:t>kivy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koa</a:t>
            </a:r>
            <a:r>
              <a:rPr lang="es-ES" sz="6600" dirty="0">
                <a:latin typeface="Cambria" pitchFamily="18" charset="0"/>
              </a:rPr>
              <a:t>, </a:t>
            </a:r>
            <a:r>
              <a:rPr lang="es-ES" sz="6600" dirty="0" err="1">
                <a:latin typeface="Cambria" pitchFamily="18" charset="0"/>
              </a:rPr>
              <a:t>na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dia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tsy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mahazo</a:t>
            </a:r>
            <a:r>
              <a:rPr lang="es-ES" sz="6600" dirty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dirty="0" err="1">
                <a:latin typeface="Cambria" pitchFamily="18" charset="0"/>
              </a:rPr>
              <a:t>Mandrosoa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amin’ny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lalina</a:t>
            </a:r>
            <a:r>
              <a:rPr lang="es-ES" sz="6600" dirty="0">
                <a:latin typeface="Cambria" pitchFamily="18" charset="0"/>
              </a:rPr>
              <a:t> </a:t>
            </a:r>
            <a:r>
              <a:rPr lang="es-ES" sz="6600" dirty="0" err="1">
                <a:latin typeface="Cambria" pitchFamily="18" charset="0"/>
              </a:rPr>
              <a:t>kokoa</a:t>
            </a:r>
            <a:r>
              <a:rPr lang="es-ES" sz="6600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910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RAKITRA</a:t>
            </a:r>
          </a:p>
          <a:p>
            <a:pPr marL="0" indent="0" algn="ctr">
              <a:buNone/>
            </a:pPr>
            <a:endParaRPr lang="pt-BR" sz="6583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HIRA </a:t>
            </a: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TAMALAMIA</a:t>
            </a:r>
          </a:p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STK</a:t>
            </a:r>
            <a:endParaRPr lang="pt-BR" sz="6583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60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58215" y="255180"/>
            <a:ext cx="9202215" cy="687546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fr-FR" sz="4800" b="1" u="sng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ASA </a:t>
            </a:r>
            <a:r>
              <a:rPr lang="fr-FR" sz="4800" b="1" u="sng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VAVOLOMBELONA</a:t>
            </a:r>
          </a:p>
          <a:p>
            <a:pPr marL="0" indent="0" algn="ctr">
              <a:buNone/>
            </a:pPr>
            <a:endParaRPr lang="fr-FR" sz="5400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ctr">
              <a:buNone/>
            </a:pPr>
            <a:r>
              <a:rPr lang="fr-FR" sz="54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Fanaterana</a:t>
            </a:r>
            <a:r>
              <a:rPr lang="fr-FR" sz="5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fr-FR" sz="54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valopy</a:t>
            </a:r>
            <a:r>
              <a:rPr lang="fr-FR" sz="5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fr-FR" sz="54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Alahadin’ny</a:t>
            </a:r>
            <a:r>
              <a:rPr lang="fr-FR" sz="5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fr-FR" sz="54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Mpitandrina</a:t>
            </a:r>
            <a:r>
              <a:rPr lang="fr-FR" sz="5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fr-FR" sz="54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sy</a:t>
            </a:r>
            <a:r>
              <a:rPr lang="fr-FR" sz="54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 faha-10 </a:t>
            </a:r>
            <a:r>
              <a:rPr lang="fr-FR" sz="54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taona</a:t>
            </a:r>
            <a:endParaRPr lang="fr-FR" sz="5400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 algn="ctr">
              <a:buNone/>
            </a:pPr>
            <a:r>
              <a:rPr lang="fr-FR" sz="6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MIHIRA:			SAF’ART</a:t>
            </a:r>
          </a:p>
          <a:p>
            <a:pPr marL="0" indent="0" algn="ctr">
              <a:buNone/>
            </a:pPr>
            <a:r>
              <a:rPr lang="fr-FR" sz="6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				SAMPANA HAFA</a:t>
            </a:r>
          </a:p>
          <a:p>
            <a:pPr marL="0" indent="0" algn="ctr">
              <a:buNone/>
            </a:pPr>
            <a:r>
              <a:rPr lang="fr-FR" sz="6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				STK</a:t>
            </a:r>
            <a:endParaRPr lang="fr-FR" sz="60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7251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Lavantim-bokatra</a:t>
            </a:r>
            <a:endParaRPr lang="pt-BR" sz="6583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690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FANOMEZANA SARIHANA AVY AMIN’NY VALOPY</a:t>
            </a:r>
            <a:endParaRPr lang="pt-BR" sz="6583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600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FIARAHABANA TSINGERIN-TAONA SY TSINGERIN-TAOM-PAHATSIAROVANA</a:t>
            </a:r>
            <a:endParaRPr lang="pt-BR" sz="6583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369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39604"/>
            <a:ext cx="8910084" cy="41760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90" tIns="34195" rIns="68390" bIns="34195" numCol="1" anchor="ctr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pt-BR" sz="6583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</a:rPr>
              <a:t>FIARAHABANA NY MPITANDRINA MIANAKAVY</a:t>
            </a:r>
            <a:endParaRPr lang="pt-BR" sz="6583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34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94525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07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94525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614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37401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6600" b="1" dirty="0">
                <a:solidFill>
                  <a:srgbClr val="002060"/>
                </a:solidFill>
                <a:latin typeface="Cambria" pitchFamily="18" charset="0"/>
              </a:rPr>
              <a:t>3. Hiaraka Aminao aho, ry Jeso Tompoko,</a:t>
            </a:r>
          </a:p>
          <a:p>
            <a:pPr>
              <a:buNone/>
            </a:pPr>
            <a:r>
              <a:rPr lang="pt-BR" sz="6600" b="1" dirty="0">
                <a:solidFill>
                  <a:srgbClr val="002060"/>
                </a:solidFill>
                <a:latin typeface="Cambria" pitchFamily="18" charset="0"/>
              </a:rPr>
              <a:t>Ho zary famonjena anie ny fahoriako</a:t>
            </a:r>
          </a:p>
        </p:txBody>
      </p:sp>
    </p:spTree>
    <p:extLst>
      <p:ext uri="{BB962C8B-B14F-4D97-AF65-F5344CB8AC3E}">
        <p14:creationId xmlns:p14="http://schemas.microsoft.com/office/powerpoint/2010/main" val="297098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37401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7200" b="1" dirty="0">
                <a:solidFill>
                  <a:srgbClr val="002060"/>
                </a:solidFill>
                <a:latin typeface="Cambria" pitchFamily="18" charset="0"/>
              </a:rPr>
              <a:t>Hanara dia Anao, zay no faniriako</a:t>
            </a:r>
          </a:p>
          <a:p>
            <a:pPr>
              <a:buNone/>
            </a:pPr>
            <a:r>
              <a:rPr lang="pt-BR" sz="7200" b="1" dirty="0">
                <a:solidFill>
                  <a:srgbClr val="002060"/>
                </a:solidFill>
                <a:latin typeface="Cambria" pitchFamily="18" charset="0"/>
              </a:rPr>
              <a:t>Hifantsika Aminao aho, Jesoa !</a:t>
            </a:r>
          </a:p>
        </p:txBody>
      </p:sp>
    </p:spTree>
    <p:extLst>
      <p:ext uri="{BB962C8B-B14F-4D97-AF65-F5344CB8AC3E}">
        <p14:creationId xmlns:p14="http://schemas.microsoft.com/office/powerpoint/2010/main" val="238154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65963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N’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n’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hitondranao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ahy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3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753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37401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hiaraka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Jesoa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fr-FR" sz="72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024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58215" y="255180"/>
            <a:ext cx="9202215" cy="687546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fr-FR" sz="6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TSO-DRANO</a:t>
            </a:r>
            <a:endParaRPr lang="fr-FR" sz="60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7607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idx="1"/>
          </p:nvPr>
        </p:nvSpPr>
        <p:spPr>
          <a:xfrm>
            <a:off x="-340962" y="219313"/>
            <a:ext cx="9236989" cy="4537487"/>
          </a:xfrm>
        </p:spPr>
        <p:txBody>
          <a:bodyPr>
            <a:noAutofit/>
          </a:bodyPr>
          <a:lstStyle/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Ho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an’</a:t>
            </a:r>
            <a:r>
              <a:rPr lang="fr-FR" sz="60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Andriamanitra</a:t>
            </a:r>
            <a:r>
              <a:rPr lang="fr-FR" sz="6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irery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ihany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ny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voninahitra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.</a:t>
            </a:r>
          </a:p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AMEN.</a:t>
            </a:r>
            <a:endParaRPr lang="fr-FR" sz="72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85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58215" y="255180"/>
            <a:ext cx="9202215" cy="687546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fr-FR" sz="6000" u="sng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</a:rPr>
              <a:t>Fandraisam-pitenenana</a:t>
            </a:r>
            <a:endParaRPr lang="fr-FR" sz="6000" u="sng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Calligraphy" panose="03010101010101010101" pitchFamily="66" charset="0"/>
            </a:endParaRPr>
          </a:p>
          <a:p>
            <a:pPr marL="0" indent="0" algn="ctr">
              <a:buNone/>
            </a:pPr>
            <a:r>
              <a:rPr lang="fr-FR" sz="600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- </a:t>
            </a:r>
            <a:r>
              <a:rPr lang="fr-FR" sz="6000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Filohan’ny</a:t>
            </a:r>
            <a:r>
              <a:rPr lang="fr-FR" sz="600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 </a:t>
            </a:r>
            <a:r>
              <a:rPr lang="fr-FR" sz="6000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Komity</a:t>
            </a:r>
            <a:endParaRPr lang="fr-FR" sz="6000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Calligraphy" panose="03010101010101010101" pitchFamily="66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600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- SAF’ART ; TAMALAMIA</a:t>
            </a:r>
          </a:p>
          <a:p>
            <a:pPr marL="0" indent="0" algn="ctr">
              <a:buNone/>
            </a:pPr>
            <a:r>
              <a:rPr lang="fr-FR" sz="600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- </a:t>
            </a:r>
            <a:r>
              <a:rPr lang="fr-FR" sz="6000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Ny</a:t>
            </a:r>
            <a:r>
              <a:rPr lang="fr-FR" sz="6000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 </a:t>
            </a:r>
            <a:r>
              <a:rPr lang="fr-FR" sz="6000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Calligraphy" panose="03010101010101010101" pitchFamily="66" charset="0"/>
                <a:cs typeface="Times New Roman" panose="02020603050405020304" pitchFamily="18" charset="0"/>
              </a:rPr>
              <a:t>Mpitandrina</a:t>
            </a:r>
            <a:endParaRPr lang="fr-FR" sz="6000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222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idx="1"/>
          </p:nvPr>
        </p:nvSpPr>
        <p:spPr>
          <a:xfrm>
            <a:off x="0" y="1238236"/>
            <a:ext cx="8555065" cy="4957121"/>
          </a:xfrm>
        </p:spPr>
        <p:txBody>
          <a:bodyPr>
            <a:noAutofit/>
          </a:bodyPr>
          <a:lstStyle/>
          <a:p>
            <a:pPr marL="0" lvl="0" indent="0" algn="ctr" eaLnBrk="0" hangingPunct="0">
              <a:buNone/>
            </a:pPr>
            <a:r>
              <a:rPr lang="fr-FR" sz="8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FANDRAISANA FANASAN’NY TOMPO</a:t>
            </a:r>
            <a:endParaRPr lang="fr-FR" sz="80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84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34169"/>
            <a:ext cx="8229600" cy="9286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23087"/>
            <a:ext cx="8929718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Faingàna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tra-bonjy</a:t>
            </a:r>
            <a:endParaRPr lang="en-US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hoe :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Avia</a:t>
            </a:r>
            <a:endParaRPr lang="en-US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63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69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37401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fiderana</a:t>
            </a:r>
            <a:endParaRPr lang="es-ES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laza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fanjakana</a:t>
            </a:r>
            <a:endParaRPr lang="es-ES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>
                <a:solidFill>
                  <a:srgbClr val="002060"/>
                </a:solidFill>
                <a:latin typeface="Cambria" pitchFamily="18" charset="0"/>
              </a:rPr>
              <a:t>arahaba</a:t>
            </a:r>
            <a:r>
              <a:rPr lang="es-ES" sz="6600" b="1" dirty="0">
                <a:solidFill>
                  <a:srgbClr val="002060"/>
                </a:solidFill>
                <a:latin typeface="Cambria" pitchFamily="18" charset="0"/>
              </a:rPr>
              <a:t> e !</a:t>
            </a:r>
          </a:p>
        </p:txBody>
      </p:sp>
    </p:spTree>
    <p:extLst>
      <p:ext uri="{BB962C8B-B14F-4D97-AF65-F5344CB8AC3E}">
        <p14:creationId xmlns:p14="http://schemas.microsoft.com/office/powerpoint/2010/main" val="142893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-351918" y="3019647"/>
            <a:ext cx="9141889" cy="595733"/>
          </a:xfrm>
        </p:spPr>
        <p:txBody>
          <a:bodyPr>
            <a:noAutofit/>
          </a:bodyPr>
          <a:lstStyle/>
          <a:p>
            <a:pPr algn="ctr"/>
            <a: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ANTEMA 1</a:t>
            </a:r>
            <a:endParaRPr lang="fr-FR" sz="8798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85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0" y="0"/>
            <a:ext cx="9526772" cy="7060017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Masina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Masina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Masina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Jehovah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Tompo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! </a:t>
            </a:r>
            <a:b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Fenoy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ny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voninahitrao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izao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rehetra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izao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ry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Tompo</a:t>
            </a:r>
            <a:r>
              <a:rPr lang="en-US" sz="7200" dirty="0" smtClean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ô! Amen.</a:t>
            </a:r>
          </a:p>
        </p:txBody>
      </p:sp>
    </p:spTree>
    <p:extLst>
      <p:ext uri="{BB962C8B-B14F-4D97-AF65-F5344CB8AC3E}">
        <p14:creationId xmlns:p14="http://schemas.microsoft.com/office/powerpoint/2010/main" val="206160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35352" y="131842"/>
            <a:ext cx="9144000" cy="6750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ts val="576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4800" spc="-300" dirty="0">
                <a:solidFill>
                  <a:srgbClr val="C00000"/>
                </a:solidFill>
                <a:latin typeface="Franklin Gothic Demi" pitchFamily="34" charset="0"/>
                <a:cs typeface="Times New Roman" pitchFamily="18" charset="0"/>
              </a:rPr>
              <a:t>FF 22 </a:t>
            </a:r>
            <a:r>
              <a:rPr lang="en-GB" sz="4800" spc="-3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</a:p>
          <a:p>
            <a:pPr algn="ctr" fontAlgn="base">
              <a:lnSpc>
                <a:spcPts val="576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4800" spc="-3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lang="en-GB" sz="4800" spc="-3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spc="-3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lang="en-GB" sz="4800" spc="-3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spc="-3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mpanomponao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atao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hoe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zanakao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ry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Tompo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No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niantso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izao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manatona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ahy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laviko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hoy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tamy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Ka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sahy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nanatona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8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Anao</a:t>
            </a:r>
            <a:r>
              <a:rPr lang="en-GB" sz="48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.</a:t>
            </a:r>
            <a:endParaRPr lang="en-GB" sz="4800" dirty="0">
              <a:solidFill>
                <a:prstClr val="black"/>
              </a:solidFill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662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31190" y="-52294"/>
            <a:ext cx="9175189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madio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(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no marina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(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(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36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mendrika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hitsimpona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latsaka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amin’ny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latabatrao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hoy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“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manatona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” 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Noho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teninao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(2)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sahiko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ny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manatona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.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122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22222" y="3315"/>
            <a:ext cx="9144000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madio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  (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no marina 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(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36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masina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(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36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36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36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re,hamarino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re,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 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 (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re)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diovy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,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hamarino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,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            </a:t>
            </a:r>
            <a:r>
              <a:rPr lang="en-GB" sz="4400" dirty="0" err="1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Hamasino</a:t>
            </a:r>
            <a:r>
              <a:rPr lang="en-GB" sz="4400" dirty="0">
                <a:solidFill>
                  <a:prstClr val="black"/>
                </a:solidFill>
                <a:latin typeface="Franklin Gothic Demi" pitchFamily="34" charset="0"/>
                <a:cs typeface="Times New Roman" pitchFamily="18" charset="0"/>
              </a:rPr>
              <a:t>.</a:t>
            </a:r>
            <a:endParaRPr lang="en-GB" sz="4400" dirty="0">
              <a:solidFill>
                <a:prstClr val="black"/>
              </a:solidFill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570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Hira</a:t>
            </a:r>
            <a:r>
              <a:rPr lang="fr-FR" sz="4000" b="1" dirty="0"/>
              <a:t> 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94525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1. </a:t>
            </a:r>
            <a:r>
              <a:rPr lang="en-US" sz="6000" dirty="0" err="1">
                <a:latin typeface="Cambria" pitchFamily="18" charset="0"/>
              </a:rPr>
              <a:t>Ry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Jeso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loharanon’aina</a:t>
            </a:r>
            <a:r>
              <a:rPr lang="en-US" sz="60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Izay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foto-pahasoavana</a:t>
            </a:r>
            <a:r>
              <a:rPr lang="en-US" sz="6000" dirty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fonay</a:t>
            </a:r>
            <a:r>
              <a:rPr lang="en-US" sz="6000" dirty="0">
                <a:latin typeface="Cambria" pitchFamily="18" charset="0"/>
              </a:rPr>
              <a:t> toy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tany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maina</a:t>
            </a:r>
            <a:r>
              <a:rPr lang="en-US" sz="60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Fenoy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fitiavana</a:t>
            </a:r>
            <a:r>
              <a:rPr lang="en-US" sz="6000" dirty="0">
                <a:latin typeface="Cambria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1035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Hira</a:t>
            </a:r>
            <a:r>
              <a:rPr lang="fr-FR" sz="4000" b="1" dirty="0"/>
              <a:t> 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94525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Aidino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tena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aina</a:t>
            </a:r>
            <a:r>
              <a:rPr lang="en-US" sz="60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Mba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hampifankatia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anay</a:t>
            </a:r>
            <a:r>
              <a:rPr lang="en-US" sz="60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Fandrao</a:t>
            </a:r>
            <a:r>
              <a:rPr lang="en-US" sz="6000" dirty="0">
                <a:latin typeface="Cambria" pitchFamily="18" charset="0"/>
              </a:rPr>
              <a:t> ho </a:t>
            </a:r>
            <a:r>
              <a:rPr lang="en-US" sz="6000" dirty="0" err="1">
                <a:latin typeface="Cambria" pitchFamily="18" charset="0"/>
              </a:rPr>
              <a:t>tonga</a:t>
            </a:r>
            <a:r>
              <a:rPr lang="en-US" sz="6000" dirty="0">
                <a:latin typeface="Cambria" pitchFamily="18" charset="0"/>
              </a:rPr>
              <a:t> very </a:t>
            </a:r>
            <a:r>
              <a:rPr lang="en-US" sz="6000" dirty="0" err="1">
                <a:latin typeface="Cambria" pitchFamily="18" charset="0"/>
              </a:rPr>
              <a:t>maina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fitiavanao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anay</a:t>
            </a:r>
            <a:r>
              <a:rPr lang="en-US" sz="6000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284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Hira</a:t>
            </a:r>
            <a:r>
              <a:rPr lang="fr-FR" sz="4000" b="1" dirty="0"/>
              <a:t> 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94525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2.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tia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mba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havaozy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Fenoy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fitiavana</a:t>
            </a:r>
            <a:r>
              <a:rPr lang="en-US" sz="6000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fisarahana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levony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Soloy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fihavanana</a:t>
            </a:r>
            <a:r>
              <a:rPr lang="en-US" sz="6000" dirty="0">
                <a:latin typeface="Cambria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754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Hira</a:t>
            </a:r>
            <a:r>
              <a:rPr lang="fr-FR" sz="4000" b="1" dirty="0"/>
              <a:t> 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94525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malaky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mankahala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Ovay</a:t>
            </a:r>
            <a:r>
              <a:rPr lang="en-US" sz="6000" dirty="0">
                <a:latin typeface="Cambria" pitchFamily="18" charset="0"/>
              </a:rPr>
              <a:t> ho </a:t>
            </a:r>
            <a:r>
              <a:rPr lang="en-US" sz="6000" dirty="0" err="1">
                <a:latin typeface="Cambria" pitchFamily="18" charset="0"/>
              </a:rPr>
              <a:t>tia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namana</a:t>
            </a:r>
            <a:r>
              <a:rPr lang="en-US" sz="6000" dirty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Ampianaro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hahalala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didim-pitiavana</a:t>
            </a:r>
            <a:endParaRPr lang="en-US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89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Hira</a:t>
            </a:r>
            <a:r>
              <a:rPr lang="fr-FR" sz="4000" b="1" dirty="0"/>
              <a:t> 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94525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3. </a:t>
            </a:r>
            <a:r>
              <a:rPr lang="en-US" sz="6000" dirty="0" err="1">
                <a:latin typeface="Cambria" pitchFamily="18" charset="0"/>
              </a:rPr>
              <a:t>Toroy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ampianaro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fitiavanao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zahay</a:t>
            </a:r>
            <a:r>
              <a:rPr lang="en-US" sz="6000" dirty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Mpiandry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tsara</a:t>
            </a:r>
            <a:r>
              <a:rPr lang="en-US" sz="6000" dirty="0">
                <a:latin typeface="Cambria" pitchFamily="18" charset="0"/>
              </a:rPr>
              <a:t> o, </a:t>
            </a:r>
            <a:r>
              <a:rPr lang="en-US" sz="6000" dirty="0" err="1">
                <a:latin typeface="Cambria" pitchFamily="18" charset="0"/>
              </a:rPr>
              <a:t>velaro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fonao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mba</a:t>
            </a:r>
            <a:r>
              <a:rPr lang="en-US" sz="6000" dirty="0">
                <a:latin typeface="Cambria" pitchFamily="18" charset="0"/>
              </a:rPr>
              <a:t> ho </a:t>
            </a:r>
            <a:r>
              <a:rPr lang="en-US" sz="6000" dirty="0" err="1">
                <a:latin typeface="Cambria" pitchFamily="18" charset="0"/>
              </a:rPr>
              <a:t>hitanay</a:t>
            </a:r>
            <a:endParaRPr lang="en-US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5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Hira</a:t>
            </a:r>
            <a:r>
              <a:rPr lang="fr-FR" sz="4000" b="1" dirty="0"/>
              <a:t> 531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85720" y="794525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Mba</a:t>
            </a:r>
            <a:r>
              <a:rPr lang="en-US" sz="6000" dirty="0">
                <a:latin typeface="Cambria" pitchFamily="18" charset="0"/>
              </a:rPr>
              <a:t> ho </a:t>
            </a:r>
            <a:r>
              <a:rPr lang="en-US" sz="6000" dirty="0" err="1">
                <a:latin typeface="Cambria" pitchFamily="18" charset="0"/>
              </a:rPr>
              <a:t>tarafiny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tokoa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fonay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mbola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maizina</a:t>
            </a:r>
            <a:r>
              <a:rPr lang="en-US" sz="60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Ka </a:t>
            </a:r>
            <a:r>
              <a:rPr lang="en-US" sz="6000" dirty="0" err="1">
                <a:latin typeface="Cambria" pitchFamily="18" charset="0"/>
              </a:rPr>
              <a:t>samy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hifanisy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soa</a:t>
            </a:r>
            <a:endParaRPr lang="en-US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hifamela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heloka</a:t>
            </a:r>
            <a:r>
              <a:rPr lang="en-US" sz="6000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931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51649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1. </a:t>
            </a:r>
            <a:r>
              <a:rPr lang="en-US" sz="6000" b="1" dirty="0" err="1">
                <a:latin typeface="Cambria" pitchFamily="18" charset="0"/>
              </a:rPr>
              <a:t>Misy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didy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tena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tsara</a:t>
            </a:r>
            <a:endParaRPr lang="fr-FR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Zay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nomen’ny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Tompo</a:t>
            </a:r>
            <a:r>
              <a:rPr lang="en-US" sz="6000" b="1" dirty="0">
                <a:latin typeface="Cambria" pitchFamily="18" charset="0"/>
              </a:rPr>
              <a:t> hoe :</a:t>
            </a:r>
            <a:endParaRPr lang="fr-FR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Mba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mifankatiava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tsara</a:t>
            </a:r>
            <a:r>
              <a:rPr lang="en-US" sz="6000" b="1" dirty="0">
                <a:latin typeface="Cambria" pitchFamily="18" charset="0"/>
              </a:rPr>
              <a:t>,</a:t>
            </a:r>
            <a:endParaRPr lang="fr-FR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Hianareo</a:t>
            </a:r>
            <a:r>
              <a:rPr lang="en-US" sz="6000" b="1" dirty="0">
                <a:latin typeface="Cambria" pitchFamily="18" charset="0"/>
              </a:rPr>
              <a:t> ‘</a:t>
            </a:r>
            <a:r>
              <a:rPr lang="en-US" sz="6000" b="1" dirty="0" err="1">
                <a:latin typeface="Cambria" pitchFamily="18" charset="0"/>
              </a:rPr>
              <a:t>zay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mino</a:t>
            </a:r>
            <a:r>
              <a:rPr lang="en-US" sz="6000" b="1" dirty="0">
                <a:latin typeface="Cambria" pitchFamily="18" charset="0"/>
              </a:rPr>
              <a:t> e!</a:t>
            </a:r>
            <a:endParaRPr lang="fr-FR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7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51649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   Ka </a:t>
            </a:r>
            <a:r>
              <a:rPr lang="en-US" sz="6000" b="1" dirty="0" err="1">
                <a:latin typeface="Cambria" pitchFamily="18" charset="0"/>
              </a:rPr>
              <a:t>miraisa</a:t>
            </a:r>
            <a:r>
              <a:rPr lang="en-US" sz="6000" b="1" dirty="0">
                <a:latin typeface="Cambria" pitchFamily="18" charset="0"/>
              </a:rPr>
              <a:t>,</a:t>
            </a:r>
            <a:endParaRPr lang="fr-FR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‘</a:t>
            </a:r>
            <a:r>
              <a:rPr lang="en-US" sz="6000" b="1" dirty="0" err="1">
                <a:latin typeface="Cambria" pitchFamily="18" charset="0"/>
              </a:rPr>
              <a:t>Zao</a:t>
            </a:r>
            <a:r>
              <a:rPr lang="en-US" sz="6000" b="1" dirty="0">
                <a:latin typeface="Cambria" pitchFamily="18" charset="0"/>
              </a:rPr>
              <a:t> no </a:t>
            </a:r>
            <a:r>
              <a:rPr lang="en-US" sz="6000" b="1" dirty="0" err="1">
                <a:latin typeface="Cambria" pitchFamily="18" charset="0"/>
              </a:rPr>
              <a:t>didy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lehibe</a:t>
            </a:r>
            <a:endParaRPr lang="fr-FR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20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8773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2. Tonga </a:t>
            </a:r>
            <a:r>
              <a:rPr lang="en-US" sz="6000" b="1" dirty="0" err="1">
                <a:latin typeface="Cambria" pitchFamily="18" charset="0"/>
              </a:rPr>
              <a:t>Jeso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mba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hanompo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Sy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mba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hampihavana</a:t>
            </a:r>
            <a:r>
              <a:rPr lang="en-US" sz="6000" b="1" dirty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Tsy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mpanaraka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ny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Tompo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‘</a:t>
            </a:r>
            <a:r>
              <a:rPr lang="en-US" sz="6000" b="1" dirty="0" err="1">
                <a:latin typeface="Cambria" pitchFamily="18" charset="0"/>
              </a:rPr>
              <a:t>Zay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tsy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tia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namana</a:t>
            </a:r>
            <a:r>
              <a:rPr lang="en-US" sz="6000" b="1" dirty="0">
                <a:latin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5521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508773"/>
            <a:ext cx="8501090" cy="635795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      Ka </a:t>
            </a:r>
            <a:r>
              <a:rPr lang="en-US" sz="6000" b="1" dirty="0" err="1">
                <a:latin typeface="Cambria" pitchFamily="18" charset="0"/>
              </a:rPr>
              <a:t>tadiavo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‘</a:t>
            </a:r>
            <a:r>
              <a:rPr lang="en-US" sz="6000" b="1" dirty="0" err="1">
                <a:latin typeface="Cambria" pitchFamily="18" charset="0"/>
              </a:rPr>
              <a:t>Zay</a:t>
            </a:r>
            <a:r>
              <a:rPr lang="en-US" sz="6000" b="1" dirty="0">
                <a:latin typeface="Cambria" pitchFamily="18" charset="0"/>
              </a:rPr>
              <a:t> ho </a:t>
            </a:r>
            <a:r>
              <a:rPr lang="en-US" sz="6000" b="1" dirty="0" err="1">
                <a:latin typeface="Cambria" pitchFamily="18" charset="0"/>
              </a:rPr>
              <a:t>fampiraisana</a:t>
            </a:r>
            <a:endParaRPr lang="en-US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0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8773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3. </a:t>
            </a:r>
            <a:r>
              <a:rPr lang="en-US" sz="6000" b="1" dirty="0" err="1">
                <a:latin typeface="Cambria" pitchFamily="18" charset="0"/>
              </a:rPr>
              <a:t>Fa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iray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tokoa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ny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loha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Dia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Jesosy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Zanaka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Endriky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ny</a:t>
            </a:r>
            <a:r>
              <a:rPr lang="en-US" sz="6000" b="1" dirty="0">
                <a:latin typeface="Cambria" pitchFamily="18" charset="0"/>
              </a:rPr>
              <a:t> Ray </a:t>
            </a:r>
            <a:r>
              <a:rPr lang="en-US" sz="6000" b="1" dirty="0" err="1">
                <a:latin typeface="Cambria" pitchFamily="18" charset="0"/>
              </a:rPr>
              <a:t>Tsitoha</a:t>
            </a:r>
            <a:r>
              <a:rPr lang="en-US" sz="6000" b="1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Izay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halaina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tahaka</a:t>
            </a:r>
            <a:endParaRPr lang="en-US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32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508773"/>
            <a:ext cx="8286776" cy="635795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    </a:t>
            </a:r>
            <a:r>
              <a:rPr lang="en-US" sz="6000" b="1" dirty="0" err="1">
                <a:latin typeface="Cambria" pitchFamily="18" charset="0"/>
              </a:rPr>
              <a:t>Tsy</a:t>
            </a:r>
            <a:r>
              <a:rPr lang="en-US" sz="6000" b="1" dirty="0">
                <a:latin typeface="Cambria" pitchFamily="18" charset="0"/>
              </a:rPr>
              <a:t> ho </a:t>
            </a:r>
            <a:r>
              <a:rPr lang="en-US" sz="6000" b="1" dirty="0" err="1">
                <a:latin typeface="Cambria" pitchFamily="18" charset="0"/>
              </a:rPr>
              <a:t>resy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Raha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miray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ny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tafika</a:t>
            </a:r>
            <a:endParaRPr lang="en-US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57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42862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8773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4. </a:t>
            </a:r>
            <a:r>
              <a:rPr lang="en-US" sz="6000" b="1" dirty="0" err="1">
                <a:latin typeface="Cambria" pitchFamily="18" charset="0"/>
              </a:rPr>
              <a:t>Jeso</a:t>
            </a:r>
            <a:r>
              <a:rPr lang="en-US" sz="6000" b="1" dirty="0">
                <a:latin typeface="Cambria" pitchFamily="18" charset="0"/>
              </a:rPr>
              <a:t> no ‘Lay </a:t>
            </a:r>
            <a:r>
              <a:rPr lang="en-US" sz="6000" b="1" dirty="0" err="1">
                <a:latin typeface="Cambria" pitchFamily="18" charset="0"/>
              </a:rPr>
              <a:t>foto-kazo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Tena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voaloboka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Ka </a:t>
            </a:r>
            <a:r>
              <a:rPr lang="en-US" sz="6000" b="1" dirty="0" err="1">
                <a:latin typeface="Cambria" pitchFamily="18" charset="0"/>
              </a:rPr>
              <a:t>ny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sampana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halazo</a:t>
            </a: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Raha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tafasaraka</a:t>
            </a:r>
            <a:endParaRPr lang="en-US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7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0145"/>
            <a:ext cx="8229600" cy="42862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508773"/>
            <a:ext cx="8358214" cy="635795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000" b="1" dirty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     </a:t>
            </a:r>
          </a:p>
          <a:p>
            <a:pPr>
              <a:buNone/>
            </a:pPr>
            <a:r>
              <a:rPr lang="en-US" sz="6000" b="1" dirty="0">
                <a:latin typeface="Cambria" pitchFamily="18" charset="0"/>
              </a:rPr>
              <a:t>      </a:t>
            </a:r>
            <a:r>
              <a:rPr lang="en-US" sz="6000" b="1" dirty="0" err="1">
                <a:latin typeface="Cambria" pitchFamily="18" charset="0"/>
              </a:rPr>
              <a:t>Ikambano</a:t>
            </a:r>
            <a:r>
              <a:rPr lang="en-US" sz="6000" b="1" dirty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>
                <a:latin typeface="Cambria" pitchFamily="18" charset="0"/>
              </a:rPr>
              <a:t>K’aza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mba</a:t>
            </a:r>
            <a:r>
              <a:rPr lang="en-US" sz="6000" b="1" dirty="0">
                <a:latin typeface="Cambria" pitchFamily="18" charset="0"/>
              </a:rPr>
              <a:t> </a:t>
            </a:r>
            <a:r>
              <a:rPr lang="en-US" sz="6000" b="1" dirty="0" err="1">
                <a:latin typeface="Cambria" pitchFamily="18" charset="0"/>
              </a:rPr>
              <a:t>mihataka</a:t>
            </a:r>
            <a:endParaRPr lang="en-US" sz="6000" b="1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7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8731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37402"/>
            <a:ext cx="8229600" cy="474027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Mihoby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ratran'ny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Mpamonjiko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aim-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baovao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. 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60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8731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65964"/>
            <a:ext cx="8329642" cy="526893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03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8731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65964"/>
            <a:ext cx="8443914" cy="474027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ratran'ny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Mpamonjinao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hanasitrana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Ka ho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fiainanao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3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8731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80278"/>
            <a:ext cx="8258204" cy="50546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95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8731"/>
            <a:ext cx="8229600" cy="7969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580212"/>
            <a:ext cx="8186766" cy="555468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mibitaha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gadra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tapaka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: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hajambana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nanjo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11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8731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543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80278"/>
            <a:ext cx="8229600" cy="505461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tretrika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600" b="1" dirty="0" err="1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6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41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idx="1"/>
          </p:nvPr>
        </p:nvSpPr>
        <p:spPr>
          <a:xfrm>
            <a:off x="-92989" y="1529953"/>
            <a:ext cx="9236989" cy="4537487"/>
          </a:xfrm>
        </p:spPr>
        <p:txBody>
          <a:bodyPr>
            <a:noAutofit/>
          </a:bodyPr>
          <a:lstStyle/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HAFATRA / </a:t>
            </a:r>
            <a:endParaRPr lang="fr-FR" sz="7200" b="1" dirty="0" smtClean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Handwriting" panose="03010101010101010101" pitchFamily="66" charset="0"/>
            </a:endParaRPr>
          </a:p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TSO-DRANO</a:t>
            </a:r>
            <a:endParaRPr lang="fr-FR" sz="72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38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8731"/>
            <a:ext cx="8229600" cy="1142984"/>
          </a:xfrm>
        </p:spPr>
        <p:txBody>
          <a:bodyPr>
            <a:normAutofit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294591"/>
            <a:ext cx="8786842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2. </a:t>
            </a:r>
            <a:r>
              <a:rPr lang="en-US" sz="6000" dirty="0" err="1">
                <a:latin typeface="Cambria" pitchFamily="18" charset="0"/>
              </a:rPr>
              <a:t>Dia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mpiasa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tsy</a:t>
            </a:r>
            <a:r>
              <a:rPr lang="en-US" sz="6000" dirty="0">
                <a:latin typeface="Cambria" pitchFamily="18" charset="0"/>
              </a:rPr>
              <a:t> an-</a:t>
            </a:r>
            <a:r>
              <a:rPr lang="en-US" sz="6000" dirty="0" err="1">
                <a:latin typeface="Cambria" pitchFamily="18" charset="0"/>
              </a:rPr>
              <a:t>tery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Ka </a:t>
            </a:r>
            <a:r>
              <a:rPr lang="en-US" sz="6000" dirty="0" err="1">
                <a:latin typeface="Cambria" pitchFamily="18" charset="0"/>
              </a:rPr>
              <a:t>mafana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fo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>
                <a:latin typeface="Cambria" pitchFamily="18" charset="0"/>
              </a:rPr>
              <a:t>Te-</a:t>
            </a:r>
            <a:r>
              <a:rPr lang="en-US" sz="6000" dirty="0" err="1">
                <a:latin typeface="Cambria" pitchFamily="18" charset="0"/>
              </a:rPr>
              <a:t>hanangona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ondry</a:t>
            </a:r>
            <a:r>
              <a:rPr lang="en-US" sz="6000" dirty="0">
                <a:latin typeface="Cambria" pitchFamily="18" charset="0"/>
              </a:rPr>
              <a:t> very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Marobe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tokoa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9457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8931"/>
            <a:ext cx="9144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>
                <a:latin typeface="Cambria" pitchFamily="18" charset="0"/>
              </a:rPr>
              <a:t>Te-</a:t>
            </a:r>
            <a:r>
              <a:rPr lang="en-US" sz="6000" dirty="0" err="1">
                <a:latin typeface="Cambria" pitchFamily="18" charset="0"/>
              </a:rPr>
              <a:t>hitaona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tanora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zaza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koa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Tsy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hifidy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asa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mora</a:t>
            </a:r>
            <a:r>
              <a:rPr lang="en-US" sz="6000" dirty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Fa</a:t>
            </a:r>
            <a:r>
              <a:rPr lang="en-US" sz="6000" dirty="0">
                <a:latin typeface="Cambria" pitchFamily="18" charset="0"/>
              </a:rPr>
              <a:t> ho </a:t>
            </a:r>
            <a:r>
              <a:rPr lang="en-US" sz="6000" dirty="0" err="1">
                <a:latin typeface="Cambria" pitchFamily="18" charset="0"/>
              </a:rPr>
              <a:t>mpankato</a:t>
            </a:r>
            <a:r>
              <a:rPr lang="en-US" sz="6000" dirty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8333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8931"/>
            <a:ext cx="9144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800" dirty="0">
                <a:latin typeface="Cambria" pitchFamily="18" charset="0"/>
              </a:rPr>
              <a:t>3. </a:t>
            </a:r>
            <a:r>
              <a:rPr lang="en-US" sz="4800" dirty="0" err="1">
                <a:latin typeface="Cambria" pitchFamily="18" charset="0"/>
              </a:rPr>
              <a:t>Hianao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ry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Jeso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Tompo</a:t>
            </a:r>
            <a:r>
              <a:rPr lang="en-US" sz="4800" dirty="0">
                <a:latin typeface="Cambria" pitchFamily="18" charset="0"/>
              </a:rPr>
              <a:t>,                                                                                                                                    </a:t>
            </a:r>
            <a:endParaRPr lang="fr-FR" sz="4800" dirty="0">
              <a:latin typeface="Cambria" pitchFamily="18" charset="0"/>
            </a:endParaRPr>
          </a:p>
          <a:p>
            <a:pPr>
              <a:buNone/>
            </a:pPr>
            <a:r>
              <a:rPr lang="en-US" sz="4800" dirty="0">
                <a:latin typeface="Cambria" pitchFamily="18" charset="0"/>
              </a:rPr>
              <a:t>No </a:t>
            </a:r>
            <a:r>
              <a:rPr lang="en-US" sz="4800" dirty="0" err="1">
                <a:latin typeface="Cambria" pitchFamily="18" charset="0"/>
              </a:rPr>
              <a:t>nampianatra</a:t>
            </a:r>
            <a:endParaRPr lang="fr-FR" sz="4800" dirty="0">
              <a:latin typeface="Cambria" pitchFamily="18" charset="0"/>
            </a:endParaRPr>
          </a:p>
          <a:p>
            <a:pPr>
              <a:buNone/>
            </a:pPr>
            <a:r>
              <a:rPr lang="en-US" sz="4800" dirty="0" err="1">
                <a:latin typeface="Cambria" pitchFamily="18" charset="0"/>
              </a:rPr>
              <a:t>Ny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olonao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mba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hanompo</a:t>
            </a:r>
            <a:r>
              <a:rPr lang="en-US" sz="4800" dirty="0">
                <a:latin typeface="Cambria" pitchFamily="18" charset="0"/>
              </a:rPr>
              <a:t> </a:t>
            </a:r>
            <a:endParaRPr lang="fr-FR" sz="4800" dirty="0">
              <a:latin typeface="Cambria" pitchFamily="18" charset="0"/>
            </a:endParaRPr>
          </a:p>
          <a:p>
            <a:pPr>
              <a:buNone/>
            </a:pPr>
            <a:r>
              <a:rPr lang="en-US" sz="4800" dirty="0" err="1">
                <a:latin typeface="Cambria" pitchFamily="18" charset="0"/>
              </a:rPr>
              <a:t>Tsy</a:t>
            </a:r>
            <a:r>
              <a:rPr lang="en-US" sz="4800" dirty="0">
                <a:latin typeface="Cambria" pitchFamily="18" charset="0"/>
              </a:rPr>
              <a:t> </a:t>
            </a:r>
            <a:r>
              <a:rPr lang="en-US" sz="4800" dirty="0" err="1">
                <a:latin typeface="Cambria" pitchFamily="18" charset="0"/>
              </a:rPr>
              <a:t>mitsahatra</a:t>
            </a:r>
            <a:endParaRPr lang="fr-FR" sz="4800" dirty="0">
              <a:latin typeface="Cambria" pitchFamily="18" charset="0"/>
            </a:endParaRPr>
          </a:p>
          <a:p>
            <a:pPr>
              <a:buNone/>
            </a:pPr>
            <a:endParaRPr lang="fr-FR" sz="48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5810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>
                <a:solidFill>
                  <a:srgbClr val="0070C0"/>
                </a:solidFill>
              </a:rPr>
              <a:t>Hira</a:t>
            </a:r>
            <a:r>
              <a:rPr lang="fr-FR" sz="4800" b="1" dirty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37467"/>
            <a:ext cx="9144000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Tsy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handala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talenta</a:t>
            </a:r>
            <a:r>
              <a:rPr lang="en-US" sz="6000" dirty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zay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natolotra</a:t>
            </a:r>
            <a:r>
              <a:rPr lang="en-US" sz="6000" dirty="0">
                <a:latin typeface="Cambria" pitchFamily="18" charset="0"/>
              </a:rPr>
              <a:t>;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Fa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ny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aina</a:t>
            </a:r>
            <a:r>
              <a:rPr lang="en-US" sz="6000" dirty="0">
                <a:latin typeface="Cambria" pitchFamily="18" charset="0"/>
              </a:rPr>
              <a:t> re no </a:t>
            </a:r>
            <a:r>
              <a:rPr lang="en-US" sz="6000" dirty="0" err="1">
                <a:latin typeface="Cambria" pitchFamily="18" charset="0"/>
              </a:rPr>
              <a:t>fetra</a:t>
            </a:r>
            <a:r>
              <a:rPr lang="en-US" sz="6000" dirty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>
                <a:latin typeface="Cambria" pitchFamily="18" charset="0"/>
              </a:rPr>
              <a:t>Entina</a:t>
            </a:r>
            <a:r>
              <a:rPr lang="en-US" sz="6000" dirty="0">
                <a:latin typeface="Cambria" pitchFamily="18" charset="0"/>
              </a:rPr>
              <a:t> </a:t>
            </a:r>
            <a:r>
              <a:rPr lang="en-US" sz="6000" dirty="0" err="1">
                <a:latin typeface="Cambria" pitchFamily="18" charset="0"/>
              </a:rPr>
              <a:t>manao</a:t>
            </a:r>
            <a:r>
              <a:rPr lang="en-US" sz="6000" dirty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5807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>
            <a:spLocks noGrp="1"/>
          </p:cNvSpPr>
          <p:nvPr>
            <p:ph idx="1"/>
          </p:nvPr>
        </p:nvSpPr>
        <p:spPr>
          <a:xfrm>
            <a:off x="-340962" y="219313"/>
            <a:ext cx="9236989" cy="4537487"/>
          </a:xfrm>
        </p:spPr>
        <p:txBody>
          <a:bodyPr>
            <a:noAutofit/>
          </a:bodyPr>
          <a:lstStyle/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Ho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an’</a:t>
            </a:r>
            <a:r>
              <a:rPr lang="fr-FR" sz="60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Andriamanitra</a:t>
            </a:r>
            <a:r>
              <a:rPr lang="fr-FR" sz="60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irery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ihany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ny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 </a:t>
            </a:r>
            <a:r>
              <a:rPr lang="fr-FR" sz="7200" b="1" dirty="0" err="1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voninahitra</a:t>
            </a: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.</a:t>
            </a:r>
          </a:p>
          <a:p>
            <a:pPr marL="0" lvl="0" indent="0" algn="ctr" eaLnBrk="0" hangingPunct="0">
              <a:buNone/>
            </a:pPr>
            <a:r>
              <a:rPr lang="fr-FR" sz="7200" b="1" dirty="0" smtClean="0">
                <a:ln w="12700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Lucida Handwriting" panose="03010101010101010101" pitchFamily="66" charset="0"/>
              </a:rPr>
              <a:t>AMEN.</a:t>
            </a:r>
            <a:endParaRPr lang="fr-FR" sz="7200" b="1" dirty="0">
              <a:ln w="12700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3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Vagues">
  <a:themeElements>
    <a:clrScheme name="Vagues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Vagues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agues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3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3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4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0_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8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9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1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2_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1054</Words>
  <Application>Microsoft Office PowerPoint</Application>
  <PresentationFormat>Personnalisé</PresentationFormat>
  <Paragraphs>331</Paragraphs>
  <Slides>89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24</vt:i4>
      </vt:variant>
      <vt:variant>
        <vt:lpstr>Thème</vt:lpstr>
      </vt:variant>
      <vt:variant>
        <vt:i4>18</vt:i4>
      </vt:variant>
      <vt:variant>
        <vt:lpstr>Titres des diapositives</vt:lpstr>
      </vt:variant>
      <vt:variant>
        <vt:i4>89</vt:i4>
      </vt:variant>
    </vt:vector>
  </HeadingPairs>
  <TitlesOfParts>
    <vt:vector size="131" baseType="lpstr">
      <vt:lpstr>Batang</vt:lpstr>
      <vt:lpstr>SimSun</vt:lpstr>
      <vt:lpstr>Algerian</vt:lpstr>
      <vt:lpstr>Andalus</vt:lpstr>
      <vt:lpstr>Angsana New</vt:lpstr>
      <vt:lpstr>Aparajita</vt:lpstr>
      <vt:lpstr>Arial</vt:lpstr>
      <vt:lpstr>Baskerville Old Face</vt:lpstr>
      <vt:lpstr>Bradley Hand ITC</vt:lpstr>
      <vt:lpstr>Calibri</vt:lpstr>
      <vt:lpstr>Calibri Light</vt:lpstr>
      <vt:lpstr>Cambria</vt:lpstr>
      <vt:lpstr>Candara</vt:lpstr>
      <vt:lpstr>Century Gothic</vt:lpstr>
      <vt:lpstr>Franklin Gothic Book</vt:lpstr>
      <vt:lpstr>Franklin Gothic Demi</vt:lpstr>
      <vt:lpstr>Gill Sans MT</vt:lpstr>
      <vt:lpstr>Kokila</vt:lpstr>
      <vt:lpstr>Lucida Calligraphy</vt:lpstr>
      <vt:lpstr>Lucida Handwriting</vt:lpstr>
      <vt:lpstr>News701 BT</vt:lpstr>
      <vt:lpstr>Symbol</vt:lpstr>
      <vt:lpstr>Times New Roman</vt:lpstr>
      <vt:lpstr>Wingdings 3</vt:lpstr>
      <vt:lpstr>Thème Office</vt:lpstr>
      <vt:lpstr>1_Diseño predeterminado</vt:lpstr>
      <vt:lpstr>Secteur</vt:lpstr>
      <vt:lpstr>Vagues</vt:lpstr>
      <vt:lpstr>1_Thème Office</vt:lpstr>
      <vt:lpstr>5_Thème Office</vt:lpstr>
      <vt:lpstr>6_Thème Office</vt:lpstr>
      <vt:lpstr>4_Diseño predeterminado</vt:lpstr>
      <vt:lpstr>2_Thème Office</vt:lpstr>
      <vt:lpstr>3_Diseño predeterminado</vt:lpstr>
      <vt:lpstr>3_Thème Office</vt:lpstr>
      <vt:lpstr>4_Thème Office</vt:lpstr>
      <vt:lpstr>10_Thème Office</vt:lpstr>
      <vt:lpstr>7_Thème Office</vt:lpstr>
      <vt:lpstr>8_Thème Office</vt:lpstr>
      <vt:lpstr>9_Thème Office</vt:lpstr>
      <vt:lpstr>11_Thème Office</vt:lpstr>
      <vt:lpstr>12_Thème Office</vt:lpstr>
      <vt:lpstr>FIANGONAN’I JESOA KRISTY ETO MADAGASIKARA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Vavaka FISAORANA sy FIDERANA ary FANDRAISANA FAMELAN-KELOKA</vt:lpstr>
      <vt:lpstr>Présentation PowerPoint</vt:lpstr>
      <vt:lpstr>Présentation PowerPoint</vt:lpstr>
      <vt:lpstr>   Vavaka</vt:lpstr>
      <vt:lpstr>SORATRA MASINA  -I TAN 16: 4- 14 -JAO 17: 1 - 5 -ASA 13: 44 - 48</vt:lpstr>
      <vt:lpstr>HIRA 310</vt:lpstr>
      <vt:lpstr>HIRA 310</vt:lpstr>
      <vt:lpstr>HIRA 310</vt:lpstr>
      <vt:lpstr>HIRA 310</vt:lpstr>
      <vt:lpstr>HIRA 310</vt:lpstr>
      <vt:lpstr>HIRA 310</vt:lpstr>
      <vt:lpstr>Présentation PowerPoint</vt:lpstr>
      <vt:lpstr>NY ANTSONAO RY TOMPO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Vavaka SETRINY</vt:lpstr>
      <vt:lpstr>Présentation PowerPoint</vt:lpstr>
      <vt:lpstr>Présentation PowerPoint</vt:lpstr>
      <vt:lpstr>Présentation PowerPoint</vt:lpstr>
      <vt:lpstr>Hira 303</vt:lpstr>
      <vt:lpstr>Hira 303</vt:lpstr>
      <vt:lpstr>Hira 303</vt:lpstr>
      <vt:lpstr>Hira 303</vt:lpstr>
      <vt:lpstr>Hira 303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HIRA 753</vt:lpstr>
      <vt:lpstr>HIRA 753</vt:lpstr>
      <vt:lpstr>HIRA 753</vt:lpstr>
      <vt:lpstr>HIRA 753</vt:lpstr>
      <vt:lpstr>HIRA 753</vt:lpstr>
      <vt:lpstr>HIRA 753</vt:lpstr>
      <vt:lpstr>Présentation PowerPoint</vt:lpstr>
      <vt:lpstr>Présentation PowerPoint</vt:lpstr>
      <vt:lpstr>Présentation PowerPoint</vt:lpstr>
      <vt:lpstr>Présentation PowerPoint</vt:lpstr>
      <vt:lpstr>HIRA 39</vt:lpstr>
      <vt:lpstr>HIRA 39</vt:lpstr>
      <vt:lpstr>ANTEMA 1</vt:lpstr>
      <vt:lpstr>Masina, Masina, Masina Jehovah Tompo!  Fenoy ny voninahitrao izao rehetra izao ry Tompo ô! Amen.</vt:lpstr>
      <vt:lpstr>Présentation PowerPoint</vt:lpstr>
      <vt:lpstr>Présentation PowerPoint</vt:lpstr>
      <vt:lpstr>Présentation PowerPoint</vt:lpstr>
      <vt:lpstr>Hira 531</vt:lpstr>
      <vt:lpstr>Hira 531</vt:lpstr>
      <vt:lpstr>Hira 531</vt:lpstr>
      <vt:lpstr>Hira 531</vt:lpstr>
      <vt:lpstr>Hira 531</vt:lpstr>
      <vt:lpstr>Hira 531</vt:lpstr>
      <vt:lpstr>Hira 534</vt:lpstr>
      <vt:lpstr>Hira 534</vt:lpstr>
      <vt:lpstr>Hira 534</vt:lpstr>
      <vt:lpstr>Hira 534</vt:lpstr>
      <vt:lpstr>Hira 534</vt:lpstr>
      <vt:lpstr>Hira 534</vt:lpstr>
      <vt:lpstr>Hira 534</vt:lpstr>
      <vt:lpstr>Hira 534</vt:lpstr>
      <vt:lpstr>HIRA 543</vt:lpstr>
      <vt:lpstr>HIRA 543</vt:lpstr>
      <vt:lpstr>HIRA 543</vt:lpstr>
      <vt:lpstr>HIRA 543</vt:lpstr>
      <vt:lpstr>HIRA 543</vt:lpstr>
      <vt:lpstr>HIRA 543</vt:lpstr>
      <vt:lpstr>Présentation PowerPoint</vt:lpstr>
      <vt:lpstr>Hira 288</vt:lpstr>
      <vt:lpstr>Hira 288</vt:lpstr>
      <vt:lpstr>Hira 288</vt:lpstr>
      <vt:lpstr>Hira 288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FIANGONAN’I JESOA KRISTY ETO MADAGASIKARA</dc:title>
  <dc:creator>ME</dc:creator>
  <cp:lastModifiedBy>ME</cp:lastModifiedBy>
  <cp:revision>6</cp:revision>
  <dcterms:created xsi:type="dcterms:W3CDTF">2023-06-04T04:44:04Z</dcterms:created>
  <dcterms:modified xsi:type="dcterms:W3CDTF">2023-06-04T04:42:53Z</dcterms:modified>
</cp:coreProperties>
</file>