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9"/>
  </p:notesMasterIdLst>
  <p:sldIdLst>
    <p:sldId id="717" r:id="rId3"/>
    <p:sldId id="725" r:id="rId4"/>
    <p:sldId id="726" r:id="rId5"/>
    <p:sldId id="730" r:id="rId6"/>
    <p:sldId id="728" r:id="rId7"/>
    <p:sldId id="729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58" d="100"/>
          <a:sy n="58" d="100"/>
        </p:scale>
        <p:origin x="-84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</a:t>
            </a:r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23</a:t>
            </a:r>
            <a:endParaRPr lang="en-US" sz="3600" b="1" kern="50" dirty="0" smtClean="0">
              <a:solidFill>
                <a:schemeClr val="accent6">
                  <a:lumMod val="50000"/>
                </a:schemeClr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1-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ô !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Zanahary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Be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fitiavana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mamonjy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mamelona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Vatolampy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toky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mifindra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maharitra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mandrakizay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eto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an-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mandalo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miovaova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azo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ianteherana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Be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voa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mamoy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izany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fomban'ny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Toa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fiainana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jerena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Kanjo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indrisy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mahonena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Hasambarana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miserana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</a:t>
            </a:r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23</a:t>
            </a:r>
            <a:endParaRPr lang="en-US" sz="3600" b="1" kern="50" dirty="0" smtClean="0">
              <a:solidFill>
                <a:schemeClr val="accent6">
                  <a:lumMod val="50000"/>
                </a:schemeClr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2-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0!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velona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tsarovy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andronao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mandalo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manam-pijanonana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tandremo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sao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variana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'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Zao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tontolo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ho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levona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avokoa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eto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an-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mandalo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miovaova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azo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ianteherana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Be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voa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mamoy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izany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fomban'ny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Toa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fiainana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jerena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Kanjo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indrisy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mahonena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Hasambarana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miserana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769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  <a:ea typeface="Times New Roman"/>
              </a:rPr>
              <a:t>F 23</a:t>
            </a: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  <a:ea typeface="Times New Roman"/>
              </a:rPr>
              <a:t>3 -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Mbola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ho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entin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’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Andriamanitra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hotsaraina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'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Zaho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afa-maina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Jesoa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Mpanjaka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hitsara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hanavaka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tsara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ratsy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069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eto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an-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mandalo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miovaova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azo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ianteherana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Be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voa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mamoy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izany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fomban'ny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Toa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fiainana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jerena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Kanjo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indrisy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mahonena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Hasambarana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miserana</a:t>
            </a:r>
            <a:r>
              <a:rPr lang="en-US" sz="5000" b="1" kern="50" dirty="0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Demi Cond" pitchFamily="34" charset="0"/>
                <a:ea typeface="Times New Roman"/>
              </a:rPr>
              <a:t>ihany</a:t>
            </a:r>
            <a:endParaRPr lang="en-US" sz="5000" b="1" kern="50" dirty="0">
              <a:solidFill>
                <a:srgbClr val="1A1A1A"/>
              </a:solidFill>
              <a:latin typeface="Franklin Gothic Demi Cond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769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181</Words>
  <Application>Microsoft Office PowerPoint</Application>
  <PresentationFormat>Affichage à l'écran (4:3)</PresentationFormat>
  <Paragraphs>47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23_Thème Office</vt:lpstr>
      <vt:lpstr>9_Thème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234</cp:revision>
  <dcterms:created xsi:type="dcterms:W3CDTF">2011-10-19T12:35:50Z</dcterms:created>
  <dcterms:modified xsi:type="dcterms:W3CDTF">2012-08-10T04:56:57Z</dcterms:modified>
</cp:coreProperties>
</file>