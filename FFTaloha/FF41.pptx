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ppt/comments/comment1.xml" ContentType="application/vnd.openxmlformats-officedocument.presentationml.comments+xml"/>
  <Override PartName="/ppt/theme/themeOverride4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8"/>
  </p:notesMasterIdLst>
  <p:sldIdLst>
    <p:sldId id="730" r:id="rId2"/>
    <p:sldId id="731" r:id="rId3"/>
    <p:sldId id="732" r:id="rId4"/>
    <p:sldId id="733" r:id="rId5"/>
    <p:sldId id="734" r:id="rId6"/>
    <p:sldId id="735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user" initials="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5676"/>
    <a:srgbClr val="DF2F21"/>
    <a:srgbClr val="FF99FF"/>
    <a:srgbClr val="FF0000"/>
    <a:srgbClr val="FF0066"/>
    <a:srgbClr val="FFCC00"/>
    <a:srgbClr val="FF3399"/>
    <a:srgbClr val="699769"/>
    <a:srgbClr val="555931"/>
    <a:srgbClr val="D6E7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08" autoAdjust="0"/>
    <p:restoredTop sz="94660"/>
  </p:normalViewPr>
  <p:slideViewPr>
    <p:cSldViewPr>
      <p:cViewPr varScale="1">
        <p:scale>
          <a:sx n="70" d="100"/>
          <a:sy n="70" d="100"/>
        </p:scale>
        <p:origin x="-552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13-03-24T07:38:12.859" idx="1">
    <p:pos x="10" y="10"/>
    <p:text>miverina any @ voalohany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EDFAD9-7128-491B-9F1F-59195DE4829F}" type="datetimeFigureOut">
              <a:rPr lang="fr-FR" smtClean="0"/>
              <a:t>05/04/2015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621142-CB40-4B39-95FC-2DE552AB7F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7707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FED03D-9928-4441-A724-AAFD1691197E}" type="slidenum">
              <a:rPr lang="fr-FR" smtClean="0">
                <a:solidFill>
                  <a:prstClr val="black"/>
                </a:solidFill>
              </a:rPr>
              <a:pPr/>
              <a:t>1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792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FED03D-9928-4441-A724-AAFD1691197E}" type="slidenum">
              <a:rPr lang="fr-FR" smtClean="0">
                <a:solidFill>
                  <a:prstClr val="black"/>
                </a:solidFill>
              </a:rPr>
              <a:pPr/>
              <a:t>2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792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FED03D-9928-4441-A724-AAFD1691197E}" type="slidenum">
              <a:rPr lang="fr-FR" smtClean="0">
                <a:solidFill>
                  <a:prstClr val="black"/>
                </a:solidFill>
              </a:rPr>
              <a:pPr/>
              <a:t>3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79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FED03D-9928-4441-A724-AAFD1691197E}" type="slidenum">
              <a:rPr lang="fr-FR" smtClean="0">
                <a:solidFill>
                  <a:prstClr val="black"/>
                </a:solidFill>
              </a:rPr>
              <a:pPr/>
              <a:t>4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792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FED03D-9928-4441-A724-AAFD1691197E}" type="slidenum">
              <a:rPr lang="fr-FR" smtClean="0">
                <a:solidFill>
                  <a:prstClr val="black"/>
                </a:solidFill>
              </a:rPr>
              <a:pPr/>
              <a:t>5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792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FED03D-9928-4441-A724-AAFD1691197E}" type="slidenum">
              <a:rPr lang="fr-FR" smtClean="0">
                <a:solidFill>
                  <a:prstClr val="black"/>
                </a:solidFill>
              </a:rPr>
              <a:pPr/>
              <a:t>6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79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05/04/2015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0004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05/04/2015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0862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05/04/2015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2447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05/04/2015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1051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05/04/2015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345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05/04/2015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5152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05/04/2015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6263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05/04/2015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881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05/04/2015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492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05/04/2015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7256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05/04/2015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3006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05/04/2015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6371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548680"/>
            <a:ext cx="9144000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5000" b="1" i="1" dirty="0">
                <a:solidFill>
                  <a:prstClr val="black"/>
                </a:solidFill>
                <a:latin typeface="Arial Black" pitchFamily="34" charset="0"/>
              </a:rPr>
              <a:t>O! </a:t>
            </a:r>
            <a:r>
              <a:rPr lang="fr-FR" sz="5000" b="1" i="1" dirty="0" err="1">
                <a:solidFill>
                  <a:prstClr val="black"/>
                </a:solidFill>
                <a:latin typeface="Arial Black" pitchFamily="34" charset="0"/>
              </a:rPr>
              <a:t>iza</a:t>
            </a:r>
            <a:r>
              <a:rPr lang="fr-FR" sz="5000" b="1" i="1" dirty="0">
                <a:solidFill>
                  <a:prstClr val="black"/>
                </a:solidFill>
                <a:latin typeface="Arial Black" pitchFamily="34" charset="0"/>
              </a:rPr>
              <a:t>, </a:t>
            </a:r>
            <a:r>
              <a:rPr lang="fr-FR" sz="5000" b="1" i="1" dirty="0" err="1">
                <a:solidFill>
                  <a:prstClr val="black"/>
                </a:solidFill>
                <a:latin typeface="Arial Black" pitchFamily="34" charset="0"/>
              </a:rPr>
              <a:t>iza</a:t>
            </a:r>
            <a:r>
              <a:rPr lang="fr-FR" sz="5000" b="1" i="1" dirty="0">
                <a:solidFill>
                  <a:prstClr val="black"/>
                </a:solidFill>
                <a:latin typeface="Arial Black" pitchFamily="34" charset="0"/>
              </a:rPr>
              <a:t>?</a:t>
            </a:r>
          </a:p>
          <a:p>
            <a:pPr algn="ctr"/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Iza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no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hamonjy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 smtClean="0">
                <a:solidFill>
                  <a:prstClr val="black"/>
                </a:solidFill>
                <a:latin typeface="Arial Black" pitchFamily="34" charset="0"/>
              </a:rPr>
              <a:t>ahy</a:t>
            </a:r>
            <a:r>
              <a:rPr lang="fr-FR" sz="5000" b="1" dirty="0" smtClean="0">
                <a:solidFill>
                  <a:prstClr val="black"/>
                </a:solidFill>
                <a:latin typeface="Arial Black" pitchFamily="34" charset="0"/>
              </a:rPr>
              <a:t>, </a:t>
            </a:r>
            <a:r>
              <a:rPr lang="fr-FR" sz="5000" b="1" dirty="0" err="1" smtClean="0">
                <a:solidFill>
                  <a:prstClr val="black"/>
                </a:solidFill>
                <a:latin typeface="Arial Black" pitchFamily="34" charset="0"/>
              </a:rPr>
              <a:t>Iza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,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iza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no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hamonjy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ahy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re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</a:p>
          <a:p>
            <a:pPr algn="ctr"/>
            <a:r>
              <a:rPr lang="fr-FR" sz="5000" b="1" i="1" dirty="0">
                <a:solidFill>
                  <a:prstClr val="black"/>
                </a:solidFill>
                <a:latin typeface="Arial Black" pitchFamily="34" charset="0"/>
              </a:rPr>
              <a:t>Fa </a:t>
            </a:r>
            <a:r>
              <a:rPr lang="fr-FR" sz="5000" b="1" i="1" dirty="0" err="1">
                <a:solidFill>
                  <a:prstClr val="black"/>
                </a:solidFill>
                <a:latin typeface="Arial Black" pitchFamily="34" charset="0"/>
              </a:rPr>
              <a:t>rerak'aho</a:t>
            </a:r>
            <a:r>
              <a:rPr lang="fr-FR" sz="5000" b="1" i="1" dirty="0">
                <a:solidFill>
                  <a:prstClr val="black"/>
                </a:solidFill>
                <a:latin typeface="Arial Black" pitchFamily="34" charset="0"/>
              </a:rPr>
              <a:t> e</a:t>
            </a:r>
          </a:p>
          <a:p>
            <a:pPr algn="ctr"/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Fa dia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reraka</a:t>
            </a:r>
            <a:endParaRPr lang="fr-FR" sz="5000" b="1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Milonjy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entam-pahotana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</a:p>
          <a:p>
            <a:pPr algn="ctr"/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Fahotana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 smtClean="0">
                <a:solidFill>
                  <a:prstClr val="black"/>
                </a:solidFill>
                <a:latin typeface="Arial Black" pitchFamily="34" charset="0"/>
              </a:rPr>
              <a:t>be</a:t>
            </a:r>
            <a:endParaRPr lang="fr-FR" sz="5000" b="1" dirty="0"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0374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6005" y="24340"/>
            <a:ext cx="914400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5000" b="1" i="1" spc="300" dirty="0" smtClean="0">
                <a:solidFill>
                  <a:prstClr val="black"/>
                </a:solidFill>
                <a:latin typeface="Arial Black" pitchFamily="34" charset="0"/>
              </a:rPr>
              <a:t>O</a:t>
            </a:r>
            <a:r>
              <a:rPr lang="fr-FR" sz="5000" b="1" i="1" spc="300" dirty="0">
                <a:solidFill>
                  <a:prstClr val="black"/>
                </a:solidFill>
                <a:latin typeface="Arial Black" pitchFamily="34" charset="0"/>
              </a:rPr>
              <a:t>! </a:t>
            </a:r>
            <a:r>
              <a:rPr lang="fr-FR" sz="5000" b="1" i="1" spc="300" dirty="0" err="1">
                <a:solidFill>
                  <a:prstClr val="black"/>
                </a:solidFill>
                <a:latin typeface="Arial Black" pitchFamily="34" charset="0"/>
              </a:rPr>
              <a:t>manatona</a:t>
            </a:r>
            <a:endParaRPr lang="fr-FR" sz="5000" b="1" i="1" spc="3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Manatona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an'i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Jesoa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</a:p>
          <a:p>
            <a:pPr algn="ctr"/>
            <a:r>
              <a:rPr lang="fr-FR" sz="5000" b="1" i="1" spc="300" dirty="0">
                <a:solidFill>
                  <a:prstClr val="black"/>
                </a:solidFill>
                <a:latin typeface="Arial Black" pitchFamily="34" charset="0"/>
              </a:rPr>
              <a:t>Fa </a:t>
            </a:r>
            <a:r>
              <a:rPr lang="fr-FR" sz="5000" b="1" i="1" spc="300" dirty="0" err="1">
                <a:solidFill>
                  <a:prstClr val="black"/>
                </a:solidFill>
                <a:latin typeface="Arial Black" pitchFamily="34" charset="0"/>
              </a:rPr>
              <a:t>Izy</a:t>
            </a:r>
            <a:r>
              <a:rPr lang="fr-FR" sz="5000" b="1" i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i="1" spc="300" dirty="0" err="1">
                <a:solidFill>
                  <a:prstClr val="black"/>
                </a:solidFill>
                <a:latin typeface="Arial Black" pitchFamily="34" charset="0"/>
              </a:rPr>
              <a:t>ihany</a:t>
            </a:r>
            <a:endParaRPr lang="fr-FR" sz="5000" b="1" i="1" spc="3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Izy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no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hamonjy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anao</a:t>
            </a:r>
            <a:endParaRPr lang="fr-FR" sz="5000" b="1" spc="3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i="1" spc="300" dirty="0">
                <a:solidFill>
                  <a:prstClr val="black"/>
                </a:solidFill>
                <a:latin typeface="Arial Black" pitchFamily="34" charset="0"/>
              </a:rPr>
              <a:t>Fa </a:t>
            </a:r>
            <a:r>
              <a:rPr lang="fr-FR" sz="5000" b="1" i="1" spc="300" dirty="0" err="1">
                <a:solidFill>
                  <a:prstClr val="black"/>
                </a:solidFill>
                <a:latin typeface="Arial Black" pitchFamily="34" charset="0"/>
              </a:rPr>
              <a:t>noreseny</a:t>
            </a:r>
            <a:endParaRPr lang="fr-FR" sz="5000" b="1" i="1" spc="3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Efa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noreseny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na </a:t>
            </a: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Ny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fasan'aza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dia </a:t>
            </a: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Ny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fahafatesana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! </a:t>
            </a:r>
            <a:endParaRPr lang="fr-FR" sz="5000" b="1" spc="300" dirty="0" smtClean="0"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8777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75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6694" y="188640"/>
            <a:ext cx="914400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5000" b="1" i="1" spc="300" dirty="0" err="1" smtClean="0">
                <a:solidFill>
                  <a:prstClr val="black"/>
                </a:solidFill>
                <a:latin typeface="Arial Black" pitchFamily="34" charset="0"/>
              </a:rPr>
              <a:t>Ny</a:t>
            </a:r>
            <a:r>
              <a:rPr lang="fr-FR" sz="5000" b="1" i="1" spc="300" dirty="0" smtClean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i="1" spc="300" dirty="0" err="1">
                <a:solidFill>
                  <a:prstClr val="black"/>
                </a:solidFill>
                <a:latin typeface="Arial Black" pitchFamily="34" charset="0"/>
              </a:rPr>
              <a:t>fasan'aza</a:t>
            </a:r>
            <a:r>
              <a:rPr lang="fr-FR" sz="5000" b="1" i="1" spc="300" dirty="0">
                <a:solidFill>
                  <a:prstClr val="black"/>
                </a:solidFill>
                <a:latin typeface="Arial Black" pitchFamily="34" charset="0"/>
              </a:rPr>
              <a:t> !</a:t>
            </a: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Efa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noreseny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izao</a:t>
            </a:r>
            <a:endParaRPr lang="fr-FR" sz="5000" b="1" spc="3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Ny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fahafatesana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'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lay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fahavalonao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</a:p>
          <a:p>
            <a:pPr algn="ctr"/>
            <a:r>
              <a:rPr lang="fr-FR" sz="5000" b="1" i="1" spc="300" dirty="0">
                <a:solidFill>
                  <a:prstClr val="black"/>
                </a:solidFill>
                <a:latin typeface="Arial Black" pitchFamily="34" charset="0"/>
              </a:rPr>
              <a:t>Ka </a:t>
            </a:r>
            <a:r>
              <a:rPr lang="fr-FR" sz="5000" b="1" i="1" spc="300" dirty="0" err="1">
                <a:solidFill>
                  <a:prstClr val="black"/>
                </a:solidFill>
                <a:latin typeface="Arial Black" pitchFamily="34" charset="0"/>
              </a:rPr>
              <a:t>mba</a:t>
            </a:r>
            <a:r>
              <a:rPr lang="fr-FR" sz="5000" b="1" i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i="1" spc="300" dirty="0" err="1">
                <a:solidFill>
                  <a:prstClr val="black"/>
                </a:solidFill>
                <a:latin typeface="Arial Black" pitchFamily="34" charset="0"/>
              </a:rPr>
              <a:t>mifalia</a:t>
            </a:r>
            <a:r>
              <a:rPr lang="fr-FR" sz="5000" b="1" i="1" spc="300" dirty="0">
                <a:solidFill>
                  <a:prstClr val="black"/>
                </a:solidFill>
                <a:latin typeface="Arial Black" pitchFamily="34" charset="0"/>
              </a:rPr>
              <a:t> ! </a:t>
            </a: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Mifalia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ianao</a:t>
            </a:r>
            <a:endParaRPr lang="fr-FR" sz="5000" b="1" spc="3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Fa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Jesoa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Tompo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no </a:t>
            </a: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Mpanavotra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 smtClean="0">
                <a:solidFill>
                  <a:prstClr val="black"/>
                </a:solidFill>
                <a:latin typeface="Arial Black" pitchFamily="34" charset="0"/>
              </a:rPr>
              <a:t>anao</a:t>
            </a:r>
            <a:endParaRPr lang="fr-FR" sz="5000" b="1" spc="300" dirty="0"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9841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75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332656"/>
            <a:ext cx="914400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5000" b="1" i="1" spc="300" dirty="0" err="1" smtClean="0">
                <a:solidFill>
                  <a:prstClr val="black"/>
                </a:solidFill>
                <a:latin typeface="Arial Black" pitchFamily="34" charset="0"/>
              </a:rPr>
              <a:t>Ry</a:t>
            </a:r>
            <a:r>
              <a:rPr lang="fr-FR" sz="5000" b="1" i="1" spc="300" dirty="0" smtClean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i="1" spc="300" dirty="0" err="1">
                <a:solidFill>
                  <a:prstClr val="black"/>
                </a:solidFill>
                <a:latin typeface="Arial Black" pitchFamily="34" charset="0"/>
              </a:rPr>
              <a:t>Jesoa</a:t>
            </a:r>
            <a:r>
              <a:rPr lang="fr-FR" sz="5000" b="1" i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i="1" spc="300" dirty="0" err="1">
                <a:solidFill>
                  <a:prstClr val="black"/>
                </a:solidFill>
                <a:latin typeface="Arial Black" pitchFamily="34" charset="0"/>
              </a:rPr>
              <a:t>Tompo</a:t>
            </a:r>
            <a:r>
              <a:rPr lang="fr-FR" sz="5000" b="1" i="1" spc="300" dirty="0">
                <a:solidFill>
                  <a:prstClr val="black"/>
                </a:solidFill>
                <a:latin typeface="Arial Black" pitchFamily="34" charset="0"/>
              </a:rPr>
              <a:t> ô ! </a:t>
            </a: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Ry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Jesosy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Tompo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ô !</a:t>
            </a: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Mba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raiso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re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ny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foko</a:t>
            </a:r>
            <a:endParaRPr lang="fr-FR" sz="5000" b="1" spc="3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Ho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anao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izao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! </a:t>
            </a:r>
          </a:p>
          <a:p>
            <a:pPr algn="ctr"/>
            <a:r>
              <a:rPr lang="fr-FR" sz="5000" b="1" i="1" spc="300" dirty="0">
                <a:solidFill>
                  <a:prstClr val="black"/>
                </a:solidFill>
                <a:latin typeface="Arial Black" pitchFamily="34" charset="0"/>
              </a:rPr>
              <a:t>Fa </a:t>
            </a:r>
            <a:r>
              <a:rPr lang="fr-FR" sz="5000" b="1" i="1" spc="300" dirty="0" err="1">
                <a:solidFill>
                  <a:prstClr val="black"/>
                </a:solidFill>
                <a:latin typeface="Arial Black" pitchFamily="34" charset="0"/>
              </a:rPr>
              <a:t>famonjena</a:t>
            </a:r>
            <a:r>
              <a:rPr lang="fr-FR" sz="5000" b="1" i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fanavotan-dehibe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Sy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avotr'aina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koa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</a:p>
          <a:p>
            <a:pPr algn="ctr"/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No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he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 smtClean="0">
                <a:solidFill>
                  <a:prstClr val="black"/>
                </a:solidFill>
                <a:latin typeface="Arial Black" pitchFamily="34" charset="0"/>
              </a:rPr>
              <a:t>atolotrao</a:t>
            </a:r>
            <a:endParaRPr lang="fr-FR" sz="5000" b="1" spc="300" dirty="0"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72098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75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188640"/>
            <a:ext cx="914400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5000" b="1" i="1" spc="300" dirty="0" smtClean="0">
                <a:solidFill>
                  <a:prstClr val="black"/>
                </a:solidFill>
                <a:latin typeface="Arial Black" pitchFamily="34" charset="0"/>
              </a:rPr>
              <a:t>Fa </a:t>
            </a:r>
            <a:r>
              <a:rPr lang="fr-FR" sz="5000" b="1" i="1" spc="300" dirty="0" err="1">
                <a:solidFill>
                  <a:prstClr val="black"/>
                </a:solidFill>
                <a:latin typeface="Arial Black" pitchFamily="34" charset="0"/>
              </a:rPr>
              <a:t>novonoina</a:t>
            </a:r>
            <a:r>
              <a:rPr lang="fr-FR" sz="5000" b="1" i="1" spc="300" dirty="0">
                <a:solidFill>
                  <a:prstClr val="black"/>
                </a:solidFill>
                <a:latin typeface="Arial Black" pitchFamily="34" charset="0"/>
              </a:rPr>
              <a:t> ! </a:t>
            </a: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Novonoina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Ianao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Hisolo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voina</a:t>
            </a:r>
            <a:endParaRPr lang="fr-FR" sz="5000" b="1" spc="3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Mba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hisolo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voina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anay</a:t>
            </a:r>
            <a:endParaRPr lang="fr-FR" sz="5000" b="1" spc="3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i="1" spc="300" dirty="0">
                <a:solidFill>
                  <a:prstClr val="black"/>
                </a:solidFill>
                <a:latin typeface="Arial Black" pitchFamily="34" charset="0"/>
              </a:rPr>
              <a:t>Fa </a:t>
            </a:r>
            <a:r>
              <a:rPr lang="fr-FR" sz="5000" b="1" i="1" spc="300" dirty="0" err="1">
                <a:solidFill>
                  <a:prstClr val="black"/>
                </a:solidFill>
                <a:latin typeface="Arial Black" pitchFamily="34" charset="0"/>
              </a:rPr>
              <a:t>noresenao</a:t>
            </a:r>
            <a:endParaRPr lang="fr-FR" sz="5000" b="1" i="1" spc="3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Efa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noresenao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na </a:t>
            </a: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Ny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fasan'aza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dia </a:t>
            </a: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Ny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fahafatesana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84585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75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462"/>
            <a:ext cx="914400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5000" b="1" spc="300" dirty="0" err="1" smtClean="0">
                <a:solidFill>
                  <a:prstClr val="black"/>
                </a:solidFill>
                <a:latin typeface="Arial Black" pitchFamily="34" charset="0"/>
              </a:rPr>
              <a:t>Ny</a:t>
            </a:r>
            <a:r>
              <a:rPr lang="fr-FR" sz="5000" b="1" spc="300" dirty="0" smtClean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fasan'aza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!</a:t>
            </a: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Efa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noreseny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izao</a:t>
            </a:r>
            <a:endParaRPr lang="fr-FR" sz="5000" b="1" spc="3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Ny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fahafatesana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'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lay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fahavalonao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</a:p>
          <a:p>
            <a:pPr algn="ctr"/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Ka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mifaly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re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!</a:t>
            </a:r>
          </a:p>
          <a:p>
            <a:pPr algn="ctr"/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Ka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mifaly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izahay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</a:p>
          <a:p>
            <a:pPr algn="ctr"/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Fa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Jesoa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Tompo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no </a:t>
            </a: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Mpanavotra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anay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!</a:t>
            </a:r>
          </a:p>
        </p:txBody>
      </p:sp>
    </p:spTree>
    <p:extLst>
      <p:ext uri="{BB962C8B-B14F-4D97-AF65-F5344CB8AC3E}">
        <p14:creationId xmlns:p14="http://schemas.microsoft.com/office/powerpoint/2010/main" val="32078935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75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8_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2381</TotalTime>
  <Words>153</Words>
  <Application>Microsoft Office PowerPoint</Application>
  <PresentationFormat>Affichage à l'écran (4:3)</PresentationFormat>
  <Paragraphs>49</Paragraphs>
  <Slides>6</Slides>
  <Notes>6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8_Thème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Prive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Haridera RAZAFNTSALAMA</dc:creator>
  <cp:lastModifiedBy>user</cp:lastModifiedBy>
  <cp:revision>238</cp:revision>
  <dcterms:created xsi:type="dcterms:W3CDTF">2011-10-19T12:35:50Z</dcterms:created>
  <dcterms:modified xsi:type="dcterms:W3CDTF">2015-04-05T07:13:56Z</dcterms:modified>
</cp:coreProperties>
</file>