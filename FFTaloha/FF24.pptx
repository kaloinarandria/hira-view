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7"/>
  </p:notesMasterIdLst>
  <p:sldIdLst>
    <p:sldId id="717" r:id="rId3"/>
    <p:sldId id="725" r:id="rId4"/>
    <p:sldId id="726" r:id="rId5"/>
    <p:sldId id="728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70" d="100"/>
          <a:sy n="70" d="100"/>
        </p:scale>
        <p:origin x="-5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17/11/2012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17/11/2012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24</a:t>
            </a: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1-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Miainga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mazotoa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Mikeleza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aina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Mivavaha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mivavaha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an'izao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tontolo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Mijoroa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mitoria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Mamafaza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Teny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be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fitia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manohana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Sarotra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lalanao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Kanefa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matokia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tokoa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Andrandrao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masonao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mbola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ao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1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soa</a:t>
            </a:r>
            <a:r>
              <a:rPr lang="en-US" sz="5000" b="1" kern="50" spc="-1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aminao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hampandresy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0!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mahereza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Momba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24</a:t>
            </a:r>
            <a:endParaRPr lang="en-US" sz="3600" b="1" kern="50" dirty="0" smtClean="0">
              <a:solidFill>
                <a:schemeClr val="accent6">
                  <a:lumMod val="50000"/>
                </a:schemeClr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2-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Mandrosoa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miasà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Tano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finoanao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matahotra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Na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manahinahy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Miadia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mitafia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firaisan-tsaina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soa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fahavalonao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handositra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tokoa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kivikivy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foana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Mampahery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lalandava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Ary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mandao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aminao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hampandresy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0 !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mahereza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Tompo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Momba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endParaRPr lang="en-US" sz="5000" b="1" kern="50" dirty="0" smtClean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069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119</Words>
  <Application>Microsoft Office PowerPoint</Application>
  <PresentationFormat>Affichage à l'écran (4:3)</PresentationFormat>
  <Paragraphs>34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6" baseType="lpstr">
      <vt:lpstr>23_Thème Office</vt:lpstr>
      <vt:lpstr>9_Thème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SWEET</cp:lastModifiedBy>
  <cp:revision>235</cp:revision>
  <dcterms:created xsi:type="dcterms:W3CDTF">2011-10-19T12:35:50Z</dcterms:created>
  <dcterms:modified xsi:type="dcterms:W3CDTF">2012-11-17T07:14:38Z</dcterms:modified>
</cp:coreProperties>
</file>