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68" r:id="rId2"/>
  </p:sldMasterIdLst>
  <p:notesMasterIdLst>
    <p:notesMasterId r:id="rId15"/>
  </p:notesMasterIdLst>
  <p:sldIdLst>
    <p:sldId id="730" r:id="rId3"/>
    <p:sldId id="717" r:id="rId4"/>
    <p:sldId id="725" r:id="rId5"/>
    <p:sldId id="731" r:id="rId6"/>
    <p:sldId id="726" r:id="rId7"/>
    <p:sldId id="732" r:id="rId8"/>
    <p:sldId id="734" r:id="rId9"/>
    <p:sldId id="735" r:id="rId10"/>
    <p:sldId id="727" r:id="rId11"/>
    <p:sldId id="733" r:id="rId12"/>
    <p:sldId id="736" r:id="rId13"/>
    <p:sldId id="737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107" d="100"/>
          <a:sy n="107" d="100"/>
        </p:scale>
        <p:origin x="180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2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0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9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06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66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3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8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4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2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68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34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7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7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621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44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89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700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120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486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3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22/06/2025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9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404664"/>
            <a:ext cx="91440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50" dirty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26</a:t>
            </a:r>
          </a:p>
          <a:p>
            <a:pPr algn="ctr"/>
            <a:r>
              <a:rPr lang="en-US" sz="5400" b="1" kern="5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1-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Tsy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misy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reharehako</a:t>
            </a:r>
            <a:endParaRPr lang="en-US" sz="66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Afa-tsy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Ianao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,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Jesosy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ô !</a:t>
            </a: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Anao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hery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,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Anao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haja</a:t>
            </a:r>
            <a:endParaRPr lang="en-US" sz="66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Sy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voninahitra</a:t>
            </a:r>
            <a:endParaRPr lang="en-US" sz="66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2721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23528" y="332656"/>
            <a:ext cx="871296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50" dirty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26</a:t>
            </a: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fasana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sy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fiainan-tsy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hita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Indro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efa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resinao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Izao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tontolo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izao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dia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nahita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efa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nitsangana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Ianao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32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1268760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Sambatra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,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Jeso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ô,</a:t>
            </a: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Manana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Anao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Tompon’ny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hery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.</a:t>
            </a: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Sambatra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,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Jeso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ô,</a:t>
            </a: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045" y="54868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Miankina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eo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an-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tratranao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Ampy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fitiavanao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Ampy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finoako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Anao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.</a:t>
            </a: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Raketiko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am-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po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lalandava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reharehako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7600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50" dirty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26</a:t>
            </a:r>
          </a:p>
          <a:p>
            <a:pPr algn="ctr"/>
            <a:r>
              <a:rPr lang="en-US" sz="4800" b="1" kern="5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2-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Tsy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misy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nahitam-pamonjena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Afa-tsy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taminao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.</a:t>
            </a: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Nanaiky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Ianao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tsy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mba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noterena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Hitondra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aina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vao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50" dirty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26</a:t>
            </a: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tananao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mahery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natsotranao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Mba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hitantana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Hahaizako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mandeha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sy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mizotra</a:t>
            </a:r>
            <a:endParaRPr lang="en-US" sz="6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làla</a:t>
            </a:r>
            <a:r>
              <a:rPr lang="en-US" sz="6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-marina.</a:t>
            </a:r>
          </a:p>
        </p:txBody>
      </p:sp>
    </p:spTree>
    <p:extLst>
      <p:ext uri="{BB962C8B-B14F-4D97-AF65-F5344CB8AC3E}">
        <p14:creationId xmlns:p14="http://schemas.microsoft.com/office/powerpoint/2010/main" val="1017009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1268760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Sambatra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,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Jeso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ô,</a:t>
            </a: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Manana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Anao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Tompon’ny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hery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.</a:t>
            </a: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Sambatra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,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Jeso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ô,</a:t>
            </a:r>
          </a:p>
        </p:txBody>
      </p:sp>
    </p:spTree>
    <p:extLst>
      <p:ext uri="{BB962C8B-B14F-4D97-AF65-F5344CB8AC3E}">
        <p14:creationId xmlns:p14="http://schemas.microsoft.com/office/powerpoint/2010/main" val="1924530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045" y="54868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Miankina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eo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an-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tratranao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Ampy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fitiavanao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Ampy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finoako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Anao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.</a:t>
            </a: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Raketiko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am-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po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lalandava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reharehako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697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50" dirty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26</a:t>
            </a:r>
          </a:p>
          <a:p>
            <a:pPr algn="ctr"/>
            <a:r>
              <a:rPr lang="en-US" sz="5400" b="1" kern="5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3-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Nasehonao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ilay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fahefana</a:t>
            </a:r>
            <a:endParaRPr lang="en-US" sz="66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Manda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sy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aroko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,</a:t>
            </a: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Ka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niala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maina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teo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ilay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satana</a:t>
            </a:r>
            <a:endParaRPr lang="en-US" sz="66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Ilay</a:t>
            </a:r>
            <a:r>
              <a:rPr lang="en-US" sz="66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fahavaloko</a:t>
            </a:r>
            <a:endParaRPr lang="en-US" sz="66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8723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836712"/>
            <a:ext cx="9144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50" dirty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26</a:t>
            </a: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Tsy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misy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maharombaka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akory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eo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an-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tananao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Izany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indrindra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no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ilazako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reharehako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853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1268760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Sambatra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,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Jeso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ô,</a:t>
            </a: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Manana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Anao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Tompon’ny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hery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.</a:t>
            </a:r>
          </a:p>
          <a:p>
            <a:pPr algn="ctr"/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Sambatra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, </a:t>
            </a:r>
            <a:r>
              <a:rPr lang="en-US" sz="66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Jeso</a:t>
            </a:r>
            <a:r>
              <a:rPr lang="en-US" sz="66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ô,</a:t>
            </a:r>
          </a:p>
        </p:txBody>
      </p:sp>
    </p:spTree>
    <p:extLst>
      <p:ext uri="{BB962C8B-B14F-4D97-AF65-F5344CB8AC3E}">
        <p14:creationId xmlns:p14="http://schemas.microsoft.com/office/powerpoint/2010/main" val="1924530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045" y="54868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Miankina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eo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an-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tratranao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Ampy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fitiavanao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Ampy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finoako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Anao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.</a:t>
            </a: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Raketiko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am-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po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lalandava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Fa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reharehako</a:t>
            </a:r>
            <a:r>
              <a:rPr lang="en-US" sz="6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6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Ianao</a:t>
            </a:r>
            <a:endParaRPr lang="en-US" sz="6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6978563"/>
      </p:ext>
    </p:extLst>
  </p:cSld>
  <p:clrMapOvr>
    <a:masterClrMapping/>
  </p:clrMapOvr>
</p:sld>
</file>

<file path=ppt/theme/theme1.xml><?xml version="1.0" encoding="utf-8"?>
<a:theme xmlns:a="http://schemas.openxmlformats.org/drawingml/2006/main" name="23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9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2352</TotalTime>
  <Words>222</Words>
  <Application>Microsoft Office PowerPoint</Application>
  <PresentationFormat>Affichage à l'écran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Franklin Gothic Medium</vt:lpstr>
      <vt:lpstr>Times New Roman</vt:lpstr>
      <vt:lpstr>23_Thème Office</vt:lpstr>
      <vt:lpstr>9_Thème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Kaloina RANDRIA</cp:lastModifiedBy>
  <cp:revision>233</cp:revision>
  <dcterms:created xsi:type="dcterms:W3CDTF">2011-10-19T12:35:50Z</dcterms:created>
  <dcterms:modified xsi:type="dcterms:W3CDTF">2025-06-22T09:01:20Z</dcterms:modified>
</cp:coreProperties>
</file>