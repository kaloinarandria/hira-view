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32"/>
            <a:ext cx="9072594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1. Indro, ny fitiavana nijaly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Teo amin'ny hazo fijaliana</a:t>
            </a:r>
            <a:r>
              <a:rPr lang="it-IT" sz="7200" dirty="0" smtClean="0">
                <a:latin typeface="Cambria" pitchFamily="18" charset="0"/>
              </a:rPr>
              <a:t>;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32"/>
            <a:ext cx="9072594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Ary </a:t>
            </a:r>
            <a:r>
              <a:rPr lang="it-IT" sz="7200" dirty="0" smtClean="0">
                <a:latin typeface="Cambria" pitchFamily="18" charset="0"/>
              </a:rPr>
              <a:t>ny ratsy nivonona hifaly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Handresy ny Zanakalahy Tokana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32"/>
            <a:ext cx="9429816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2. Indro, Ny Fitiavana mahery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Nitondra ny heloky ny </a:t>
            </a:r>
            <a:r>
              <a:rPr lang="it-IT" sz="7200" dirty="0" smtClean="0">
                <a:latin typeface="Cambria" pitchFamily="18" charset="0"/>
              </a:rPr>
              <a:t>olony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00132"/>
            <a:ext cx="9501254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Izy </a:t>
            </a:r>
            <a:r>
              <a:rPr lang="it-IT" sz="7200" dirty="0" smtClean="0">
                <a:latin typeface="Cambria" pitchFamily="18" charset="0"/>
              </a:rPr>
              <a:t>niady hanafaka ny very,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ainy no avotra ka natolony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00132"/>
            <a:ext cx="9787006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3. Izay nijaly mafy tao Golgota,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Voahombo ny tongotra </a:t>
            </a:r>
            <a:r>
              <a:rPr lang="it-IT" sz="7200" dirty="0" smtClean="0">
                <a:latin typeface="Cambria" pitchFamily="18" charset="0"/>
              </a:rPr>
              <a:t>aman-tanany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32"/>
            <a:ext cx="9072594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Izy nisolo antsika izay mpanota,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Ka fadiranovana ny fanahiny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00132"/>
            <a:ext cx="8858280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4. Ô, ry Mpamonjy, mba hazony aho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Hijery ny Hazo fijalianao </a:t>
            </a:r>
          </a:p>
          <a:p>
            <a:pPr marL="914400" indent="-914400">
              <a:buNone/>
            </a:pP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32"/>
            <a:ext cx="9072594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Olona meloka aho ka hafao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Hialoka amin'ny fitiavanao.</a:t>
            </a:r>
            <a:endParaRPr lang="it-IT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</Words>
  <PresentationFormat>Affichage à l'écran (4:3)</PresentationFormat>
  <Paragraphs>24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106</vt:lpstr>
      <vt:lpstr>Hira 106</vt:lpstr>
      <vt:lpstr>Hira 106</vt:lpstr>
      <vt:lpstr>Hira 106</vt:lpstr>
      <vt:lpstr>Hira 106</vt:lpstr>
      <vt:lpstr>Hira 106</vt:lpstr>
      <vt:lpstr>Hira 106</vt:lpstr>
      <vt:lpstr>Hira 106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6</cp:revision>
  <dcterms:created xsi:type="dcterms:W3CDTF">2012-11-04T17:19:04Z</dcterms:created>
  <dcterms:modified xsi:type="dcterms:W3CDTF">2013-08-21T18:33:49Z</dcterms:modified>
</cp:coreProperties>
</file>