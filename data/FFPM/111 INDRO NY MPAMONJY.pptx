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67" r:id="rId5"/>
    <p:sldId id="268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1" d="100"/>
          <a:sy n="41" d="100"/>
        </p:scale>
        <p:origin x="-186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 fontScale="90000"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111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Indro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Mpamonjy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Mpanavotra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antsika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Izy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manontany</a:t>
            </a:r>
            <a:r>
              <a:rPr lang="en-US" sz="6600" dirty="0" smtClean="0">
                <a:latin typeface="Cambria" pitchFamily="18" charset="0"/>
              </a:rPr>
              <a:t> hoe</a:t>
            </a:r>
            <a:r>
              <a:rPr lang="en-US" sz="66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"</a:t>
            </a:r>
            <a:r>
              <a:rPr lang="en-US" sz="6600" dirty="0" err="1" smtClean="0">
                <a:latin typeface="Cambria" pitchFamily="18" charset="0"/>
              </a:rPr>
              <a:t>Tianao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Aho</a:t>
            </a:r>
            <a:r>
              <a:rPr lang="en-US" sz="6600" dirty="0" smtClean="0">
                <a:latin typeface="Cambria" pitchFamily="18" charset="0"/>
              </a:rPr>
              <a:t>?"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 fontScale="90000"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111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Izaho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Mpamonjy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Mpisolo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manontany</a:t>
            </a:r>
            <a:r>
              <a:rPr lang="en-US" sz="6600" dirty="0" smtClean="0">
                <a:latin typeface="Cambria" pitchFamily="18" charset="0"/>
              </a:rPr>
              <a:t> hoe: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"</a:t>
            </a:r>
            <a:r>
              <a:rPr lang="en-US" sz="6600" dirty="0" err="1" smtClean="0">
                <a:latin typeface="Cambria" pitchFamily="18" charset="0"/>
              </a:rPr>
              <a:t>Tianao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Aho</a:t>
            </a:r>
            <a:r>
              <a:rPr lang="en-US" sz="6600" dirty="0" smtClean="0">
                <a:latin typeface="Cambria" pitchFamily="18" charset="0"/>
              </a:rPr>
              <a:t>?"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 fontScale="90000"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111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3. Ny fitiavako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Tsy mety miova,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Ka mbola manontany hoe: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"Tianao va Aho?"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 fontScale="90000"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111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4. Ry Jesio Tompoko!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Malahelo 'zahay,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Ny fitiavanay Anao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Mbola tsy toy inona.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 fontScale="90000"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111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5. Aelezo ao am-po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Ny fitiavanao,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Hahazaoanay mamaly:</a:t>
            </a:r>
          </a:p>
          <a:p>
            <a:pPr>
              <a:buNone/>
            </a:pPr>
            <a:r>
              <a:rPr lang="fi-FI" sz="6600" smtClean="0">
                <a:latin typeface="Cambria" pitchFamily="18" charset="0"/>
              </a:rPr>
              <a:t>"Tianay Hianao."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98</Words>
  <PresentationFormat>Affichage à l'écran (4:3)</PresentationFormat>
  <Paragraphs>25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Hira 111</vt:lpstr>
      <vt:lpstr>Hira 111</vt:lpstr>
      <vt:lpstr>Hira 111</vt:lpstr>
      <vt:lpstr>Hira 111</vt:lpstr>
      <vt:lpstr>Hira 111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110</dc:title>
  <dc:creator>M</dc:creator>
  <cp:lastModifiedBy>M</cp:lastModifiedBy>
  <cp:revision>3</cp:revision>
  <dcterms:created xsi:type="dcterms:W3CDTF">2012-11-04T17:22:12Z</dcterms:created>
  <dcterms:modified xsi:type="dcterms:W3CDTF">2013-07-03T05:29:36Z</dcterms:modified>
</cp:coreProperties>
</file>