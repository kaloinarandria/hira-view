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62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10/11/2013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10/11/2013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10/11/2013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10/11/2013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Ray,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avelao</a:t>
            </a:r>
            <a:endParaRPr lang="en-US" sz="66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Handroso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hanavao</a:t>
            </a:r>
            <a:endParaRPr lang="en-US" sz="66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tontolo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Mitombo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mihabe</a:t>
            </a:r>
            <a:endParaRPr lang="en-US" sz="66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odre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vitsy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mpanomponao</a:t>
            </a:r>
            <a:endParaRPr lang="en-US" sz="66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ifalianao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Vonjeo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spcBef>
                <a:spcPts val="120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fiangonanao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spcBef>
                <a:spcPts val="120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marobe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olonao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Anefa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manao</a:t>
            </a:r>
            <a:endParaRPr lang="en-US" sz="6600" dirty="0" smtClean="0">
              <a:latin typeface="Cambria" pitchFamily="18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sitrakao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>
              <a:spcBef>
                <a:spcPts val="1200"/>
              </a:spcBef>
              <a:buNone/>
            </a:pPr>
            <a:r>
              <a:rPr lang="en-US" sz="6600" dirty="0" smtClean="0">
                <a:latin typeface="Cambria" pitchFamily="18" charset="0"/>
              </a:rPr>
              <a:t>O,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Mpanjaka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lehibe</a:t>
            </a:r>
            <a:r>
              <a:rPr lang="en-US" sz="6600" dirty="0" smtClean="0">
                <a:latin typeface="Cambria" pitchFamily="18" charset="0"/>
              </a:rPr>
              <a:t>! </a:t>
            </a:r>
          </a:p>
          <a:p>
            <a:pPr>
              <a:spcBef>
                <a:spcPts val="120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mamonje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anie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Fanahy</a:t>
            </a:r>
            <a:r>
              <a:rPr lang="en-US" sz="6600" dirty="0" smtClean="0">
                <a:latin typeface="Cambria" pitchFamily="18" charset="0"/>
              </a:rPr>
              <a:t> ô!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raisonao</a:t>
            </a:r>
            <a:endParaRPr lang="en-US" sz="66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vavakay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havaozinao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hazavao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191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Hahafantaranay</a:t>
            </a:r>
            <a:endParaRPr lang="en-US" sz="6600" dirty="0" smtClean="0">
              <a:latin typeface="Cambria" pitchFamily="18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alehanay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spcBef>
                <a:spcPts val="120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hamoazanay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spcBef>
                <a:spcPts val="120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114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191</vt:lpstr>
      <vt:lpstr>HIRA 191</vt:lpstr>
      <vt:lpstr>HIRA 191</vt:lpstr>
      <vt:lpstr>HIRA 191</vt:lpstr>
      <vt:lpstr>HIRA 191</vt:lpstr>
      <vt:lpstr>HIRA 191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3</cp:revision>
  <dcterms:created xsi:type="dcterms:W3CDTF">2012-10-03T08:17:13Z</dcterms:created>
  <dcterms:modified xsi:type="dcterms:W3CDTF">2013-11-10T07:44:11Z</dcterms:modified>
</cp:coreProperties>
</file>