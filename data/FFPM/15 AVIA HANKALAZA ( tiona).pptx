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512" autoAdjust="0"/>
    <p:restoredTop sz="94660"/>
  </p:normalViewPr>
  <p:slideViewPr>
    <p:cSldViewPr>
      <p:cViewPr varScale="1">
        <p:scale>
          <a:sx n="60" d="100"/>
          <a:sy n="60" d="100"/>
        </p:scale>
        <p:origin x="-30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hankalaza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haja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Jehovah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</a:t>
            </a:r>
            <a:r>
              <a:rPr lang="en-US" sz="7200" b="1" i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e 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Andeha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mitambara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vazan-tany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o!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Miankohofa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Hanaja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84" y="785794"/>
            <a:ext cx="914400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Tsitoha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Indreto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Manondrika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Midera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Ray,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46" y="10715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saina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Omena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anjakao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84" y="714380"/>
            <a:ext cx="914400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hendry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mahakendry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hahasoa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mangidy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fitondranao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saina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safidy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Manaiky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84" y="1000108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Manerana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lazanao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Ka be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hita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lany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voninahitrao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84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Koa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fiderana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Ventesinay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Hosana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148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15</vt:lpstr>
      <vt:lpstr>HIRA 15</vt:lpstr>
      <vt:lpstr>HIRA 15</vt:lpstr>
      <vt:lpstr>HIRA 15</vt:lpstr>
      <vt:lpstr>HIRA 15</vt:lpstr>
      <vt:lpstr>HIRA 15</vt:lpstr>
      <vt:lpstr>HIRA 15</vt:lpstr>
      <vt:lpstr>HIRA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</dc:title>
  <dc:creator>M</dc:creator>
  <cp:lastModifiedBy>M</cp:lastModifiedBy>
  <cp:revision>6</cp:revision>
  <dcterms:created xsi:type="dcterms:W3CDTF">2012-10-02T21:28:02Z</dcterms:created>
  <dcterms:modified xsi:type="dcterms:W3CDTF">2014-05-28T10:24:49Z</dcterms:modified>
</cp:coreProperties>
</file>