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hosana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Isaoran'anie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Mesia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nalefan'ny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hosana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asandratray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643050"/>
            <a:ext cx="8929718" cy="50006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nirahinao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derainay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hosana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asandratray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</Words>
  <PresentationFormat>Affichage à l'écran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HIRA 38</vt:lpstr>
      <vt:lpstr>HIRA 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7</cp:revision>
  <dcterms:created xsi:type="dcterms:W3CDTF">2012-10-03T07:22:00Z</dcterms:created>
  <dcterms:modified xsi:type="dcterms:W3CDTF">2013-07-02T06:16:02Z</dcterms:modified>
</cp:coreProperties>
</file>