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74" r:id="rId2"/>
    <p:sldId id="275" r:id="rId3"/>
    <p:sldId id="276" r:id="rId4"/>
    <p:sldId id="277" r:id="rId5"/>
    <p:sldId id="278" r:id="rId6"/>
    <p:sldId id="279" r:id="rId7"/>
  </p:sldIdLst>
  <p:sldSz cx="9144000" cy="6858000" type="screen4x3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 varScale="1">
        <p:scale>
          <a:sx n="60" d="100"/>
          <a:sy n="60" d="100"/>
        </p:scale>
        <p:origin x="-276" y="-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 smtClean="0"/>
              <a:t>Cliquez pour modifier le style des sous-titres du masque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03/06/2014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03/06/2014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03/06/2014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03/06/2014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03/06/2014</a:t>
            </a:fld>
            <a:endParaRPr lang="fr-BE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03/06/2014</a:t>
            </a:fld>
            <a:endParaRPr lang="fr-BE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03/06/2014</a:t>
            </a:fld>
            <a:endParaRPr lang="fr-BE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03/06/2014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BE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03/06/2014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03/06/2014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03/06/2014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A309A6D-C09C-4548-B29A-6CF363A7E532}" type="datetimeFigureOut">
              <a:rPr lang="fr-FR" smtClean="0"/>
              <a:pPr/>
              <a:t>03/06/2014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500034" y="0"/>
            <a:ext cx="8229600" cy="785794"/>
          </a:xfrm>
        </p:spPr>
        <p:txBody>
          <a:bodyPr>
            <a:noAutofit/>
          </a:bodyPr>
          <a:lstStyle/>
          <a:p>
            <a:pPr algn="ctr"/>
            <a:r>
              <a:rPr lang="fr-FR" sz="4000" b="1" dirty="0" smtClean="0">
                <a:solidFill>
                  <a:srgbClr val="0070C0"/>
                </a:solidFill>
                <a:latin typeface="Cambria" pitchFamily="18" charset="0"/>
              </a:rPr>
              <a:t>HIRA 213 </a:t>
            </a:r>
            <a:endParaRPr lang="fr-FR" sz="4000" b="1" dirty="0">
              <a:solidFill>
                <a:srgbClr val="0070C0"/>
              </a:solidFill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14282" y="642918"/>
            <a:ext cx="8929718" cy="6215082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1.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Ry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fanahy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mangetaheta</a:t>
            </a:r>
            <a:endParaRPr lang="fr-FR" sz="66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Mila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fitsaharana</a:t>
            </a:r>
            <a:endParaRPr lang="fr-FR" sz="66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Aza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kivy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,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mahareta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,</a:t>
            </a:r>
            <a:endParaRPr lang="fr-FR" sz="66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Sentonao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hifarana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!</a:t>
            </a:r>
            <a:endParaRPr lang="fr-FR" sz="6600" b="1" dirty="0">
              <a:solidFill>
                <a:srgbClr val="002060"/>
              </a:solidFill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500034" y="0"/>
            <a:ext cx="8229600" cy="571480"/>
          </a:xfrm>
        </p:spPr>
        <p:txBody>
          <a:bodyPr>
            <a:normAutofit fontScale="90000"/>
          </a:bodyPr>
          <a:lstStyle/>
          <a:p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HIRA 213 </a:t>
            </a:r>
            <a:endParaRPr lang="fr-FR" sz="5400" dirty="0"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85720" y="642918"/>
            <a:ext cx="8858280" cy="6215082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Fa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ny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tenin'i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Jehovah,</a:t>
            </a:r>
          </a:p>
          <a:p>
            <a:pPr>
              <a:buNone/>
            </a:pP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Soa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mangarangarana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;</a:t>
            </a:r>
          </a:p>
          <a:p>
            <a:pPr>
              <a:buNone/>
            </a:pP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Loharano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tsy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miova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Ao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no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hasambarana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500034" y="0"/>
            <a:ext cx="8229600" cy="642918"/>
          </a:xfrm>
        </p:spPr>
        <p:txBody>
          <a:bodyPr>
            <a:normAutofit fontScale="90000"/>
          </a:bodyPr>
          <a:lstStyle/>
          <a:p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HIRA 213 </a:t>
            </a:r>
            <a:endParaRPr lang="fr-FR" sz="5400" dirty="0"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85720" y="714356"/>
            <a:ext cx="8858280" cy="6143644"/>
          </a:xfrm>
        </p:spPr>
        <p:txBody>
          <a:bodyPr>
            <a:normAutofit fontScale="92500"/>
          </a:bodyPr>
          <a:lstStyle/>
          <a:p>
            <a:pPr>
              <a:buNone/>
            </a:pP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2.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Ry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tontolo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mila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vonjy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Te-ho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afa-patotra</a:t>
            </a:r>
            <a:endParaRPr lang="en-US" sz="66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Ao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ny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tenin’ny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Mpamonjy</a:t>
            </a:r>
            <a:endParaRPr lang="en-US" sz="66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Dia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Kristy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Mpanavotra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!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500034" y="0"/>
            <a:ext cx="8229600" cy="714356"/>
          </a:xfrm>
        </p:spPr>
        <p:txBody>
          <a:bodyPr>
            <a:noAutofit/>
          </a:bodyPr>
          <a:lstStyle/>
          <a:p>
            <a:r>
              <a:rPr lang="fr-FR" sz="4000" b="1" dirty="0" smtClean="0">
                <a:solidFill>
                  <a:srgbClr val="0070C0"/>
                </a:solidFill>
                <a:latin typeface="Cambria" pitchFamily="18" charset="0"/>
              </a:rPr>
              <a:t>HIRA 213 </a:t>
            </a:r>
            <a:endParaRPr lang="fr-FR" sz="4000" dirty="0"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14282" y="785794"/>
            <a:ext cx="8929718" cy="6072206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Teny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velona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sy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mamy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Feno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fananarana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;</a:t>
            </a:r>
          </a:p>
          <a:p>
            <a:pPr>
              <a:buNone/>
            </a:pP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Hotorina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eran-tany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Fa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fampihavanana</a:t>
            </a:r>
            <a:endParaRPr lang="en-US" sz="6600" b="1" dirty="0" smtClean="0">
              <a:solidFill>
                <a:srgbClr val="002060"/>
              </a:solidFill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500034" y="0"/>
            <a:ext cx="8229600" cy="500042"/>
          </a:xfrm>
        </p:spPr>
        <p:txBody>
          <a:bodyPr>
            <a:noAutofit/>
          </a:bodyPr>
          <a:lstStyle/>
          <a:p>
            <a:r>
              <a:rPr lang="fr-FR" sz="4000" b="1" dirty="0" smtClean="0">
                <a:solidFill>
                  <a:srgbClr val="0070C0"/>
                </a:solidFill>
                <a:latin typeface="Cambria" pitchFamily="18" charset="0"/>
              </a:rPr>
              <a:t>HIRA 213 </a:t>
            </a:r>
            <a:endParaRPr lang="fr-FR" sz="4000" dirty="0"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14282" y="642918"/>
            <a:ext cx="8929718" cy="6215082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3.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Ry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Mpanjakan'ny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mpanjaka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!</a:t>
            </a:r>
          </a:p>
          <a:p>
            <a:pPr>
              <a:buNone/>
            </a:pP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Ao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,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tendreo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ny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lelako</a:t>
            </a:r>
            <a:endParaRPr lang="en-US" sz="66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Mba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hitory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sy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hizaka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Hampandre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ny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havako</a:t>
            </a:r>
            <a:endParaRPr lang="en-US" sz="6600" b="1" dirty="0" smtClean="0">
              <a:solidFill>
                <a:srgbClr val="002060"/>
              </a:solidFill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500034" y="0"/>
            <a:ext cx="8229600" cy="714356"/>
          </a:xfrm>
        </p:spPr>
        <p:txBody>
          <a:bodyPr>
            <a:noAutofit/>
          </a:bodyPr>
          <a:lstStyle/>
          <a:p>
            <a:r>
              <a:rPr lang="fr-FR" sz="4000" b="1" dirty="0" smtClean="0">
                <a:solidFill>
                  <a:srgbClr val="0070C0"/>
                </a:solidFill>
                <a:latin typeface="Cambria" pitchFamily="18" charset="0"/>
              </a:rPr>
              <a:t>HIRA 213 </a:t>
            </a:r>
            <a:endParaRPr lang="fr-FR" sz="4000" dirty="0"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85720" y="785794"/>
            <a:ext cx="8858280" cy="6072206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Dia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tahio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ny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teny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reny</a:t>
            </a:r>
            <a:endParaRPr lang="en-US" sz="66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Tsy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ho very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hasina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Ka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hamoa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zato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heny</a:t>
            </a:r>
            <a:endParaRPr lang="en-US" sz="66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Ny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Baiboly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Masina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hème Office">
  <a:themeElements>
    <a:clrScheme name="Bureau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Bureau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Bureau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19</TotalTime>
  <Words>110</Words>
  <PresentationFormat>Affichage à l'écran (4:3)</PresentationFormat>
  <Paragraphs>30</Paragraphs>
  <Slides>6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6</vt:i4>
      </vt:variant>
    </vt:vector>
  </HeadingPairs>
  <TitlesOfParts>
    <vt:vector size="7" baseType="lpstr">
      <vt:lpstr>Thème Office</vt:lpstr>
      <vt:lpstr>HIRA 213 </vt:lpstr>
      <vt:lpstr>HIRA 213 </vt:lpstr>
      <vt:lpstr>HIRA 213 </vt:lpstr>
      <vt:lpstr>HIRA 213 </vt:lpstr>
      <vt:lpstr>HIRA 213 </vt:lpstr>
      <vt:lpstr>HIRA 213 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HIRA 194</dc:title>
  <dc:creator>M</dc:creator>
  <cp:lastModifiedBy>M</cp:lastModifiedBy>
  <cp:revision>7</cp:revision>
  <dcterms:created xsi:type="dcterms:W3CDTF">2012-10-03T08:17:13Z</dcterms:created>
  <dcterms:modified xsi:type="dcterms:W3CDTF">2014-06-03T19:00:53Z</dcterms:modified>
</cp:coreProperties>
</file>