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424" autoAdjust="0"/>
  </p:normalViewPr>
  <p:slideViewPr>
    <p:cSldViewPr>
      <p:cViewPr varScale="1">
        <p:scale>
          <a:sx n="63" d="100"/>
          <a:sy n="63" d="100"/>
        </p:scale>
        <p:origin x="159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09/05/2016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09/05/2016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09/05/2016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09/05/2016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09/05/2016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09/05/2016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09/05/2016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09/05/2016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09/05/2016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09/05/2016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09/05/2016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09/05/2016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285728"/>
            <a:ext cx="7498080" cy="114300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627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3528" y="1214422"/>
            <a:ext cx="8820472" cy="56435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Vimbino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tsara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Kristy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Tomponay</a:t>
            </a:r>
            <a:r>
              <a:rPr lang="en-US" sz="6000" dirty="0" smtClean="0">
                <a:latin typeface="Cambria" pitchFamily="18" charset="0"/>
              </a:rPr>
              <a:t>!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diso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lalana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Aty</a:t>
            </a:r>
            <a:r>
              <a:rPr lang="en-US" sz="6000" dirty="0" smtClean="0">
                <a:latin typeface="Cambria" pitchFamily="18" charset="0"/>
              </a:rPr>
              <a:t>  </a:t>
            </a:r>
            <a:r>
              <a:rPr lang="en-US" sz="6000" dirty="0" err="1" smtClean="0">
                <a:latin typeface="Cambria" pitchFamily="18" charset="0"/>
              </a:rPr>
              <a:t>ambony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rano</a:t>
            </a:r>
            <a:r>
              <a:rPr lang="en-US" sz="6000" dirty="0" smtClean="0">
                <a:latin typeface="Cambria" pitchFamily="18" charset="0"/>
              </a:rPr>
              <a:t> be,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114298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627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1214422"/>
            <a:ext cx="8572528" cy="564357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:,:Ka </a:t>
            </a:r>
            <a:r>
              <a:rPr lang="en-US" sz="6000" dirty="0" err="1" smtClean="0">
                <a:latin typeface="Cambria" pitchFamily="18" charset="0"/>
              </a:rPr>
              <a:t>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manonja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aza</a:t>
            </a:r>
            <a:r>
              <a:rPr lang="en-US" sz="6000" dirty="0" smtClean="0">
                <a:latin typeface="Cambria" pitchFamily="18" charset="0"/>
              </a:rPr>
              <a:t> re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rian-dranomasina</a:t>
            </a:r>
            <a:r>
              <a:rPr lang="en-US" sz="6000" dirty="0" smtClean="0">
                <a:latin typeface="Cambria" pitchFamily="18" charset="0"/>
              </a:rPr>
              <a:t>,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Tazony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mafy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rendrika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aty</a:t>
            </a:r>
            <a:r>
              <a:rPr lang="en-US" sz="6000" dirty="0" smtClean="0">
                <a:latin typeface="Cambria" pitchFamily="18" charset="0"/>
              </a:rPr>
              <a:t>.:,: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 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45920" y="0"/>
            <a:ext cx="7498080" cy="1143008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627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57224" y="1214422"/>
            <a:ext cx="8286776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mitsangàna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avi</a:t>
            </a:r>
            <a:r>
              <a:rPr lang="en-US" sz="6000" i="1" dirty="0" err="1" smtClean="0">
                <a:latin typeface="Cambria" pitchFamily="18" charset="0"/>
              </a:rPr>
              <a:t>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Jesosy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Mpamonjy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ti</a:t>
            </a:r>
            <a:r>
              <a:rPr lang="en-US" sz="6000" i="1" dirty="0" err="1" smtClean="0">
                <a:latin typeface="Cambria" pitchFamily="18" charset="0"/>
              </a:rPr>
              <a:t>a</a:t>
            </a:r>
            <a:r>
              <a:rPr lang="en-US" sz="6000" dirty="0" smtClean="0">
                <a:latin typeface="Cambria" pitchFamily="18" charset="0"/>
              </a:rPr>
              <a:t>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Jereo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fahorianay</a:t>
            </a:r>
            <a:r>
              <a:rPr lang="en-US" sz="6000" dirty="0" smtClean="0">
                <a:latin typeface="Cambria" pitchFamily="18" charset="0"/>
              </a:rPr>
              <a:t>;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Anaronao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rivotra</a:t>
            </a:r>
            <a:endParaRPr lang="fr-FR" sz="6000" dirty="0" smtClean="0">
              <a:latin typeface="Cambria" pitchFamily="18" charset="0"/>
            </a:endParaRPr>
          </a:p>
          <a:p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928670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627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928670"/>
            <a:ext cx="850109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mampanonja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toy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alon-dranomasina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manafotra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Aty</a:t>
            </a:r>
            <a:r>
              <a:rPr lang="en-US" sz="6000" dirty="0" smtClean="0">
                <a:latin typeface="Cambria" pitchFamily="18" charset="0"/>
              </a:rPr>
              <a:t> am-</a:t>
            </a:r>
            <a:r>
              <a:rPr lang="en-US" sz="6000" dirty="0" err="1" smtClean="0">
                <a:latin typeface="Cambria" pitchFamily="18" charset="0"/>
              </a:rPr>
              <a:t>pandehananay</a:t>
            </a:r>
            <a:r>
              <a:rPr lang="en-US" sz="6000" dirty="0" smtClean="0">
                <a:latin typeface="Cambria" pitchFamily="18" charset="0"/>
              </a:rPr>
              <a:t>.:,: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08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 627  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1142984"/>
            <a:ext cx="8858312" cy="5500726"/>
          </a:xfrm>
        </p:spPr>
        <p:txBody>
          <a:bodyPr>
            <a:normAutofit/>
          </a:bodyPr>
          <a:lstStyle/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6000" dirty="0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3. </a:t>
            </a:r>
            <a:r>
              <a:rPr lang="en-US" sz="6000" dirty="0" err="1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Fa</a:t>
            </a:r>
            <a:r>
              <a:rPr lang="en-US" sz="6000" dirty="0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n-US" sz="6000" dirty="0" err="1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Hianao</a:t>
            </a:r>
            <a:r>
              <a:rPr lang="en-US" sz="6000" dirty="0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 no </a:t>
            </a:r>
            <a:r>
              <a:rPr lang="en-US" sz="6000" dirty="0" err="1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aronay</a:t>
            </a:r>
            <a:r>
              <a:rPr lang="en-US" sz="6000" dirty="0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,</a:t>
            </a:r>
            <a:endParaRPr lang="fr-FR" sz="6000" dirty="0" smtClean="0">
              <a:latin typeface="Cambria" pitchFamily="18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6000" dirty="0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Ka </a:t>
            </a:r>
            <a:r>
              <a:rPr lang="en-US" sz="6000" dirty="0" err="1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dia</a:t>
            </a:r>
            <a:r>
              <a:rPr lang="en-US" sz="6000" dirty="0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n-US" sz="6000" dirty="0" err="1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sahy</a:t>
            </a:r>
            <a:r>
              <a:rPr lang="en-US" sz="6000" dirty="0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n-US" sz="6000" dirty="0" err="1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izahay</a:t>
            </a:r>
            <a:endParaRPr lang="fr-FR" sz="6000" dirty="0" smtClean="0">
              <a:latin typeface="Cambria" pitchFamily="18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6000" dirty="0" err="1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Hamaky</a:t>
            </a:r>
            <a:r>
              <a:rPr lang="en-US" sz="6000" dirty="0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n-US" sz="6000" dirty="0" err="1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sy</a:t>
            </a:r>
            <a:r>
              <a:rPr lang="en-US" sz="6000" dirty="0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n-US" sz="6000" dirty="0" err="1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hanohitra</a:t>
            </a:r>
            <a:endParaRPr lang="fr-FR" sz="6000" dirty="0" smtClean="0">
              <a:latin typeface="Cambria" pitchFamily="18" charset="0"/>
              <a:cs typeface="Arial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6000" dirty="0" err="1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Ny</a:t>
            </a:r>
            <a:r>
              <a:rPr lang="en-US" sz="6000" dirty="0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n-US" sz="6000" dirty="0" err="1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onjan-drano</a:t>
            </a:r>
            <a:r>
              <a:rPr lang="en-US" sz="6000" dirty="0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n-US" sz="6000" dirty="0" err="1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betsaka</a:t>
            </a:r>
            <a:r>
              <a:rPr lang="en-US" sz="6000" dirty="0" smtClean="0">
                <a:solidFill>
                  <a:srgbClr val="1A1A1A"/>
                </a:solidFill>
                <a:latin typeface="Cambria" pitchFamily="18" charset="0"/>
                <a:ea typeface="Times New Roman" pitchFamily="18" charset="0"/>
                <a:cs typeface="Arial" pitchFamily="34" charset="0"/>
              </a:rPr>
              <a:t>; </a:t>
            </a:r>
            <a:endParaRPr lang="en-US" sz="6000" dirty="0" smtClean="0">
              <a:latin typeface="Cambria" pitchFamily="18" charset="0"/>
              <a:cs typeface="Arial" pitchFamily="34" charset="0"/>
            </a:endParaRPr>
          </a:p>
          <a:p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39784"/>
          </a:xfrm>
        </p:spPr>
        <p:txBody>
          <a:bodyPr>
            <a:normAutofit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 627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501222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:,:Ka </a:t>
            </a:r>
            <a:r>
              <a:rPr lang="en-US" sz="6000" dirty="0" err="1" smtClean="0">
                <a:latin typeface="Cambria" pitchFamily="18" charset="0"/>
              </a:rPr>
              <a:t>aoka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fefika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Aty</a:t>
            </a:r>
            <a:r>
              <a:rPr lang="en-US" sz="6000" dirty="0" smtClean="0">
                <a:latin typeface="Cambria" pitchFamily="18" charset="0"/>
              </a:rPr>
              <a:t> an-</a:t>
            </a:r>
            <a:r>
              <a:rPr lang="en-US" sz="6000" dirty="0" err="1" smtClean="0">
                <a:latin typeface="Cambria" pitchFamily="18" charset="0"/>
              </a:rPr>
              <a:t>dranomasina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tonga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sambonay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ô:,: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 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126</Words>
  <Application>Microsoft Office PowerPoint</Application>
  <PresentationFormat>Affichage à l'écran (4:3)</PresentationFormat>
  <Paragraphs>35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Times New Roman</vt:lpstr>
      <vt:lpstr>Thème Office</vt:lpstr>
      <vt:lpstr>HIRA 627 </vt:lpstr>
      <vt:lpstr>HIRA 627 </vt:lpstr>
      <vt:lpstr>HIRA 627 </vt:lpstr>
      <vt:lpstr>HIRA 627 </vt:lpstr>
      <vt:lpstr>HIRA  627  </vt:lpstr>
      <vt:lpstr>HIRA  627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627 : 1 , 2</dc:title>
  <dc:creator>M</dc:creator>
  <cp:lastModifiedBy>c060</cp:lastModifiedBy>
  <cp:revision>4</cp:revision>
  <dcterms:created xsi:type="dcterms:W3CDTF">2012-10-03T07:52:32Z</dcterms:created>
  <dcterms:modified xsi:type="dcterms:W3CDTF">2016-05-09T11:14:33Z</dcterms:modified>
</cp:coreProperties>
</file>