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519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-32" y="500042"/>
            <a:ext cx="950125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maniry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:,:Ka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hatanjaho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hankany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:,:</a:t>
            </a:r>
            <a:r>
              <a:rPr lang="en-US" sz="7200" dirty="0" smtClean="0">
                <a:latin typeface="Cambria" pitchFamily="18" charset="0"/>
              </a:rPr>
              <a:t>	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519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438" y="642918"/>
            <a:ext cx="950122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tamana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Mampahory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Koa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mitalaho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hafindranao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519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-32" y="571504"/>
            <a:ext cx="964413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Hody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Mpiantra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horaisinao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matoky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519</vt:lpstr>
      <vt:lpstr>Hira 519</vt:lpstr>
      <vt:lpstr>Hira 519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4</cp:revision>
  <dcterms:created xsi:type="dcterms:W3CDTF">2012-10-10T06:45:31Z</dcterms:created>
  <dcterms:modified xsi:type="dcterms:W3CDTF">2013-07-23T16:08:20Z</dcterms:modified>
</cp:coreProperties>
</file>