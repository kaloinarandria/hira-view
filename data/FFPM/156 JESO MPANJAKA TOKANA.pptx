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1. Jeso Mpanjaka tokana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Na aiza misy olona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Ny fanjakany hanerana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Ny tany sy ny lanitra</a:t>
            </a:r>
            <a:endParaRPr lang="pt-B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084" y="610833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2. Vavaka sy fisaorana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Hakarin'ny navotana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Haharitra tsy tapitra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Hanolo-boninahitra</a:t>
            </a:r>
          </a:p>
          <a:p>
            <a:pPr>
              <a:buNone/>
            </a:pPr>
            <a:endParaRPr lang="pt-BR" sz="7200" dirty="0" smtClean="0">
              <a:latin typeface="Cambria" pitchFamily="18" charset="0"/>
            </a:endParaRPr>
          </a:p>
          <a:p>
            <a:pPr>
              <a:buNone/>
            </a:pPr>
            <a:endParaRPr lang="pt-B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28604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3. Ny firenen-drehetra anie	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Hidera ny fitiavam-be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Ny zaza aza hanatitra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Ny </a:t>
            </a:r>
            <a:r>
              <a:rPr lang="pt-BR" sz="7200" dirty="0" smtClean="0">
                <a:latin typeface="Cambria" pitchFamily="18" charset="0"/>
              </a:rPr>
              <a:t>hajam-boninahitra</a:t>
            </a:r>
            <a:endParaRPr lang="pt-B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4. Ny tany izay alehany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Dia feno fitahiany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Ny voagadra afaka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Miadana ny reraka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156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876" y="857256"/>
            <a:ext cx="957266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5. Izao rehetra izao anie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Hanatitra fisaoram-be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Ho an'ny Tompo tokana</a:t>
            </a:r>
          </a:p>
          <a:p>
            <a:pPr>
              <a:buNone/>
            </a:pPr>
            <a:r>
              <a:rPr lang="pt-BR" sz="7200" dirty="0" smtClean="0">
                <a:latin typeface="Cambria" pitchFamily="18" charset="0"/>
              </a:rPr>
              <a:t>Izay Mpanjakan-danitra</a:t>
            </a:r>
            <a:endParaRPr lang="pt-B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72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156</vt:lpstr>
      <vt:lpstr>HIRA 156</vt:lpstr>
      <vt:lpstr>HIRA 156</vt:lpstr>
      <vt:lpstr>HIRA 156</vt:lpstr>
      <vt:lpstr>HIRA 156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10</cp:revision>
  <dcterms:created xsi:type="dcterms:W3CDTF">2012-10-03T08:15:06Z</dcterms:created>
  <dcterms:modified xsi:type="dcterms:W3CDTF">2013-07-25T17:49:43Z</dcterms:modified>
</cp:coreProperties>
</file>