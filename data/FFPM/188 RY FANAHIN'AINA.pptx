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Fanahin'aina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mpanazava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Mpampionompo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akekezo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miambezo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Hamindranao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Hazavao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handraisanao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Fanomezantsoa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ampivavaho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Hafanao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Hankalaza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sento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Asandratro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ento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valionao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Anehoy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ampinoy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famindrampo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mamonjy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</a:t>
            </a:r>
            <a:r>
              <a:rPr lang="en-US" sz="7200" dirty="0" smtClean="0">
                <a:latin typeface="Cambria" pitchFamily="18" charset="0"/>
              </a:rPr>
              <a:t>-ho </a:t>
            </a:r>
            <a:r>
              <a:rPr lang="en-US" sz="7200" dirty="0" err="1" smtClean="0">
                <a:latin typeface="Cambria" pitchFamily="18" charset="0"/>
              </a:rPr>
              <a:t>tra-bonjy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Ô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amosahy</a:t>
            </a:r>
            <a:r>
              <a:rPr lang="es-E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Fahazavam-panahy</a:t>
            </a:r>
            <a:r>
              <a:rPr lang="es-E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fisainanay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tarafo</a:t>
            </a:r>
            <a:r>
              <a:rPr lang="es-E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Andreheto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afo</a:t>
            </a:r>
            <a:r>
              <a:rPr lang="es-ES" sz="66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fanahinay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ombay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antsoinao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hanambara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Filazantsara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Ô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Andon'aina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karankaina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vontosinao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vanom</a:t>
            </a:r>
            <a:r>
              <a:rPr lang="en-US" sz="6600" dirty="0" smtClean="0">
                <a:latin typeface="Cambria" pitchFamily="18" charset="0"/>
              </a:rPr>
              <a:t>-boa,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Hahavoka-tsoa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volinao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nn-NO" sz="7200" dirty="0" smtClean="0">
                <a:latin typeface="Cambria" pitchFamily="18" charset="0"/>
              </a:rPr>
              <a:t>Indrafo sy </a:t>
            </a:r>
            <a:r>
              <a:rPr lang="nn-NO" sz="7200" dirty="0" smtClean="0">
                <a:latin typeface="Cambria" pitchFamily="18" charset="0"/>
              </a:rPr>
              <a:t>teny to</a:t>
            </a:r>
          </a:p>
          <a:p>
            <a:pPr>
              <a:buNone/>
            </a:pPr>
            <a:r>
              <a:rPr lang="nn-NO" sz="7200" dirty="0" smtClean="0">
                <a:latin typeface="Cambria" pitchFamily="18" charset="0"/>
              </a:rPr>
              <a:t>No harena antenaina</a:t>
            </a:r>
          </a:p>
          <a:p>
            <a:pPr>
              <a:buNone/>
            </a:pPr>
            <a:r>
              <a:rPr lang="nn-NO" sz="7200" dirty="0" smtClean="0">
                <a:latin typeface="Cambria" pitchFamily="18" charset="0"/>
              </a:rPr>
              <a:t>Hanavao ny aina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Ô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areheto</a:t>
            </a:r>
            <a:r>
              <a:rPr lang="en-US" sz="6600" dirty="0" smtClean="0">
                <a:latin typeface="Cambria" pitchFamily="18" charset="0"/>
              </a:rPr>
              <a:t> 	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ampahareto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finoanay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afaho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Ampahatanjaho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fanahinay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Miraiki</a:t>
            </a:r>
            <a:r>
              <a:rPr lang="en-US" sz="7200" dirty="0" smtClean="0">
                <a:latin typeface="Cambria" pitchFamily="18" charset="0"/>
              </a:rPr>
              <a:t>-</a:t>
            </a:r>
            <a:r>
              <a:rPr lang="en-US" sz="7200" dirty="0" err="1" smtClean="0">
                <a:latin typeface="Cambria" pitchFamily="18" charset="0"/>
              </a:rPr>
              <a:t>po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olom-bery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Tonga </a:t>
            </a:r>
            <a:r>
              <a:rPr lang="en-US" sz="7200" dirty="0" err="1" smtClean="0">
                <a:latin typeface="Cambria" pitchFamily="18" charset="0"/>
              </a:rPr>
              <a:t>manan-kery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mitoloko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tsilovy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haniasia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188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642918"/>
            <a:ext cx="950125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Hahatody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zanakao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andrandraina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Fahasambaran'aina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184</Words>
  <PresentationFormat>Affichage à l'écran (4:3)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188</vt:lpstr>
      <vt:lpstr>Hira 188</vt:lpstr>
      <vt:lpstr>Hira 188</vt:lpstr>
      <vt:lpstr>Hira 188</vt:lpstr>
      <vt:lpstr>Hira 188</vt:lpstr>
      <vt:lpstr>Hira 188</vt:lpstr>
      <vt:lpstr>Hira 188</vt:lpstr>
      <vt:lpstr>Hira 188</vt:lpstr>
      <vt:lpstr>Hira 188</vt:lpstr>
      <vt:lpstr>Hira 188</vt:lpstr>
      <vt:lpstr>Hira 188</vt:lpstr>
      <vt:lpstr>Hira 188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7</cp:revision>
  <dcterms:created xsi:type="dcterms:W3CDTF">2012-11-11T21:19:33Z</dcterms:created>
  <dcterms:modified xsi:type="dcterms:W3CDTF">2013-08-21T19:12:02Z</dcterms:modified>
</cp:coreProperties>
</file>