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  <p:sldId id="30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00" autoAdjust="0"/>
    <p:restoredTop sz="94660"/>
  </p:normalViewPr>
  <p:slideViewPr>
    <p:cSldViewPr>
      <p:cViewPr varScale="1">
        <p:scale>
          <a:sx n="62" d="100"/>
          <a:sy n="62" d="100"/>
        </p:scale>
        <p:origin x="-11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1. O!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miasà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sakaiza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aza,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handao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momba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voka-tsoa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Hifalianao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2. Maro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lasa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lzay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nanaovanao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asa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lzay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mitsangàna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Hahavitanao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anjaranao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mihariva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Fohy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andronao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fantatrao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va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hitanao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manakaiky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Mpitsara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akaiky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hodianao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Rehefa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tonga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Tompon'ny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asanao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hamaly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mpiasany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305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Mandrakizay doria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No hifalianao,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Raha mpanompo tsara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Mahatoky e!</a:t>
            </a:r>
          </a:p>
          <a:p>
            <a:pPr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143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305</vt:lpstr>
      <vt:lpstr>HIRA 305</vt:lpstr>
      <vt:lpstr>HIRA 305</vt:lpstr>
      <vt:lpstr>HIRA 305</vt:lpstr>
      <vt:lpstr>HIRA 305</vt:lpstr>
      <vt:lpstr>HIRA 305</vt:lpstr>
      <vt:lpstr>HIRA 305</vt:lpstr>
      <vt:lpstr>HIRA 305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6</cp:revision>
  <dcterms:created xsi:type="dcterms:W3CDTF">2012-11-04T17:25:30Z</dcterms:created>
  <dcterms:modified xsi:type="dcterms:W3CDTF">2014-07-27T05:25:04Z</dcterms:modified>
</cp:coreProperties>
</file>