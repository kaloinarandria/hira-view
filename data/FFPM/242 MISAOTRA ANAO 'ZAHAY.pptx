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124" autoAdjust="0"/>
    <p:restoredTop sz="94660"/>
  </p:normalViewPr>
  <p:slideViewPr>
    <p:cSldViewPr>
      <p:cViewPr varScale="1">
        <p:scale>
          <a:sx n="41" d="100"/>
          <a:sy n="41" d="100"/>
        </p:scale>
        <p:origin x="-102" y="-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242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929354"/>
          </a:xfrm>
        </p:spPr>
        <p:txBody>
          <a:bodyPr>
            <a:noAutofit/>
          </a:bodyPr>
          <a:lstStyle/>
          <a:p>
            <a:pPr marL="1143000" indent="-1143000">
              <a:buAutoNum type="arabicPeriod"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Misaotra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Ray! </a:t>
            </a: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nafenina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n-US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hahazoanay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242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07223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2. Ka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mitariha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toro-hevitrao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lazain'ny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Hanaovanay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endParaRPr lang="en-US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242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78647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Ampahirato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Hahaizanay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mahita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zava-mahagaga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lalànao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Ampianaro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hankatoa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didinao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Hanaiky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hotapahinao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242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68680"/>
            <a:ext cx="8858280" cy="584646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asan'ny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Fanahinao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tanteraho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Hampiorina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anatinay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lazain'ny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s-E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94</Words>
  <PresentationFormat>Affichage à l'écran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242</vt:lpstr>
      <vt:lpstr>Hira 242</vt:lpstr>
      <vt:lpstr>Hira 242</vt:lpstr>
      <vt:lpstr>Hira 242</vt:lpstr>
      <vt:lpstr>Hira 242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241</dc:title>
  <dc:creator>M</dc:creator>
  <cp:lastModifiedBy>M</cp:lastModifiedBy>
  <cp:revision>3</cp:revision>
  <dcterms:created xsi:type="dcterms:W3CDTF">2012-12-08T20:05:23Z</dcterms:created>
  <dcterms:modified xsi:type="dcterms:W3CDTF">2014-05-12T10:05:34Z</dcterms:modified>
</cp:coreProperties>
</file>