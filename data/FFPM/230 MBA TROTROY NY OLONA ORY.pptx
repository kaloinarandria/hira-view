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288" autoAdjust="0"/>
    <p:restoredTop sz="94660"/>
  </p:normalViewPr>
  <p:slideViewPr>
    <p:cSldViewPr>
      <p:cViewPr varScale="1">
        <p:scale>
          <a:sx n="41" d="100"/>
          <a:sy n="41" d="100"/>
        </p:scale>
        <p:origin x="-96" y="-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trotroy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hirenireny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handray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285860"/>
            <a:ext cx="9001092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:,: Olona osa, olona osa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Ento mora, Tompo </a:t>
            </a:r>
            <a:r>
              <a:rPr lang="fi-FI" sz="7200" dirty="0" smtClean="0">
                <a:latin typeface="Cambria" pitchFamily="18" charset="0"/>
              </a:rPr>
              <a:t>ô:,: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71470" y="857232"/>
            <a:ext cx="907253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Tsitoha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Taomy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sakaizanay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hiankina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285860"/>
            <a:ext cx="9001092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tariho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tariho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Izy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mpanomponao</a:t>
            </a:r>
            <a:r>
              <a:rPr lang="fr-FR" sz="7200" dirty="0" smtClean="0">
                <a:latin typeface="Cambria" pitchFamily="18" charset="0"/>
              </a:rPr>
              <a:t>:,: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928694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Faly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Tratr'izao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Tafavory</a:t>
            </a:r>
            <a:r>
              <a:rPr lang="fr-FR" sz="6600" dirty="0" smtClean="0">
                <a:latin typeface="Cambria" pitchFamily="18" charset="0"/>
              </a:rPr>
              <a:t> ka </a:t>
            </a:r>
            <a:r>
              <a:rPr lang="fr-FR" sz="6600" dirty="0" err="1" smtClean="0">
                <a:latin typeface="Cambria" pitchFamily="18" charset="0"/>
              </a:rPr>
              <a:t>hihaino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Filanzantsaranao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285860"/>
            <a:ext cx="9001092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Raisonao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raisonao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fisaoranay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smtClean="0">
                <a:latin typeface="Cambria" pitchFamily="18" charset="0"/>
              </a:rPr>
              <a:t>:,: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230 </vt:lpstr>
      <vt:lpstr>Hira 230 </vt:lpstr>
      <vt:lpstr>Hira 230 </vt:lpstr>
      <vt:lpstr>Hira 230 </vt:lpstr>
      <vt:lpstr>Hira 230 </vt:lpstr>
      <vt:lpstr>Hira 230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6</cp:revision>
  <dcterms:created xsi:type="dcterms:W3CDTF">2012-11-11T21:23:20Z</dcterms:created>
  <dcterms:modified xsi:type="dcterms:W3CDTF">2014-05-05T08:51:08Z</dcterms:modified>
</cp:coreProperties>
</file>