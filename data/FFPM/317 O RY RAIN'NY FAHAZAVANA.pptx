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83" r:id="rId4"/>
    <p:sldId id="284" r:id="rId5"/>
    <p:sldId id="285" r:id="rId6"/>
    <p:sldId id="286" r:id="rId7"/>
    <p:sldId id="287" r:id="rId8"/>
    <p:sldId id="288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7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O,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Rain'ny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fahazavana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milentika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Avy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izahay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mitondra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fisaorana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Aloky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fasanay</a:t>
            </a:r>
            <a:r>
              <a:rPr lang="fr-FR" sz="7200" dirty="0" smtClean="0">
                <a:latin typeface="Cambria" pitchFamily="18" charset="0"/>
              </a:rPr>
              <a:t> no </a:t>
            </a:r>
            <a:r>
              <a:rPr lang="fr-FR" sz="7200" dirty="0" err="1" smtClean="0">
                <a:latin typeface="Cambria" pitchFamily="18" charset="0"/>
              </a:rPr>
              <a:t>ipetrahanay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Nefa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andro</a:t>
            </a:r>
            <a:r>
              <a:rPr lang="fr-FR" sz="7200" dirty="0" smtClean="0">
                <a:latin typeface="Cambria" pitchFamily="18" charset="0"/>
              </a:rPr>
              <a:t> no </a:t>
            </a:r>
            <a:r>
              <a:rPr lang="fr-FR" sz="7200" dirty="0" err="1" smtClean="0">
                <a:latin typeface="Cambria" pitchFamily="18" charset="0"/>
              </a:rPr>
              <a:t>nasolonao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alinay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2. </a:t>
            </a:r>
            <a:r>
              <a:rPr lang="fr-FR" sz="7200" dirty="0" err="1" smtClean="0">
                <a:latin typeface="Cambria" pitchFamily="18" charset="0"/>
              </a:rPr>
              <a:t>Enga</a:t>
            </a:r>
            <a:r>
              <a:rPr lang="fr-FR" sz="7200" dirty="0" smtClean="0">
                <a:latin typeface="Cambria" pitchFamily="18" charset="0"/>
              </a:rPr>
              <a:t> ka </a:t>
            </a:r>
            <a:r>
              <a:rPr lang="fr-FR" sz="7200" dirty="0" err="1" smtClean="0">
                <a:latin typeface="Cambria" pitchFamily="18" charset="0"/>
              </a:rPr>
              <a:t>handroso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tsara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mazava</a:t>
            </a:r>
            <a:r>
              <a:rPr lang="fr-FR" sz="7200" dirty="0" smtClean="0"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fantatray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tokoa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Ilay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hoe</a:t>
            </a:r>
            <a:r>
              <a:rPr lang="fr-FR" sz="72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"</a:t>
            </a:r>
            <a:r>
              <a:rPr lang="fr-FR" sz="7200" dirty="0" err="1" smtClean="0">
                <a:latin typeface="Cambria" pitchFamily="18" charset="0"/>
              </a:rPr>
              <a:t>Izaho</a:t>
            </a:r>
            <a:r>
              <a:rPr lang="fr-FR" sz="7200" dirty="0" smtClean="0">
                <a:latin typeface="Cambria" pitchFamily="18" charset="0"/>
              </a:rPr>
              <a:t> no </a:t>
            </a:r>
            <a:r>
              <a:rPr lang="fr-FR" sz="7200" dirty="0" err="1" smtClean="0">
                <a:latin typeface="Cambria" pitchFamily="18" charset="0"/>
              </a:rPr>
              <a:t>fahazavan'izao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tontolo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r>
              <a:rPr lang="fr-FR" sz="7200" dirty="0" smtClean="0">
                <a:latin typeface="Cambria" pitchFamily="18" charset="0"/>
              </a:rPr>
              <a:t>",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Hanazava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hanitsy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alehanao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Fitarikandron'aina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efa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hita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Manazava</a:t>
            </a:r>
            <a:r>
              <a:rPr lang="fr-FR" sz="7200" dirty="0" smtClean="0">
                <a:latin typeface="Cambria" pitchFamily="18" charset="0"/>
              </a:rPr>
              <a:t> na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kely</a:t>
            </a:r>
            <a:r>
              <a:rPr lang="fr-FR" sz="7200" dirty="0" smtClean="0">
                <a:latin typeface="Cambria" pitchFamily="18" charset="0"/>
              </a:rPr>
              <a:t> na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lehibe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Mahasoa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mahahendry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mahasambatra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akory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re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andro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hiposaka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4. </a:t>
            </a:r>
            <a:r>
              <a:rPr lang="fr-FR" sz="7200" dirty="0" err="1" smtClean="0">
                <a:latin typeface="Cambria" pitchFamily="18" charset="0"/>
              </a:rPr>
              <a:t>Mitsangàna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Ziona</a:t>
            </a:r>
            <a:r>
              <a:rPr lang="fr-FR" sz="7200" dirty="0" smtClean="0">
                <a:latin typeface="Cambria" pitchFamily="18" charset="0"/>
              </a:rPr>
              <a:t>, ka </a:t>
            </a:r>
            <a:r>
              <a:rPr lang="fr-FR" sz="7200" dirty="0" err="1" smtClean="0">
                <a:latin typeface="Cambria" pitchFamily="18" charset="0"/>
              </a:rPr>
              <a:t>mihazavà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Voninahitry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 no </a:t>
            </a:r>
            <a:r>
              <a:rPr lang="fr-FR" sz="7200" dirty="0" err="1" smtClean="0">
                <a:latin typeface="Cambria" pitchFamily="18" charset="0"/>
              </a:rPr>
              <a:t>miposaka</a:t>
            </a:r>
            <a:r>
              <a:rPr lang="fr-FR" sz="72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317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Atopazy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manodidina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masonao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haren'ny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firenena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tonga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aminao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133</Words>
  <PresentationFormat>Affichage à l'écran (4:3)</PresentationFormat>
  <Paragraphs>24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317</vt:lpstr>
      <vt:lpstr>HIRA 317</vt:lpstr>
      <vt:lpstr>HIRA 317</vt:lpstr>
      <vt:lpstr>HIRA 317</vt:lpstr>
      <vt:lpstr>HIRA 317</vt:lpstr>
      <vt:lpstr>HIRA 317</vt:lpstr>
      <vt:lpstr>HIRA 317</vt:lpstr>
      <vt:lpstr>HIRA 317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4</cp:revision>
  <dcterms:created xsi:type="dcterms:W3CDTF">2012-11-04T17:25:30Z</dcterms:created>
  <dcterms:modified xsi:type="dcterms:W3CDTF">2013-07-28T16:35:13Z</dcterms:modified>
</cp:coreProperties>
</file>