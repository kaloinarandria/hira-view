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42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16/03/2014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16/03/2014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16/03/2014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16/03/2014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16/03/2014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16/03/2014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450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428736"/>
            <a:ext cx="8858280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1 .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Kristy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fiantra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jereo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Very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amin'ota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450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428736"/>
            <a:ext cx="8858280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2.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Mpiandry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Raisonao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Very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ondry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450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428736"/>
            <a:ext cx="8858280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Fombanay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ratsy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ovay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vaovao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fonay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ratsy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450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428736"/>
            <a:ext cx="8858280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4.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Zazabodo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mahantra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aty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manan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kery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450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428736"/>
            <a:ext cx="8858280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5.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no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vatolampy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Tanjakay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Avotray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Ampinga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75</Words>
  <PresentationFormat>Affichage à l'écran (4:3)</PresentationFormat>
  <Paragraphs>20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450 </vt:lpstr>
      <vt:lpstr>Hira 450 </vt:lpstr>
      <vt:lpstr>Hira 450 </vt:lpstr>
      <vt:lpstr>Hira 450 </vt:lpstr>
      <vt:lpstr>Hira 450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449 </dc:title>
  <dc:creator>M</dc:creator>
  <cp:lastModifiedBy>M</cp:lastModifiedBy>
  <cp:revision>7</cp:revision>
  <dcterms:created xsi:type="dcterms:W3CDTF">2012-11-26T19:32:36Z</dcterms:created>
  <dcterms:modified xsi:type="dcterms:W3CDTF">2014-03-16T07:26:41Z</dcterms:modified>
</cp:coreProperties>
</file>