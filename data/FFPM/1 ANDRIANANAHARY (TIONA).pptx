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787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>
                <a:solidFill>
                  <a:srgbClr val="002060"/>
                </a:solidFill>
                <a:latin typeface="Cambria" pitchFamily="18" charset="0"/>
              </a:rPr>
              <a:t>M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anjelinao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mitoetra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sz="4000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Mifamaly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hoe 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>
                <a:solidFill>
                  <a:srgbClr val="002060"/>
                </a:solidFill>
                <a:latin typeface="Cambria" pitchFamily="18" charset="0"/>
              </a:rPr>
              <a:t>M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Zava-manana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manambara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sz="4800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mitahy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hatsarana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fitahianao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omenao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ta-ankalaza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68680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fahendrena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fiantrana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139</Words>
  <Application>Microsoft Office PowerPoint</Application>
  <PresentationFormat>Affichage à l'écran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Thème Office</vt:lpstr>
      <vt:lpstr>HIRA 1</vt:lpstr>
      <vt:lpstr>HIRA 1</vt:lpstr>
      <vt:lpstr>HIRA 1</vt:lpstr>
      <vt:lpstr>HIRA 1</vt:lpstr>
      <vt:lpstr>HIRA 1</vt:lpstr>
      <vt:lpstr>HIRA 1</vt:lpstr>
      <vt:lpstr>HIRA 1</vt:lpstr>
      <vt:lpstr>HIRA 1</vt:lpstr>
      <vt:lpstr>HIRA 1</vt:lpstr>
      <vt:lpstr>HIRA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</dc:title>
  <dc:creator>M</dc:creator>
  <cp:lastModifiedBy>ME</cp:lastModifiedBy>
  <cp:revision>6</cp:revision>
  <dcterms:created xsi:type="dcterms:W3CDTF">2012-10-21T19:49:29Z</dcterms:created>
  <dcterms:modified xsi:type="dcterms:W3CDTF">2023-06-04T04:31:02Z</dcterms:modified>
</cp:coreProperties>
</file>