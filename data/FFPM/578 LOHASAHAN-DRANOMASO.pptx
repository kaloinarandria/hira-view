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Lohasahan-dranomaso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Izao fiainan-tsika izao;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misento lalandava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Izay rehetra velona 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Koa aiza re no misy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Hampionona ny fo?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Iza no mahay mamonjy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Hampisava ny manjo?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Manatona Ilay Mpamonjy,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sakaiza ory o</a:t>
            </a:r>
            <a:r>
              <a:rPr lang="fi-FI" sz="6600" dirty="0" smtClean="0">
                <a:latin typeface="Cambria" pitchFamily="18" charset="0"/>
              </a:rPr>
              <a:t>!</a:t>
            </a:r>
            <a:endParaRPr lang="fi-FI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aza mba misalasala,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Mandrosoa hianao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Famonjena mahatoky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miova no anao,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manana an'i Kristy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Ho fanala-tahotrao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Vola sy harena an-tany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Mety tsy hanananao;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Havana, sakaiza koa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Dia hisaraka aminao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578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Nefa Jeso no anjara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Tsy alaina aminao;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Izy no Sakaiza tsara</a:t>
            </a:r>
          </a:p>
          <a:p>
            <a:pPr>
              <a:buNone/>
            </a:pPr>
            <a:r>
              <a:rPr lang="fi-FI" sz="6600" smtClean="0">
                <a:latin typeface="Cambria" pitchFamily="18" charset="0"/>
              </a:rPr>
              <a:t>Izay nanavotra aina anao</a:t>
            </a:r>
            <a:endParaRPr lang="fi-FI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578</vt:lpstr>
      <vt:lpstr>HIRA 578</vt:lpstr>
      <vt:lpstr>HIRA 578</vt:lpstr>
      <vt:lpstr>HIRA 578</vt:lpstr>
      <vt:lpstr>HIRA 578</vt:lpstr>
      <vt:lpstr>HIRA 578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7</cp:revision>
  <dcterms:created xsi:type="dcterms:W3CDTF">2012-12-08T21:04:49Z</dcterms:created>
  <dcterms:modified xsi:type="dcterms:W3CDTF">2013-10-16T16:08:32Z</dcterms:modified>
</cp:coreProperties>
</file>