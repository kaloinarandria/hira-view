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2" r:id="rId3"/>
    <p:sldId id="265" r:id="rId4"/>
    <p:sldId id="266" r:id="rId5"/>
    <p:sldId id="267" r:id="rId6"/>
    <p:sldId id="268" r:id="rId7"/>
    <p:sldId id="269" r:id="rId8"/>
    <p:sldId id="270" r:id="rId9"/>
    <p:sldId id="263" r:id="rId10"/>
    <p:sldId id="264" r:id="rId11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254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11/11/2012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11/11/2012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11/11/2012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11/11/2012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11/11/2012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11/11/2012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11/11/2012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11/11/2012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11/11/2012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11/11/2012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11/11/2012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11/11/2012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00100" y="0"/>
            <a:ext cx="7933588" cy="1071546"/>
          </a:xfrm>
        </p:spPr>
        <p:txBody>
          <a:bodyPr/>
          <a:lstStyle/>
          <a:p>
            <a:pPr algn="ctr"/>
            <a:r>
              <a:rPr lang="fr-FR" dirty="0" smtClean="0">
                <a:latin typeface="Cambria" pitchFamily="18" charset="0"/>
              </a:rPr>
              <a:t>HIRA 268 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00100" y="1142984"/>
            <a:ext cx="8143900" cy="571501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1. </a:t>
            </a:r>
            <a:r>
              <a:rPr lang="en-US" sz="6000" dirty="0" err="1" smtClean="0">
                <a:latin typeface="Cambria" pitchFamily="18" charset="0"/>
              </a:rPr>
              <a:t>Jesosy</a:t>
            </a:r>
            <a:r>
              <a:rPr lang="en-US" sz="6000" dirty="0" smtClean="0">
                <a:latin typeface="Cambria" pitchFamily="18" charset="0"/>
              </a:rPr>
              <a:t> no </a:t>
            </a:r>
            <a:r>
              <a:rPr lang="en-US" sz="6000" dirty="0" err="1" smtClean="0">
                <a:latin typeface="Cambria" pitchFamily="18" charset="0"/>
              </a:rPr>
              <a:t>Mpiandry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Fiangonanay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feon'Izy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irery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No </a:t>
            </a:r>
            <a:r>
              <a:rPr lang="en-US" sz="6000" dirty="0" err="1" smtClean="0">
                <a:latin typeface="Cambria" pitchFamily="18" charset="0"/>
              </a:rPr>
              <a:t>feo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fantatray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endParaRPr lang="fr-FR" sz="60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00100" y="0"/>
            <a:ext cx="7933588" cy="1071546"/>
          </a:xfrm>
        </p:spPr>
        <p:txBody>
          <a:bodyPr/>
          <a:lstStyle/>
          <a:p>
            <a:pPr algn="ctr"/>
            <a:r>
              <a:rPr lang="fr-FR" dirty="0" smtClean="0">
                <a:latin typeface="Cambria" pitchFamily="18" charset="0"/>
              </a:rPr>
              <a:t>HIRA 268 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00100" y="1142984"/>
            <a:ext cx="8143900" cy="571501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Ka </a:t>
            </a:r>
            <a:r>
              <a:rPr lang="en-US" sz="6000" dirty="0" err="1" smtClean="0">
                <a:latin typeface="Cambria" pitchFamily="18" charset="0"/>
              </a:rPr>
              <a:t>tsy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mba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vala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maro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Fiangonanay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Iray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tsy</a:t>
            </a:r>
            <a:r>
              <a:rPr lang="en-US" sz="6000" dirty="0" smtClean="0">
                <a:latin typeface="Cambria" pitchFamily="18" charset="0"/>
              </a:rPr>
              <a:t> hay </a:t>
            </a:r>
            <a:r>
              <a:rPr lang="en-US" sz="6000" dirty="0" err="1" smtClean="0">
                <a:latin typeface="Cambria" pitchFamily="18" charset="0"/>
              </a:rPr>
              <a:t>zaraina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Tapahin-Tompo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iray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endParaRPr lang="fr-FR" sz="60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00100" y="0"/>
            <a:ext cx="7933588" cy="1071546"/>
          </a:xfrm>
        </p:spPr>
        <p:txBody>
          <a:bodyPr/>
          <a:lstStyle/>
          <a:p>
            <a:pPr algn="ctr"/>
            <a:r>
              <a:rPr lang="fr-FR" dirty="0" smtClean="0">
                <a:latin typeface="Cambria" pitchFamily="18" charset="0"/>
              </a:rPr>
              <a:t>HIRA 268 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00100" y="1142984"/>
            <a:ext cx="8143900" cy="571501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2. </a:t>
            </a:r>
            <a:r>
              <a:rPr lang="en-US" sz="6600" dirty="0" err="1" smtClean="0">
                <a:latin typeface="Cambria" pitchFamily="18" charset="0"/>
              </a:rPr>
              <a:t>Iray</a:t>
            </a:r>
            <a:r>
              <a:rPr lang="en-US" sz="6600" dirty="0" smtClean="0">
                <a:latin typeface="Cambria" pitchFamily="18" charset="0"/>
              </a:rPr>
              <a:t> no </a:t>
            </a:r>
            <a:r>
              <a:rPr lang="en-US" sz="6600" dirty="0" err="1" smtClean="0">
                <a:latin typeface="Cambria" pitchFamily="18" charset="0"/>
              </a:rPr>
              <a:t>Vatolampy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Izay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iorenanay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Iray</a:t>
            </a:r>
            <a:r>
              <a:rPr lang="en-US" sz="6600" dirty="0" smtClean="0">
                <a:latin typeface="Cambria" pitchFamily="18" charset="0"/>
              </a:rPr>
              <a:t> no </a:t>
            </a:r>
            <a:r>
              <a:rPr lang="en-US" sz="6600" dirty="0" err="1" smtClean="0">
                <a:latin typeface="Cambria" pitchFamily="18" charset="0"/>
              </a:rPr>
              <a:t>Fehizoro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izay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ikambananay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endParaRPr lang="fr-FR" sz="66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00100" y="0"/>
            <a:ext cx="7933588" cy="1071546"/>
          </a:xfrm>
        </p:spPr>
        <p:txBody>
          <a:bodyPr/>
          <a:lstStyle/>
          <a:p>
            <a:pPr algn="ctr"/>
            <a:r>
              <a:rPr lang="fr-FR" dirty="0" smtClean="0">
                <a:latin typeface="Cambria" pitchFamily="18" charset="0"/>
              </a:rPr>
              <a:t>HIRA 268 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00100" y="1142984"/>
            <a:ext cx="8143900" cy="571501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Iray</a:t>
            </a:r>
            <a:r>
              <a:rPr lang="en-US" sz="6600" dirty="0" smtClean="0">
                <a:latin typeface="Cambria" pitchFamily="18" charset="0"/>
              </a:rPr>
              <a:t> no </a:t>
            </a:r>
            <a:r>
              <a:rPr lang="en-US" sz="6600" dirty="0" err="1" smtClean="0">
                <a:latin typeface="Cambria" pitchFamily="18" charset="0"/>
              </a:rPr>
              <a:t>Mofon'aina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Fihinanay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ety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Iray</a:t>
            </a:r>
            <a:r>
              <a:rPr lang="en-US" sz="6600" dirty="0" smtClean="0">
                <a:latin typeface="Cambria" pitchFamily="18" charset="0"/>
              </a:rPr>
              <a:t> no </a:t>
            </a:r>
            <a:r>
              <a:rPr lang="en-US" sz="6600" dirty="0" err="1" smtClean="0">
                <a:latin typeface="Cambria" pitchFamily="18" charset="0"/>
              </a:rPr>
              <a:t>antenaina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Ho </a:t>
            </a:r>
            <a:r>
              <a:rPr lang="en-US" sz="6600" dirty="0" err="1" smtClean="0">
                <a:latin typeface="Cambria" pitchFamily="18" charset="0"/>
              </a:rPr>
              <a:t>azonay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ary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endParaRPr lang="fr-FR" sz="66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00100" y="0"/>
            <a:ext cx="7933588" cy="1071546"/>
          </a:xfrm>
        </p:spPr>
        <p:txBody>
          <a:bodyPr/>
          <a:lstStyle/>
          <a:p>
            <a:pPr algn="ctr"/>
            <a:r>
              <a:rPr lang="fr-FR" dirty="0" smtClean="0">
                <a:latin typeface="Cambria" pitchFamily="18" charset="0"/>
              </a:rPr>
              <a:t>HIRA 268 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00100" y="1142984"/>
            <a:ext cx="8143900" cy="571501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3. </a:t>
            </a:r>
            <a:r>
              <a:rPr lang="en-US" sz="6600" dirty="0" err="1" smtClean="0">
                <a:latin typeface="Cambria" pitchFamily="18" charset="0"/>
              </a:rPr>
              <a:t>Tabain'ny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hevi-diso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Kanefa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mbola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iray</a:t>
            </a:r>
            <a:r>
              <a:rPr lang="en-US" sz="6600" dirty="0" smtClean="0">
                <a:latin typeface="Cambria" pitchFamily="18" charset="0"/>
              </a:rPr>
              <a:t> 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saina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mitovy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mahazara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anay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endParaRPr lang="fr-FR" sz="66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00100" y="0"/>
            <a:ext cx="7933588" cy="1071546"/>
          </a:xfrm>
        </p:spPr>
        <p:txBody>
          <a:bodyPr/>
          <a:lstStyle/>
          <a:p>
            <a:pPr algn="ctr"/>
            <a:r>
              <a:rPr lang="fr-FR" dirty="0" smtClean="0">
                <a:latin typeface="Cambria" pitchFamily="18" charset="0"/>
              </a:rPr>
              <a:t>HIRA 268 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00100" y="1142984"/>
            <a:ext cx="8143900" cy="571501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Fisoko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maromaro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Kanefa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vala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iray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Tompo</a:t>
            </a:r>
            <a:r>
              <a:rPr lang="en-US" sz="6600" dirty="0" smtClean="0">
                <a:latin typeface="Cambria" pitchFamily="18" charset="0"/>
              </a:rPr>
              <a:t> no </a:t>
            </a:r>
            <a:r>
              <a:rPr lang="en-US" sz="6600" dirty="0" err="1" smtClean="0">
                <a:latin typeface="Cambria" pitchFamily="18" charset="0"/>
              </a:rPr>
              <a:t>mpiaro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Fiangonanay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endParaRPr lang="fr-FR" sz="66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00100" y="0"/>
            <a:ext cx="7933588" cy="1071546"/>
          </a:xfrm>
        </p:spPr>
        <p:txBody>
          <a:bodyPr/>
          <a:lstStyle/>
          <a:p>
            <a:pPr algn="ctr"/>
            <a:r>
              <a:rPr lang="fr-FR" dirty="0" smtClean="0">
                <a:latin typeface="Cambria" pitchFamily="18" charset="0"/>
              </a:rPr>
              <a:t>HIRA 268 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00100" y="1142984"/>
            <a:ext cx="8143900" cy="571501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4.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teny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samy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hafa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fomba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miray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misy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maharava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fikambananay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endParaRPr lang="fr-FR" sz="66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00100" y="0"/>
            <a:ext cx="7933588" cy="1071546"/>
          </a:xfrm>
        </p:spPr>
        <p:txBody>
          <a:bodyPr/>
          <a:lstStyle/>
          <a:p>
            <a:pPr algn="ctr"/>
            <a:r>
              <a:rPr lang="fr-FR" dirty="0" smtClean="0">
                <a:latin typeface="Cambria" pitchFamily="18" charset="0"/>
              </a:rPr>
              <a:t>HIRA 268 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00100" y="1142984"/>
            <a:ext cx="8143900" cy="571501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fanenjehana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aza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Vao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mainka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mampiray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mahatsara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laza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fiangonanay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endParaRPr lang="fr-FR" sz="66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00100" y="0"/>
            <a:ext cx="7933588" cy="1071546"/>
          </a:xfrm>
        </p:spPr>
        <p:txBody>
          <a:bodyPr/>
          <a:lstStyle/>
          <a:p>
            <a:pPr algn="ctr"/>
            <a:r>
              <a:rPr lang="fr-FR" dirty="0" smtClean="0">
                <a:latin typeface="Cambria" pitchFamily="18" charset="0"/>
              </a:rPr>
              <a:t>HIRA 268 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00100" y="1142984"/>
            <a:ext cx="8143900" cy="571501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5.Ry </a:t>
            </a:r>
            <a:r>
              <a:rPr lang="en-US" sz="6000" dirty="0" err="1" smtClean="0">
                <a:latin typeface="Cambria" pitchFamily="18" charset="0"/>
              </a:rPr>
              <a:t>Jeso</a:t>
            </a:r>
            <a:r>
              <a:rPr lang="en-US" sz="6000" dirty="0" smtClean="0">
                <a:latin typeface="Cambria" pitchFamily="18" charset="0"/>
              </a:rPr>
              <a:t>! </a:t>
            </a:r>
            <a:r>
              <a:rPr lang="en-US" sz="6000" dirty="0" err="1" smtClean="0">
                <a:latin typeface="Cambria" pitchFamily="18" charset="0"/>
              </a:rPr>
              <a:t>hatanjaho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Fiangonanao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fony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halalaho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Mba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hitoeranao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endParaRPr lang="fr-FR" sz="60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00100" y="0"/>
            <a:ext cx="7933588" cy="1071546"/>
          </a:xfrm>
        </p:spPr>
        <p:txBody>
          <a:bodyPr/>
          <a:lstStyle/>
          <a:p>
            <a:pPr algn="ctr"/>
            <a:r>
              <a:rPr lang="fr-FR" dirty="0" smtClean="0">
                <a:latin typeface="Cambria" pitchFamily="18" charset="0"/>
              </a:rPr>
              <a:t>HIRA 268 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00100" y="1142984"/>
            <a:ext cx="8143900" cy="571501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Izay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firaisan-tsaina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Miseho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hatrety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Velomy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hanan</a:t>
            </a:r>
            <a:r>
              <a:rPr lang="en-US" sz="6000" i="1" dirty="0" err="1" smtClean="0">
                <a:latin typeface="Cambria" pitchFamily="18" charset="0"/>
              </a:rPr>
              <a:t>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aina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Hitohy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hatrary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endParaRPr lang="fr-FR" sz="60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140</Words>
  <PresentationFormat>Affichage à l'écran (4:3)</PresentationFormat>
  <Paragraphs>50</Paragraphs>
  <Slides>10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1" baseType="lpstr">
      <vt:lpstr>Thème Office</vt:lpstr>
      <vt:lpstr>HIRA 268 </vt:lpstr>
      <vt:lpstr>HIRA 268 </vt:lpstr>
      <vt:lpstr>HIRA 268 </vt:lpstr>
      <vt:lpstr>HIRA 268 </vt:lpstr>
      <vt:lpstr>HIRA 268 </vt:lpstr>
      <vt:lpstr>HIRA 268 </vt:lpstr>
      <vt:lpstr>HIRA 268 </vt:lpstr>
      <vt:lpstr>HIRA 268 </vt:lpstr>
      <vt:lpstr>HIRA 268 </vt:lpstr>
      <vt:lpstr>HIRA 268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Alahady 30 Sept 2012</dc:title>
  <dc:creator>M</dc:creator>
  <cp:lastModifiedBy>M</cp:lastModifiedBy>
  <cp:revision>2</cp:revision>
  <dcterms:created xsi:type="dcterms:W3CDTF">2012-10-03T08:01:55Z</dcterms:created>
  <dcterms:modified xsi:type="dcterms:W3CDTF">2012-11-11T22:05:41Z</dcterms:modified>
</cp:coreProperties>
</file>