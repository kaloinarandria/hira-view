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9282" autoAdjust="0"/>
    <p:restoredTop sz="94660"/>
  </p:normalViewPr>
  <p:slideViewPr>
    <p:cSldViewPr>
      <p:cViewPr varScale="1">
        <p:scale>
          <a:sx n="55" d="100"/>
          <a:sy n="55" d="100"/>
        </p:scale>
        <p:origin x="-180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14/12/2014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14/12/2014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14/12/2014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14/12/2014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14/12/2014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14/12/2014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14/12/2014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14/12/2014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14/12/2014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14/12/2014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14/12/2014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14/12/2014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550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857232"/>
            <a:ext cx="8929718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ô,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tany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maina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No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itoerako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;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Midina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re,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Andon'aina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anatiko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0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550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000108"/>
            <a:ext cx="8686800" cy="5857892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aloka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malaky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lasa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No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angatahiko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hery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monina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hiasa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hanavao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550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000108"/>
            <a:ext cx="8686800" cy="5857892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ô,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tany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maina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No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itoerako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;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Midina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re,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Andon'aina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anatiko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0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550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000108"/>
            <a:ext cx="8686800" cy="5857892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aloka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malaky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lasa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No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angatahiko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hery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monina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hiasa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hanavao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550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000108"/>
            <a:ext cx="8686800" cy="5857892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afonao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ampandreseo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afon'nofoko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;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sitrakao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anie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hekeko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tena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sitrako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550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000108"/>
            <a:ext cx="8686800" cy="5857892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4. He,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tena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zavatra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ilaiko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hohavaozinao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ainao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asoloy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aiko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velon-ko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550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000108"/>
            <a:ext cx="8686800" cy="5857892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ô,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tany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maina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No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itoerako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;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Midina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re,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Andon'aina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anatiko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0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550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1214422"/>
            <a:ext cx="8858280" cy="5643578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aloka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malaky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lasa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No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angatahiko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hery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monina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hiasa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hanavao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164</Words>
  <PresentationFormat>Affichage à l'écran (4:3)</PresentationFormat>
  <Paragraphs>40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550</vt:lpstr>
      <vt:lpstr>HIRA 550</vt:lpstr>
      <vt:lpstr>HIRA 550</vt:lpstr>
      <vt:lpstr>HIRA 550</vt:lpstr>
      <vt:lpstr>HIRA 550</vt:lpstr>
      <vt:lpstr>HIRA 550</vt:lpstr>
      <vt:lpstr>HIRA 550</vt:lpstr>
      <vt:lpstr>HIRA 550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550</dc:title>
  <dc:creator>M</dc:creator>
  <cp:lastModifiedBy>M</cp:lastModifiedBy>
  <cp:revision>2</cp:revision>
  <dcterms:created xsi:type="dcterms:W3CDTF">2012-12-08T21:04:49Z</dcterms:created>
  <dcterms:modified xsi:type="dcterms:W3CDTF">2014-12-14T07:23:50Z</dcterms:modified>
</cp:coreProperties>
</file>