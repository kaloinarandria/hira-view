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74" r:id="rId10"/>
    <p:sldId id="271" r:id="rId11"/>
    <p:sldId id="270" r:id="rId12"/>
    <p:sldId id="275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7" autoAdjust="0"/>
    <p:restoredTop sz="94660"/>
  </p:normalViewPr>
  <p:slideViewPr>
    <p:cSldViewPr>
      <p:cViewPr varScale="1">
        <p:scale>
          <a:sx n="107" d="100"/>
          <a:sy n="107" d="100"/>
        </p:scale>
        <p:origin x="145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24"/>
          </a:xfrm>
        </p:spPr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42910" y="1142984"/>
            <a:ext cx="850109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>
                <a:latin typeface="Cambria" pitchFamily="18" charset="0"/>
              </a:rPr>
              <a:t>1. </a:t>
            </a:r>
            <a:r>
              <a:rPr lang="en-US" sz="6600" dirty="0" err="1">
                <a:latin typeface="Cambria" pitchFamily="18" charset="0"/>
              </a:rPr>
              <a:t>Ry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Raiko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feno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antra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Inty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zanakao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mahantra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Raha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lavitra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Aminao</a:t>
            </a:r>
            <a:r>
              <a:rPr lang="en-US" sz="6600" dirty="0">
                <a:latin typeface="Cambria" pitchFamily="18" charset="0"/>
              </a:rPr>
              <a:t>;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>
                <a:latin typeface="Cambria" pitchFamily="18" charset="0"/>
              </a:rPr>
              <a:t>  Fa tany </a:t>
            </a:r>
            <a:r>
              <a:rPr lang="en-US" sz="6600" dirty="0" err="1">
                <a:latin typeface="Cambria" pitchFamily="18" charset="0"/>
              </a:rPr>
              <a:t>karankaina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tontolo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izao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>
                <a:latin typeface="Cambria" pitchFamily="18" charset="0"/>
              </a:rPr>
              <a:t>Ka </a:t>
            </a:r>
            <a:r>
              <a:rPr lang="en-US" sz="6600" dirty="0" err="1">
                <a:latin typeface="Cambria" pitchFamily="18" charset="0"/>
              </a:rPr>
              <a:t>reraka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aina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Mihataka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Aminao</a:t>
            </a:r>
            <a:r>
              <a:rPr lang="en-US" sz="6600" dirty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endParaRPr lang="fr-FR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285860"/>
            <a:ext cx="8069584" cy="557214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Ry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Raiko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feno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antra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Inty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zanakao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mahantra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lavitra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Aminao</a:t>
            </a:r>
            <a:r>
              <a:rPr lang="fr-FR" sz="6600" dirty="0">
                <a:latin typeface="Cambria" pitchFamily="18" charset="0"/>
              </a:rPr>
              <a:t>.</a:t>
            </a: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>
                <a:latin typeface="Cambria" pitchFamily="18" charset="0"/>
              </a:rPr>
              <a:t>2. </a:t>
            </a:r>
            <a:r>
              <a:rPr lang="fr-FR" sz="6600" dirty="0" err="1">
                <a:latin typeface="Cambria" pitchFamily="18" charset="0"/>
              </a:rPr>
              <a:t>Nivezivezy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aho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>
                <a:latin typeface="Cambria" pitchFamily="18" charset="0"/>
              </a:rPr>
              <a:t>Nikaro</a:t>
            </a:r>
            <a:r>
              <a:rPr lang="fr-FR" sz="6600" dirty="0">
                <a:latin typeface="Cambria" pitchFamily="18" charset="0"/>
              </a:rPr>
              <a:t>-java-</a:t>
            </a:r>
            <a:r>
              <a:rPr lang="fr-FR" sz="6600" dirty="0" err="1">
                <a:latin typeface="Cambria" pitchFamily="18" charset="0"/>
              </a:rPr>
              <a:t>tsoa</a:t>
            </a:r>
            <a:r>
              <a:rPr lang="fr-FR" sz="6600" dirty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rehetra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hita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Nandramana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avokoa</a:t>
            </a:r>
            <a:r>
              <a:rPr lang="en-US" sz="6600" dirty="0">
                <a:latin typeface="Cambria" pitchFamily="18" charset="0"/>
              </a:rPr>
              <a:t>;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Nandany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taona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maro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Nanaran-tsitrapo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Kanefa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tsy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nahazo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mahafa-po</a:t>
            </a:r>
            <a:r>
              <a:rPr lang="en-US" sz="6600" dirty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428736"/>
            <a:ext cx="8433654" cy="439103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Ry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Raiko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feno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antra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Inty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zanakao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mahantra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lavitra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aminao</a:t>
            </a:r>
            <a:r>
              <a:rPr lang="fr-FR" sz="6600" dirty="0">
                <a:latin typeface="Cambria" pitchFamily="18" charset="0"/>
              </a:rPr>
              <a:t>.</a:t>
            </a: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428736"/>
            <a:ext cx="8505092" cy="492922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>
                <a:latin typeface="Cambria" pitchFamily="18" charset="0"/>
              </a:rPr>
              <a:t>3. </a:t>
            </a:r>
            <a:r>
              <a:rPr lang="en-US" sz="6600" dirty="0" err="1">
                <a:latin typeface="Cambria" pitchFamily="18" charset="0"/>
              </a:rPr>
              <a:t>Mamitaka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mihitsy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tontolo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izao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mamy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mangidy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tena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soa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tsy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ao</a:t>
            </a:r>
            <a:r>
              <a:rPr lang="en-US" sz="6600" dirty="0">
                <a:latin typeface="Cambria" pitchFamily="18" charset="0"/>
              </a:rPr>
              <a:t>;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647968" cy="46767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>
                <a:latin typeface="Cambria" pitchFamily="18" charset="0"/>
              </a:rPr>
              <a:t>Koa </a:t>
            </a:r>
            <a:r>
              <a:rPr lang="en-US" sz="6600" dirty="0" err="1">
                <a:latin typeface="Cambria" pitchFamily="18" charset="0"/>
              </a:rPr>
              <a:t>aza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mba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adalainy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Intsony</a:t>
            </a:r>
            <a:r>
              <a:rPr lang="en-US" sz="6600" dirty="0">
                <a:latin typeface="Cambria" pitchFamily="18" charset="0"/>
              </a:rPr>
              <a:t> re,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Andeha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mba</a:t>
            </a:r>
            <a:r>
              <a:rPr lang="en-US" sz="6600" dirty="0">
                <a:latin typeface="Cambria" pitchFamily="18" charset="0"/>
              </a:rPr>
              <a:t> ho </a:t>
            </a:r>
            <a:r>
              <a:rPr lang="en-US" sz="6600" dirty="0" err="1">
                <a:latin typeface="Cambria" pitchFamily="18" charset="0"/>
              </a:rPr>
              <a:t>hendry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Hatramin'ny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anio</a:t>
            </a:r>
            <a:r>
              <a:rPr lang="en-US" sz="6600" dirty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285860"/>
            <a:ext cx="8433654" cy="45339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Ry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Raiko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feno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antra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Inty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zanakao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mahantra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lavitra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aminao</a:t>
            </a:r>
            <a:r>
              <a:rPr lang="fr-FR" sz="6600" dirty="0">
                <a:latin typeface="Cambria" pitchFamily="18" charset="0"/>
              </a:rPr>
              <a:t>.</a:t>
            </a: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785794"/>
            <a:ext cx="8433654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>
                <a:latin typeface="Cambria" pitchFamily="18" charset="0"/>
              </a:rPr>
              <a:t>4. </a:t>
            </a:r>
            <a:r>
              <a:rPr lang="en-US" sz="6600" dirty="0" err="1">
                <a:latin typeface="Cambria" pitchFamily="18" charset="0"/>
              </a:rPr>
              <a:t>Ry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Jeso</a:t>
            </a:r>
            <a:r>
              <a:rPr lang="en-US" sz="6600" dirty="0">
                <a:latin typeface="Cambria" pitchFamily="18" charset="0"/>
              </a:rPr>
              <a:t>, </a:t>
            </a:r>
            <a:r>
              <a:rPr lang="en-US" sz="6600" dirty="0" err="1">
                <a:latin typeface="Cambria" pitchFamily="18" charset="0"/>
              </a:rPr>
              <a:t>Mofon'aina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Sy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ranon'aina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koa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Hianao</a:t>
            </a:r>
            <a:r>
              <a:rPr lang="en-US" sz="6600" dirty="0">
                <a:latin typeface="Cambria" pitchFamily="18" charset="0"/>
              </a:rPr>
              <a:t> no </a:t>
            </a:r>
            <a:r>
              <a:rPr lang="en-US" sz="6600" dirty="0" err="1">
                <a:latin typeface="Cambria" pitchFamily="18" charset="0"/>
              </a:rPr>
              <a:t>mahatony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filan'ny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</a:t>
            </a:r>
            <a:r>
              <a:rPr lang="en-US" sz="6600" dirty="0">
                <a:latin typeface="Cambria" pitchFamily="18" charset="0"/>
              </a:rPr>
              <a:t>;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142984"/>
            <a:ext cx="8505092" cy="521497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Hianao</a:t>
            </a:r>
            <a:r>
              <a:rPr lang="en-US" sz="6600" dirty="0">
                <a:latin typeface="Cambria" pitchFamily="18" charset="0"/>
              </a:rPr>
              <a:t> no </a:t>
            </a:r>
            <a:r>
              <a:rPr lang="en-US" sz="6600" dirty="0" err="1">
                <a:latin typeface="Cambria" pitchFamily="18" charset="0"/>
              </a:rPr>
              <a:t>mahavoky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Hianao</a:t>
            </a:r>
            <a:r>
              <a:rPr lang="en-US" sz="6600" dirty="0">
                <a:latin typeface="Cambria" pitchFamily="18" charset="0"/>
              </a:rPr>
              <a:t> no </a:t>
            </a:r>
            <a:r>
              <a:rPr lang="en-US" sz="6600" dirty="0" err="1">
                <a:latin typeface="Cambria" pitchFamily="18" charset="0"/>
              </a:rPr>
              <a:t>manome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Izay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irin'ny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foko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hasamabaram</a:t>
            </a:r>
            <a:r>
              <a:rPr lang="en-US" sz="6600" dirty="0">
                <a:latin typeface="Cambria" pitchFamily="18" charset="0"/>
              </a:rPr>
              <a:t>-be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dirty="0" err="1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dirty="0">
                <a:solidFill>
                  <a:srgbClr val="0070C0"/>
                </a:solidFill>
                <a:latin typeface="Cambria" pitchFamily="18" charset="0"/>
              </a:rPr>
              <a:t> 444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285860"/>
            <a:ext cx="8576530" cy="4533912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Ry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Raiko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feno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antra</a:t>
            </a:r>
            <a:r>
              <a:rPr lang="en-US" sz="6600" dirty="0">
                <a:latin typeface="Cambria" pitchFamily="18" charset="0"/>
              </a:rPr>
              <a:t>!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Inty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zanakao</a:t>
            </a:r>
            <a:r>
              <a:rPr lang="en-US" sz="6600" dirty="0">
                <a:latin typeface="Cambria" pitchFamily="18" charset="0"/>
              </a:rPr>
              <a:t>,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en-US" sz="6600" dirty="0" err="1">
                <a:latin typeface="Cambria" pitchFamily="18" charset="0"/>
              </a:rPr>
              <a:t>Ny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foko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dia</a:t>
            </a:r>
            <a:r>
              <a:rPr lang="en-US" sz="6600" dirty="0">
                <a:latin typeface="Cambria" pitchFamily="18" charset="0"/>
              </a:rPr>
              <a:t> </a:t>
            </a:r>
            <a:r>
              <a:rPr lang="en-US" sz="6600" dirty="0" err="1">
                <a:latin typeface="Cambria" pitchFamily="18" charset="0"/>
              </a:rPr>
              <a:t>mahantra</a:t>
            </a:r>
            <a:endParaRPr lang="fr-FR" sz="6600" dirty="0">
              <a:latin typeface="Cambria" pitchFamily="18" charset="0"/>
            </a:endParaRPr>
          </a:p>
          <a:p>
            <a:pPr algn="ctr">
              <a:buNone/>
            </a:pPr>
            <a:r>
              <a:rPr lang="fr-FR" sz="6600" dirty="0" err="1">
                <a:latin typeface="Cambria" pitchFamily="18" charset="0"/>
              </a:rPr>
              <a:t>Raha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lavitra</a:t>
            </a: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err="1">
                <a:latin typeface="Cambria" pitchFamily="18" charset="0"/>
              </a:rPr>
              <a:t>aminao</a:t>
            </a:r>
            <a:r>
              <a:rPr lang="fr-FR" sz="6600" dirty="0">
                <a:latin typeface="Cambria" pitchFamily="18" charset="0"/>
              </a:rPr>
              <a:t>.</a:t>
            </a:r>
          </a:p>
          <a:p>
            <a:pPr algn="ctr"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213</Words>
  <Application>Microsoft Office PowerPoint</Application>
  <PresentationFormat>Affichage à l'écran (4:3)</PresentationFormat>
  <Paragraphs>60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Thème Office</vt:lpstr>
      <vt:lpstr>Hira 444</vt:lpstr>
      <vt:lpstr>Hira 444</vt:lpstr>
      <vt:lpstr>Hira 444</vt:lpstr>
      <vt:lpstr>Hira 444</vt:lpstr>
      <vt:lpstr>Hira 444</vt:lpstr>
      <vt:lpstr>Hira 444</vt:lpstr>
      <vt:lpstr>Hira 444</vt:lpstr>
      <vt:lpstr>Hira 444</vt:lpstr>
      <vt:lpstr>Hira 444</vt:lpstr>
      <vt:lpstr>Hira 444</vt:lpstr>
      <vt:lpstr>Hira 444</vt:lpstr>
      <vt:lpstr>Hira 444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444: 1, 2</dc:title>
  <dc:creator>M</dc:creator>
  <cp:lastModifiedBy>Kaloina RANDRIA</cp:lastModifiedBy>
  <cp:revision>10</cp:revision>
  <dcterms:created xsi:type="dcterms:W3CDTF">2012-10-02T21:16:57Z</dcterms:created>
  <dcterms:modified xsi:type="dcterms:W3CDTF">2025-06-15T06:05:23Z</dcterms:modified>
</cp:coreProperties>
</file>