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112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1. Tsy ny hahazo zavatra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Ary an-danitra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 itiavako Anao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Ry Andriamanitra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112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2. Tsy noho ny atahorako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fijaliana,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noho ny fitiavanao,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 itiavako.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112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Voahombo, voalefona,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Voalatsa Hianao: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Nahinjitra ny tànanao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Tambony hazo teo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112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4.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Izaho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no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niaretanao</a:t>
            </a:r>
            <a:endParaRPr lang="fr-FR" sz="5400" dirty="0" smtClean="0">
              <a:latin typeface="Cambria" pitchFamily="18" charset="0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Ny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fijaliana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;</a:t>
            </a:r>
            <a:endParaRPr lang="fr-FR" sz="5400" dirty="0" smtClean="0">
              <a:latin typeface="Cambria" pitchFamily="18" charset="0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Ny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ranao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nanavotana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ahy</a:t>
            </a:r>
            <a:endParaRPr lang="fr-FR" sz="5400" dirty="0" smtClean="0">
              <a:latin typeface="Cambria" pitchFamily="18" charset="0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Izay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fahavalonao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.</a:t>
            </a:r>
            <a:endParaRPr lang="fr-FR" sz="5400" dirty="0">
              <a:latin typeface="Cambria" pitchFamily="18" charset="0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112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5. Ka moa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tsy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fitiavana</a:t>
            </a:r>
            <a:endParaRPr lang="fr-FR" sz="6600" dirty="0" smtClean="0">
              <a:latin typeface="Cambria" pitchFamily="18" charset="0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Havaliko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Anao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?</a:t>
            </a:r>
            <a:endParaRPr lang="fr-FR" sz="6600" dirty="0" smtClean="0">
              <a:latin typeface="Cambria" pitchFamily="18" charset="0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Ny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foko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no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atolotro</a:t>
            </a:r>
            <a:endParaRPr lang="fr-FR" sz="6600" dirty="0" smtClean="0">
              <a:latin typeface="Cambria" pitchFamily="18" charset="0"/>
              <a:ea typeface="Times New Roman"/>
            </a:endParaRPr>
          </a:p>
          <a:p>
            <a:pPr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Anao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,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ry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Tompo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ô!</a:t>
            </a:r>
            <a:endParaRPr lang="fr-FR" sz="6600" dirty="0">
              <a:latin typeface="Cambria" pitchFamily="18" charset="0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112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6.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Ry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Jeso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Kristy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masina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ô!</a:t>
            </a: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Deraiko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Hianao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,</a:t>
            </a: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Fa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Hianao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Mpanjakako</a:t>
            </a:r>
            <a:endParaRPr lang="en-US" sz="6600" kern="50" dirty="0" smtClean="0">
              <a:solidFill>
                <a:srgbClr val="1A1A1A"/>
              </a:solidFill>
              <a:latin typeface="Cambria" pitchFamily="18" charset="0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Sy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Andrimanitro</a:t>
            </a:r>
            <a:r>
              <a:rPr lang="en-US" sz="6600" kern="50" dirty="0" smtClean="0">
                <a:solidFill>
                  <a:srgbClr val="1A1A1A"/>
                </a:solidFill>
                <a:latin typeface="Cambria" pitchFamily="18" charset="0"/>
                <a:ea typeface="Times New Roman"/>
              </a:rPr>
              <a:t>!</a:t>
            </a:r>
          </a:p>
          <a:p>
            <a:pPr>
              <a:spcAft>
                <a:spcPts val="0"/>
              </a:spcAft>
              <a:buNone/>
            </a:pPr>
            <a:endParaRPr lang="en-US" sz="6600" kern="50" dirty="0" smtClean="0">
              <a:solidFill>
                <a:srgbClr val="1A1A1A"/>
              </a:solidFill>
              <a:latin typeface="Cambria" pitchFamily="18" charset="0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112</vt:lpstr>
      <vt:lpstr>Hira 112</vt:lpstr>
      <vt:lpstr>Hira 112</vt:lpstr>
      <vt:lpstr>Hira 112</vt:lpstr>
      <vt:lpstr>Hira 112</vt:lpstr>
      <vt:lpstr>Hira 112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110</dc:title>
  <dc:creator>M</dc:creator>
  <cp:lastModifiedBy>M</cp:lastModifiedBy>
  <cp:revision>4</cp:revision>
  <dcterms:created xsi:type="dcterms:W3CDTF">2012-11-04T17:22:12Z</dcterms:created>
  <dcterms:modified xsi:type="dcterms:W3CDTF">2013-07-03T05:41:10Z</dcterms:modified>
</cp:coreProperties>
</file>