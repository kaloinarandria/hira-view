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5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1. </a:t>
            </a:r>
            <a:r>
              <a:rPr lang="en-US" sz="6600" b="1" dirty="0" err="1" smtClean="0">
                <a:latin typeface="Cambria" pitchFamily="18" charset="0"/>
              </a:rPr>
              <a:t>Ny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fitiavanao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No </a:t>
            </a:r>
            <a:r>
              <a:rPr lang="en-US" sz="6600" b="1" dirty="0" err="1" smtClean="0">
                <a:latin typeface="Cambria" pitchFamily="18" charset="0"/>
              </a:rPr>
              <a:t>mahagaga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anay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Ry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Zanak</a:t>
            </a:r>
            <a:r>
              <a:rPr lang="en-US" sz="6600" b="1" dirty="0" smtClean="0">
                <a:latin typeface="Cambria" pitchFamily="18" charset="0"/>
              </a:rPr>
              <a:t>‘</a:t>
            </a: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Andriamanitra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smtClean="0">
                <a:latin typeface="Cambria" pitchFamily="18" charset="0"/>
              </a:rPr>
              <a:t>ô!</a:t>
            </a: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Ry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Jeso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Tomponay</a:t>
            </a:r>
            <a:r>
              <a:rPr lang="en-US" sz="6600" b="1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2. </a:t>
            </a:r>
            <a:r>
              <a:rPr lang="en-US" sz="6600" b="1" dirty="0" err="1" smtClean="0">
                <a:latin typeface="Cambria" pitchFamily="18" charset="0"/>
              </a:rPr>
              <a:t>Hanavotra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aina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anay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No </a:t>
            </a:r>
            <a:r>
              <a:rPr lang="en-US" sz="6600" b="1" dirty="0" err="1" smtClean="0">
                <a:latin typeface="Cambria" pitchFamily="18" charset="0"/>
              </a:rPr>
              <a:t>nijalianao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Ka </a:t>
            </a:r>
            <a:r>
              <a:rPr lang="en-US" sz="6600" b="1" dirty="0" err="1" smtClean="0">
                <a:latin typeface="Cambria" pitchFamily="18" charset="0"/>
              </a:rPr>
              <a:t>famonjena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lehibe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No </a:t>
            </a:r>
            <a:r>
              <a:rPr lang="en-US" sz="6600" b="1" dirty="0" err="1" smtClean="0">
                <a:latin typeface="Cambria" pitchFamily="18" charset="0"/>
              </a:rPr>
              <a:t>azonay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izao</a:t>
            </a:r>
            <a:endParaRPr lang="en-US" sz="66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3. </a:t>
            </a:r>
            <a:r>
              <a:rPr lang="en-US" sz="6600" b="1" dirty="0" err="1" smtClean="0">
                <a:latin typeface="Cambria" pitchFamily="18" charset="0"/>
              </a:rPr>
              <a:t>Ny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mofo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sy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divay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Izay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haninay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izao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Dia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mampiseho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aminay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Ny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fitiavanao</a:t>
            </a:r>
            <a:endParaRPr lang="en-US" sz="66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4. </a:t>
            </a:r>
            <a:r>
              <a:rPr lang="en-US" sz="6600" b="1" dirty="0" err="1" smtClean="0">
                <a:latin typeface="Cambria" pitchFamily="18" charset="0"/>
              </a:rPr>
              <a:t>Avia</a:t>
            </a:r>
            <a:r>
              <a:rPr lang="en-US" sz="6600" b="1" dirty="0" smtClean="0">
                <a:latin typeface="Cambria" pitchFamily="18" charset="0"/>
              </a:rPr>
              <a:t>, </a:t>
            </a:r>
            <a:r>
              <a:rPr lang="en-US" sz="6600" b="1" dirty="0" err="1" smtClean="0">
                <a:latin typeface="Cambria" pitchFamily="18" charset="0"/>
              </a:rPr>
              <a:t>Jeso</a:t>
            </a:r>
            <a:r>
              <a:rPr lang="en-US" sz="6600" b="1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Avia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ankehitrio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Ka </a:t>
            </a:r>
            <a:r>
              <a:rPr lang="en-US" sz="6600" b="1" dirty="0" err="1" smtClean="0">
                <a:latin typeface="Cambria" pitchFamily="18" charset="0"/>
              </a:rPr>
              <a:t>ny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fanahinay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sasao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Ho </a:t>
            </a:r>
            <a:r>
              <a:rPr lang="en-US" sz="6600" b="1" dirty="0" err="1" smtClean="0">
                <a:latin typeface="Cambria" pitchFamily="18" charset="0"/>
              </a:rPr>
              <a:t>tsara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sy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madio</a:t>
            </a:r>
            <a:endParaRPr lang="en-US" sz="66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5. </a:t>
            </a:r>
            <a:r>
              <a:rPr lang="en-US" sz="6600" b="1" dirty="0" err="1" smtClean="0">
                <a:latin typeface="Cambria" pitchFamily="18" charset="0"/>
              </a:rPr>
              <a:t>Mampaneke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anay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Hanao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ny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sitrakao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Koa </a:t>
            </a:r>
            <a:r>
              <a:rPr lang="en-US" sz="6600" b="1" dirty="0" err="1" smtClean="0">
                <a:latin typeface="Cambria" pitchFamily="18" charset="0"/>
              </a:rPr>
              <a:t>aoka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tsy</a:t>
            </a:r>
            <a:r>
              <a:rPr lang="en-US" sz="6600" b="1" dirty="0" smtClean="0">
                <a:latin typeface="Cambria" pitchFamily="18" charset="0"/>
              </a:rPr>
              <a:t> ho </a:t>
            </a:r>
            <a:r>
              <a:rPr lang="en-US" sz="6600" b="1" dirty="0" err="1" smtClean="0">
                <a:latin typeface="Cambria" pitchFamily="18" charset="0"/>
              </a:rPr>
              <a:t>tianay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Izay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tsy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tianao</a:t>
            </a:r>
            <a:endParaRPr lang="en-US" sz="66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6. </a:t>
            </a:r>
            <a:r>
              <a:rPr lang="en-US" sz="6600" b="1" dirty="0" err="1" smtClean="0">
                <a:latin typeface="Cambria" pitchFamily="18" charset="0"/>
              </a:rPr>
              <a:t>Monena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aminay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Ry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Tompo</a:t>
            </a:r>
            <a:r>
              <a:rPr lang="en-US" sz="6600" b="1" dirty="0" smtClean="0">
                <a:latin typeface="Cambria" pitchFamily="18" charset="0"/>
              </a:rPr>
              <a:t> be </a:t>
            </a:r>
            <a:r>
              <a:rPr lang="en-US" sz="6600" b="1" dirty="0" err="1" smtClean="0">
                <a:latin typeface="Cambria" pitchFamily="18" charset="0"/>
              </a:rPr>
              <a:t>fitia</a:t>
            </a:r>
            <a:r>
              <a:rPr lang="en-US" sz="6600" b="1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b="1" dirty="0" smtClean="0">
                <a:latin typeface="Cambria" pitchFamily="18" charset="0"/>
              </a:rPr>
              <a:t>Ka </a:t>
            </a:r>
            <a:r>
              <a:rPr lang="en-US" sz="6600" b="1" dirty="0" err="1" smtClean="0">
                <a:latin typeface="Cambria" pitchFamily="18" charset="0"/>
              </a:rPr>
              <a:t>aza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ilaozanao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izahay</a:t>
            </a:r>
            <a:endParaRPr lang="en-US" sz="66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latin typeface="Cambria" pitchFamily="18" charset="0"/>
              </a:rPr>
              <a:t>Mandrakizay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b="1" dirty="0" err="1" smtClean="0">
                <a:latin typeface="Cambria" pitchFamily="18" charset="0"/>
              </a:rPr>
              <a:t>doria</a:t>
            </a:r>
            <a:endParaRPr lang="en-US" sz="66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103</Words>
  <PresentationFormat>Affichage à l'écran (4:3)</PresentationFormat>
  <Paragraphs>31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265</vt:lpstr>
      <vt:lpstr>HIRA 265</vt:lpstr>
      <vt:lpstr>HIRA 265</vt:lpstr>
      <vt:lpstr>HIRA 265</vt:lpstr>
      <vt:lpstr>HIRA 265</vt:lpstr>
      <vt:lpstr>HIRA 265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262</dc:title>
  <dc:creator>M</dc:creator>
  <cp:lastModifiedBy>M</cp:lastModifiedBy>
  <cp:revision>5</cp:revision>
  <dcterms:created xsi:type="dcterms:W3CDTF">2012-12-02T00:42:34Z</dcterms:created>
  <dcterms:modified xsi:type="dcterms:W3CDTF">2014-09-14T05:07:05Z</dcterms:modified>
</cp:coreProperties>
</file>