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4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FF21E-5270-47E7-AAAB-1A431CDE3A15}" type="datetimeFigureOut">
              <a:rPr lang="fr-FR" smtClean="0"/>
              <a:pPr/>
              <a:t>28/05/2014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63CF0-5EC4-424F-97F5-179A56A6101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63CF0-5EC4-424F-97F5-179A56A61016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63CF0-5EC4-424F-97F5-179A56A61016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1214422"/>
            <a:ext cx="8715404" cy="5143536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Dera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Laza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Haja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an'Andriamanitra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Tompon'aina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Zanahary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Rain'ny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voninahitra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8</a:t>
            </a:r>
            <a:endParaRPr lang="fr-FR" sz="48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00" cy="5786454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antsika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ivelomana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Fototr'aina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foto-tsoa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ivavahana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928670"/>
            <a:ext cx="9144064" cy="557214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Hihira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isika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hoe :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Dera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an'Andriamanitra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:,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8</a:t>
            </a:r>
            <a:endParaRPr lang="fr-FR" sz="48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9072626" cy="6072206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Ray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Tsitoha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miova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Tia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mamindra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isan'andro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isaorana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46" y="928670"/>
            <a:ext cx="9144000" cy="5500702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Vatolampy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mifindra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Tokin'olombelona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Fiarova-mahavonjy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itokiana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8</a:t>
            </a:r>
            <a:endParaRPr lang="fr-FR" sz="48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786454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Hihira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isika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hoe :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Dera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an'Andriamanitra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:,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106</Words>
  <PresentationFormat>Affichage à l'écran (4:3)</PresentationFormat>
  <Paragraphs>30</Paragraphs>
  <Slides>6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8</vt:lpstr>
      <vt:lpstr>HIRA 8</vt:lpstr>
      <vt:lpstr>HIRA 8</vt:lpstr>
      <vt:lpstr>HIRA 8</vt:lpstr>
      <vt:lpstr>HIRA 8</vt:lpstr>
      <vt:lpstr>HIRA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9</dc:title>
  <dc:creator>M</dc:creator>
  <cp:lastModifiedBy>M</cp:lastModifiedBy>
  <cp:revision>6</cp:revision>
  <dcterms:created xsi:type="dcterms:W3CDTF">2012-11-26T19:06:23Z</dcterms:created>
  <dcterms:modified xsi:type="dcterms:W3CDTF">2014-05-28T09:30:59Z</dcterms:modified>
</cp:coreProperties>
</file>