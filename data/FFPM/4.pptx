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</p:sldIdLst>
  <p:sldSz cx="9144000" cy="687546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4" autoAdjust="0"/>
    <p:restoredTop sz="94660"/>
  </p:normalViewPr>
  <p:slideViewPr>
    <p:cSldViewPr snapToGrid="0">
      <p:cViewPr varScale="1">
        <p:scale>
          <a:sx n="52" d="100"/>
          <a:sy n="52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5850"/>
            <a:ext cx="7772400" cy="147376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96096"/>
            <a:ext cx="6400800" cy="17570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B7E5FD-B437-472B-B17F-BB7F10969FE7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83568-9BC6-4F4B-BC98-0BCA32F6D67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565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B7E5FD-B437-472B-B17F-BB7F10969FE7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83568-9BC6-4F4B-BC98-0BCA32F6D67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275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18122"/>
            <a:ext cx="7772400" cy="136554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14115"/>
            <a:ext cx="7772400" cy="150400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B7E5FD-B437-472B-B17F-BB7F10969FE7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83568-9BC6-4F4B-BC98-0BCA32F6D67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7628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B7E5FD-B437-472B-B17F-BB7F10969FE7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83568-9BC6-4F4B-BC98-0BCA32F6D67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174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9022"/>
            <a:ext cx="4040188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80413"/>
            <a:ext cx="4040188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9022"/>
            <a:ext cx="4041775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80413"/>
            <a:ext cx="4041775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B7E5FD-B437-472B-B17F-BB7F10969FE7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83568-9BC6-4F4B-BC98-0BCA32F6D67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350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B7E5FD-B437-472B-B17F-BB7F10969FE7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83568-9BC6-4F4B-BC98-0BCA32F6D67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818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B7E5FD-B437-472B-B17F-BB7F10969FE7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83568-9BC6-4F4B-BC98-0BCA32F6D67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70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745"/>
            <a:ext cx="3008313" cy="11650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746"/>
            <a:ext cx="5111750" cy="58680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8755"/>
            <a:ext cx="3008313" cy="47030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B7E5FD-B437-472B-B17F-BB7F10969FE7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83568-9BC6-4F4B-BC98-0BCA32F6D67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7510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12824"/>
            <a:ext cx="5486400" cy="5681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4335"/>
            <a:ext cx="5486400" cy="412527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81005"/>
            <a:ext cx="5486400" cy="8069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B7E5FD-B437-472B-B17F-BB7F10969FE7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83568-9BC6-4F4B-BC98-0BCA32F6D67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1798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B7E5FD-B437-472B-B17F-BB7F10969FE7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83568-9BC6-4F4B-BC98-0BCA32F6D67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943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5338"/>
            <a:ext cx="2057400" cy="58664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5338"/>
            <a:ext cx="6019800" cy="58664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B7E5FD-B437-472B-B17F-BB7F10969FE7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83568-9BC6-4F4B-BC98-0BCA32F6D67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8383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5337"/>
            <a:ext cx="8229600" cy="1145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4275"/>
            <a:ext cx="8229600" cy="453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B7E5FD-B437-472B-B17F-BB7F10969FE7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09/02/2024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72536"/>
            <a:ext cx="2895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83568-9BC6-4F4B-BC98-0BCA32F6D67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076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845444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1 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Mamy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ny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fitianao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Ry</a:t>
            </a:r>
            <a:r>
              <a:rPr kumimoji="0" lang="fr-FR" sz="5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Jehovah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Tomponay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Foinao</a:t>
            </a:r>
            <a:r>
              <a:rPr kumimoji="0" lang="fr-FR" sz="5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ny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Zanakao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Ho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Mpanavotra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anay</a:t>
            </a:r>
            <a:endParaRPr kumimoji="0" lang="fr-FR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Tsy</a:t>
            </a:r>
            <a:r>
              <a:rPr kumimoji="0" lang="fr-FR" sz="5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mba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misy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tokinay</a:t>
            </a:r>
            <a:endParaRPr kumimoji="0" lang="fr-FR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699792" y="-162669"/>
            <a:ext cx="31683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40036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4346" y="126425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Afa-tsy</a:t>
            </a: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ny</a:t>
            </a: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Zanakao</a:t>
            </a: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Ka </a:t>
            </a: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misaotra</a:t>
            </a: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Anao</a:t>
            </a: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 </a:t>
            </a: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izahay</a:t>
            </a:r>
            <a:endParaRPr kumimoji="0" lang="fr-FR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Noho</a:t>
            </a: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ny</a:t>
            </a: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fitianao</a:t>
            </a: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922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845444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2 Mamy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ny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fitianao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Mahafaly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fo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tokoa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Izahay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avelanao</a:t>
            </a:r>
            <a:endParaRPr kumimoji="0" lang="fr-FR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Mba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hibebaka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avokoa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Lasa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lavitra</a:t>
            </a: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izahay</a:t>
            </a:r>
            <a:r>
              <a:rPr kumimoji="0" lang="fr-FR" sz="5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,</a:t>
            </a:r>
            <a:endParaRPr kumimoji="0" lang="fr-FR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699792" y="-162669"/>
            <a:ext cx="31683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63502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4346" y="126425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Nefa</a:t>
            </a: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notadiavinao</a:t>
            </a: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Efa</a:t>
            </a: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ratsy</a:t>
            </a: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izahay</a:t>
            </a:r>
            <a:endParaRPr kumimoji="0" lang="fr-FR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Nefa</a:t>
            </a: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tsy</a:t>
            </a: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fr-F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nafoinao</a:t>
            </a:r>
            <a:r>
              <a:rPr kumimoji="0" lang="fr-F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3110874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64</Words>
  <Application>Microsoft Office PowerPoint</Application>
  <PresentationFormat>Personnalisé</PresentationFormat>
  <Paragraphs>20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Arial Black</vt:lpstr>
      <vt:lpstr>Calibri</vt:lpstr>
      <vt:lpstr>1_Thème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ME</dc:creator>
  <cp:lastModifiedBy>ME</cp:lastModifiedBy>
  <cp:revision>1</cp:revision>
  <dcterms:created xsi:type="dcterms:W3CDTF">2024-02-09T15:44:10Z</dcterms:created>
  <dcterms:modified xsi:type="dcterms:W3CDTF">2024-02-09T15:45:35Z</dcterms:modified>
</cp:coreProperties>
</file>