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286676" cy="928670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150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935837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He!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fonenanao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Andriamanitra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Ziona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tendrombohitrao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Tanàna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92948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iza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hiakatra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? 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mahitsy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madio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tanana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to.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07223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Mpanavotra</a:t>
            </a:r>
            <a:r>
              <a:rPr lang="fr-FR" sz="6600" dirty="0" smtClean="0">
                <a:latin typeface="Cambria" pitchFamily="18" charset="0"/>
              </a:rPr>
              <a:t>, (in-3)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hiakatra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21510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71480"/>
            <a:ext cx="900115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misandrata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faingana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varavarana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Hidiran'ny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Mpanjakanay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Be </a:t>
            </a:r>
            <a:r>
              <a:rPr lang="fr-FR" sz="6600" dirty="0" err="1" smtClean="0">
                <a:latin typeface="Cambria" pitchFamily="18" charset="0"/>
              </a:rPr>
              <a:t>voninahitra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357982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Moa </a:t>
            </a:r>
            <a:r>
              <a:rPr lang="fr-FR" sz="6600" dirty="0" err="1" smtClean="0">
                <a:latin typeface="Cambria" pitchFamily="18" charset="0"/>
              </a:rPr>
              <a:t>iza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Mpanjaka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?  </a:t>
            </a:r>
            <a:r>
              <a:rPr lang="fr-FR" sz="6600" dirty="0" err="1" smtClean="0">
                <a:latin typeface="Cambria" pitchFamily="18" charset="0"/>
              </a:rPr>
              <a:t>Andriamanitra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Mahery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mandresy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Mpanjaka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000924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785794"/>
            <a:ext cx="850109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'Lay </a:t>
            </a:r>
            <a:r>
              <a:rPr lang="en-US" sz="6600" dirty="0" err="1" smtClean="0">
                <a:latin typeface="Cambria" pitchFamily="18" charset="0"/>
              </a:rPr>
              <a:t>Mpanjakanay</a:t>
            </a:r>
            <a:r>
              <a:rPr lang="en-US" sz="6600" dirty="0" smtClean="0">
                <a:latin typeface="Cambria" pitchFamily="18" charset="0"/>
              </a:rPr>
              <a:t> (in-3)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Be </a:t>
            </a:r>
            <a:r>
              <a:rPr lang="en-US" sz="6600" dirty="0" err="1" smtClean="0">
                <a:latin typeface="Cambria" pitchFamily="18" charset="0"/>
              </a:rPr>
              <a:t>voninahitra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5786478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Miantranoa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hifalianay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Voavoatra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tranonao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Midira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78661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Jehovah no </a:t>
            </a:r>
            <a:r>
              <a:rPr lang="en-US" sz="6600" dirty="0" err="1" smtClean="0">
                <a:latin typeface="Cambria" pitchFamily="18" charset="0"/>
              </a:rPr>
              <a:t>Mpanjakanay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; </a:t>
            </a:r>
            <a:r>
              <a:rPr lang="en-US" sz="6600" dirty="0" err="1" smtClean="0">
                <a:latin typeface="Cambria" pitchFamily="18" charset="0"/>
              </a:rPr>
              <a:t>voninahitra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fisaorana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7072362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1F497D"/>
                </a:solidFill>
                <a:latin typeface="Cambria" pitchFamily="18" charset="0"/>
              </a:rPr>
              <a:t>150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r>
              <a:rPr lang="en-US" sz="6600" dirty="0" smtClean="0">
                <a:latin typeface="Cambria" pitchFamily="18" charset="0"/>
              </a:rPr>
              <a:t>! (in-3)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doria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150</Words>
  <PresentationFormat>Affichage à l'écran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150</vt:lpstr>
      <vt:lpstr>HIRA 150</vt:lpstr>
      <vt:lpstr>HIRA 150</vt:lpstr>
      <vt:lpstr>HIRA 150</vt:lpstr>
      <vt:lpstr>HIRA 150</vt:lpstr>
      <vt:lpstr>HIRA 150</vt:lpstr>
      <vt:lpstr>HIRA 150</vt:lpstr>
      <vt:lpstr>HIRA 150</vt:lpstr>
      <vt:lpstr>HIRA 150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8</cp:revision>
  <dcterms:created xsi:type="dcterms:W3CDTF">2012-10-03T08:15:06Z</dcterms:created>
  <dcterms:modified xsi:type="dcterms:W3CDTF">2015-01-28T17:10:27Z</dcterms:modified>
</cp:coreProperties>
</file>