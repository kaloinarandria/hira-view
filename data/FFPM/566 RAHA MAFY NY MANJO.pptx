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Raha mafy ny manjo,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be ny hovitray,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malahelo fo,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Mihainoa, Jeso ô!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Endrikay notafinao,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Nentinao ny entanay,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Nitomany Hianao,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Mihainoa, Jeso ô!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Mafy ny manjo Anao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Nefa tsy mba meloka;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Helokay no nentinao,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Mihainoa, Jeso ô!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Voahombo Hianao,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Voatsindron-defona,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Nandry tao am-pasana,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Mihainoa, Jeso ô!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5. Raha ory izahay,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ny fitarainanay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Tonga eo an-tsofinao.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Mihainoa, Jeso ô</a:t>
            </a:r>
            <a:r>
              <a:rPr lang="fi-FI" sz="6600" dirty="0" smtClean="0">
                <a:latin typeface="Cambria" pitchFamily="18" charset="0"/>
              </a:rPr>
              <a:t>!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566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smtClean="0">
                <a:latin typeface="Cambria" pitchFamily="18" charset="0"/>
              </a:rPr>
              <a:t>6</a:t>
            </a:r>
            <a:r>
              <a:rPr lang="fi-FI" sz="6600" dirty="0" smtClean="0">
                <a:latin typeface="Cambria" pitchFamily="18" charset="0"/>
              </a:rPr>
              <a:t>. Raha tapitra aminay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fe-taom-boatendrinao,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mba mandao anay,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Mihainoa, Jeso ô!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122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566</vt:lpstr>
      <vt:lpstr>HIRA 566</vt:lpstr>
      <vt:lpstr>HIRA 566</vt:lpstr>
      <vt:lpstr>HIRA 566</vt:lpstr>
      <vt:lpstr>HIRA 566</vt:lpstr>
      <vt:lpstr>HIRA 566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3</cp:revision>
  <dcterms:created xsi:type="dcterms:W3CDTF">2012-12-08T21:04:49Z</dcterms:created>
  <dcterms:modified xsi:type="dcterms:W3CDTF">2013-10-16T16:23:57Z</dcterms:modified>
</cp:coreProperties>
</file>