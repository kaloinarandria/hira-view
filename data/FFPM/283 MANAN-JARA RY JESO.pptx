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2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Manan-jara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natokanao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hitondra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Anaranao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Nofidianao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mpitory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Nitokianao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mpamory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vahoakanao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928694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zara</a:t>
            </a:r>
            <a:r>
              <a:rPr lang="en-US" sz="6600" dirty="0" smtClean="0">
                <a:latin typeface="Cambria" pitchFamily="18" charset="0"/>
              </a:rPr>
              <a:t>-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fanompoako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Voatendrinao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ahoako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Hahefako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handosi-pahoriana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mpiasanao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fijaliana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Lova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Na ho </a:t>
            </a:r>
            <a:r>
              <a:rPr lang="en-US" sz="6000" dirty="0" err="1" smtClean="0">
                <a:latin typeface="Cambria" pitchFamily="18" charset="0"/>
              </a:rPr>
              <a:t>voky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noana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mpanomponao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handao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fanompoana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Nametrahanao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fihafiana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Zakanao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tsi-fisiana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zakaiko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935837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handany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Holanina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famoizan-tsoa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hany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Ahefana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vola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holalaiko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Foiko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avokoa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mangataka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  <a:latin typeface="Cambria" pitchFamily="18" charset="0"/>
              </a:rPr>
              <a:t> 283</a:t>
            </a:r>
            <a:endParaRPr lang="fr-FR" sz="48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Aoka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feno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mpanomponao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lehilahy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					( </a:t>
            </a:r>
            <a:r>
              <a:rPr lang="en-US" sz="6000" dirty="0" err="1" smtClean="0">
                <a:latin typeface="Cambria" pitchFamily="18" charset="0"/>
              </a:rPr>
              <a:t>vehivavy</a:t>
            </a:r>
            <a:r>
              <a:rPr lang="en-US" sz="6000" dirty="0" smtClean="0">
                <a:latin typeface="Cambria" pitchFamily="18" charset="0"/>
              </a:rPr>
              <a:t>)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Voahosotrao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173</Words>
  <PresentationFormat>Affichage à l'écran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283</vt:lpstr>
      <vt:lpstr>Hira 283</vt:lpstr>
      <vt:lpstr>Hira 283</vt:lpstr>
      <vt:lpstr>Hira 283</vt:lpstr>
      <vt:lpstr>Hira 283</vt:lpstr>
      <vt:lpstr>Hira 283</vt:lpstr>
      <vt:lpstr>Hira 283</vt:lpstr>
      <vt:lpstr>Hira 283</vt:lpstr>
      <vt:lpstr>Hira 283</vt:lpstr>
      <vt:lpstr>Hira 283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283: 4</dc:title>
  <dc:creator>M</dc:creator>
  <cp:lastModifiedBy>M</cp:lastModifiedBy>
  <cp:revision>10</cp:revision>
  <dcterms:created xsi:type="dcterms:W3CDTF">2012-10-03T07:32:48Z</dcterms:created>
  <dcterms:modified xsi:type="dcterms:W3CDTF">2014-07-06T06:13:21Z</dcterms:modified>
</cp:coreProperties>
</file>