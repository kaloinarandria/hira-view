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746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Mifalia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nahazo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taom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baovao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Zanahary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mitaiza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isaory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hajao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746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Mihirà sy mihobia,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Jeso Tompo no derao,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Miravoa, mifalia,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Velona aina hianao,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746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Mifalia, ry sakaiza!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nahazo taom-baovao,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Zanahary no mitaiza,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isaory sy hajao.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746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2. Izao no andro mampifaly,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Andro lehibe anio,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Dia hira mahafaly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 hatao ankehitrio;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746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Zanahary no mitàna,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Mifalia hianao;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Tonon-kira hoe: Hosana!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 hatao aty izao.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746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Mifalia, ry sakaiza!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nahazo taom-baovao,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Zanahary no mitaiza,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isaory sy hajao.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746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He, Hosana, he! Hosana,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Ho Anao, ry Tompo ô!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Fihirana, fiderana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 asandratray izao;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746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Dera, saotra, hery, laza,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Ho Anao, Mpanjakanay,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Ho Anao anie ny haja,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Raiso ho Anao izao.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746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Mifalia, ry sakaiza!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nahazo taom-baovao,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Zanahary no mitaiza,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isaory sy hajao.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192</Words>
  <PresentationFormat>Affichage à l'écran (4:3)</PresentationFormat>
  <Paragraphs>45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746</vt:lpstr>
      <vt:lpstr>HIRA 746</vt:lpstr>
      <vt:lpstr>HIRA 746</vt:lpstr>
      <vt:lpstr>HIRA 746</vt:lpstr>
      <vt:lpstr>HIRA 746</vt:lpstr>
      <vt:lpstr>HIRA 746</vt:lpstr>
      <vt:lpstr>HIRA 746</vt:lpstr>
      <vt:lpstr>HIRA 746</vt:lpstr>
      <vt:lpstr>HIRA 746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6</cp:revision>
  <dcterms:created xsi:type="dcterms:W3CDTF">2012-12-02T01:28:21Z</dcterms:created>
  <dcterms:modified xsi:type="dcterms:W3CDTF">2012-12-25T18:23:02Z</dcterms:modified>
</cp:coreProperties>
</file>