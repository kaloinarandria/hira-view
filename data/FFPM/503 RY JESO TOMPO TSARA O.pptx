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7" d="100"/>
          <a:sy n="57" d="100"/>
        </p:scale>
        <p:origin x="-40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18/01/2015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latin typeface="Cambria" pitchFamily="18" charset="0"/>
              </a:rPr>
              <a:t>HIRA 503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rmAutofit/>
          </a:bodyPr>
          <a:lstStyle/>
          <a:p>
            <a:pPr marL="1143000" indent="-1143000">
              <a:buAutoNum type="arabicPeriod"/>
            </a:pPr>
            <a:r>
              <a:rPr lang="en-US" sz="6600" dirty="0" err="1" smtClean="0">
                <a:latin typeface="Cambria" pitchFamily="18" charset="0"/>
              </a:rPr>
              <a:t>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Jeso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 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tsara</a:t>
            </a:r>
            <a:r>
              <a:rPr lang="en-US" sz="6600" dirty="0" smtClean="0">
                <a:latin typeface="Cambria" pitchFamily="18" charset="0"/>
              </a:rPr>
              <a:t> ô!</a:t>
            </a: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azoko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valiana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Izato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fitiavanao</a:t>
            </a:r>
            <a:endParaRPr lang="en-US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Manafa-pahoriana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latin typeface="Cambria" pitchFamily="18" charset="0"/>
              </a:rPr>
              <a:t>HIRA 503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Autofit/>
          </a:bodyPr>
          <a:lstStyle/>
          <a:p>
            <a:pPr marL="1143000" indent="-1143000">
              <a:buNone/>
            </a:pPr>
            <a:r>
              <a:rPr lang="en-US" sz="6000" dirty="0" smtClean="0">
                <a:latin typeface="Cambria" pitchFamily="18" charset="0"/>
              </a:rPr>
              <a:t>He, </a:t>
            </a:r>
            <a:r>
              <a:rPr lang="en-US" sz="6000" dirty="0" err="1" smtClean="0">
                <a:latin typeface="Cambria" pitchFamily="18" charset="0"/>
              </a:rPr>
              <a:t>sambatra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aho</a:t>
            </a:r>
            <a:r>
              <a:rPr lang="en-US" sz="6000" dirty="0" smtClean="0">
                <a:latin typeface="Cambria" pitchFamily="18" charset="0"/>
              </a:rPr>
              <a:t>, </a:t>
            </a:r>
          </a:p>
          <a:p>
            <a:pPr marL="1143000" indent="-1143000">
              <a:buNone/>
            </a:pPr>
            <a:r>
              <a:rPr lang="en-US" sz="6000" dirty="0" err="1" smtClean="0">
                <a:latin typeface="Cambria" pitchFamily="18" charset="0"/>
              </a:rPr>
              <a:t>Tompo</a:t>
            </a:r>
            <a:r>
              <a:rPr lang="en-US" sz="6000" dirty="0" smtClean="0">
                <a:latin typeface="Cambria" pitchFamily="18" charset="0"/>
              </a:rPr>
              <a:t> ô!</a:t>
            </a:r>
          </a:p>
          <a:p>
            <a:pPr marL="1143000" indent="-1143000">
              <a:buNone/>
            </a:pP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manana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izao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000" dirty="0" err="1" smtClean="0">
                <a:latin typeface="Cambria" pitchFamily="18" charset="0"/>
              </a:rPr>
              <a:t>Izay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mba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mety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sosotra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000" dirty="0" smtClean="0">
                <a:latin typeface="Cambria" pitchFamily="18" charset="0"/>
              </a:rPr>
              <a:t>Na </a:t>
            </a:r>
            <a:r>
              <a:rPr lang="en-US" sz="6000" dirty="0" err="1" smtClean="0">
                <a:latin typeface="Cambria" pitchFamily="18" charset="0"/>
              </a:rPr>
              <a:t>faly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hampitahotra</a:t>
            </a:r>
            <a:r>
              <a:rPr lang="en-US" sz="6000" dirty="0" smtClean="0"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latin typeface="Cambria" pitchFamily="18" charset="0"/>
              </a:rPr>
              <a:t>HIRA 503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2143116"/>
            <a:ext cx="8929718" cy="4714884"/>
          </a:xfrm>
        </p:spPr>
        <p:txBody>
          <a:bodyPr>
            <a:normAutofit/>
          </a:bodyPr>
          <a:lstStyle/>
          <a:p>
            <a:pPr marL="1143000" indent="-1143000" algn="ctr"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Hianao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tokiko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 algn="ctr">
              <a:buNone/>
            </a:pP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foto-pifaliako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latin typeface="Cambria" pitchFamily="18" charset="0"/>
              </a:rPr>
              <a:t>HIRA 503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Autofit/>
          </a:bodyPr>
          <a:lstStyle/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2. He, </a:t>
            </a:r>
            <a:r>
              <a:rPr lang="en-US" sz="6600" dirty="0" err="1" smtClean="0">
                <a:latin typeface="Cambria" pitchFamily="18" charset="0"/>
              </a:rPr>
              <a:t>isam-pahoriana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smtClean="0">
                <a:latin typeface="Cambria" pitchFamily="18" charset="0"/>
              </a:rPr>
              <a:t>‘Zay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niantsoako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efa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novaliana</a:t>
            </a:r>
            <a:endParaRPr lang="en-US" sz="6600" dirty="0" smtClean="0">
              <a:latin typeface="Cambria" pitchFamily="18" charset="0"/>
            </a:endParaRP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hataka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natao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latin typeface="Cambria" pitchFamily="18" charset="0"/>
              </a:rPr>
              <a:t>HIRA 503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Autofit/>
          </a:bodyPr>
          <a:lstStyle/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heloko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navelanao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nohavaozinao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loza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nosakananao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ngidiny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nesorinao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latin typeface="Cambria" pitchFamily="18" charset="0"/>
              </a:rPr>
              <a:t>HIRA 503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2143116"/>
            <a:ext cx="8929718" cy="4714884"/>
          </a:xfrm>
        </p:spPr>
        <p:txBody>
          <a:bodyPr>
            <a:normAutofit/>
          </a:bodyPr>
          <a:lstStyle/>
          <a:p>
            <a:pPr marL="1143000" indent="-1143000" algn="ctr"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aim-</a:t>
            </a:r>
            <a:r>
              <a:rPr lang="en-US" sz="6600" dirty="0" err="1" smtClean="0">
                <a:latin typeface="Cambria" pitchFamily="18" charset="0"/>
              </a:rPr>
              <a:t>baovao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iainako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1143000" indent="-1143000" algn="ctr">
              <a:buNone/>
            </a:pPr>
            <a:r>
              <a:rPr lang="en-US" sz="6600" dirty="0" smtClean="0">
                <a:latin typeface="Cambria" pitchFamily="18" charset="0"/>
              </a:rPr>
              <a:t>Ka </a:t>
            </a:r>
            <a:r>
              <a:rPr lang="en-US" sz="6600" dirty="0" err="1" smtClean="0">
                <a:latin typeface="Cambria" pitchFamily="18" charset="0"/>
              </a:rPr>
              <a:t>velona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heriko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latin typeface="Cambria" pitchFamily="18" charset="0"/>
              </a:rPr>
              <a:t>HIRA 503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346" y="785794"/>
            <a:ext cx="9144000" cy="6072206"/>
          </a:xfrm>
        </p:spPr>
        <p:txBody>
          <a:bodyPr>
            <a:noAutofit/>
          </a:bodyPr>
          <a:lstStyle/>
          <a:p>
            <a:pPr marL="1143000" indent="-1143000">
              <a:buNone/>
            </a:pPr>
            <a:r>
              <a:rPr lang="en-US" sz="6600" dirty="0" smtClean="0">
                <a:latin typeface="Cambria" pitchFamily="18" charset="0"/>
              </a:rPr>
              <a:t>3. Ka </a:t>
            </a:r>
            <a:r>
              <a:rPr lang="en-US" sz="6600" dirty="0" err="1" smtClean="0">
                <a:latin typeface="Cambria" pitchFamily="18" charset="0"/>
              </a:rPr>
              <a:t>amin'izao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sisa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Mikasa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</a:t>
            </a:r>
            <a:r>
              <a:rPr lang="en-US" sz="6600" dirty="0" smtClean="0">
                <a:latin typeface="Cambria" pitchFamily="18" charset="0"/>
              </a:rPr>
              <a:t> ô!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Hanao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nohafaranao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Hanaraka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Anao</a:t>
            </a:r>
            <a:r>
              <a:rPr lang="en-US" sz="6600" dirty="0" smtClean="0">
                <a:latin typeface="Cambria" pitchFamily="18" charset="0"/>
              </a:rPr>
              <a:t> am-</a:t>
            </a:r>
            <a:r>
              <a:rPr lang="en-US" sz="6600" dirty="0" err="1" smtClean="0">
                <a:latin typeface="Cambria" pitchFamily="18" charset="0"/>
              </a:rPr>
              <a:t>po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latin typeface="Cambria" pitchFamily="18" charset="0"/>
              </a:rPr>
              <a:t>HIRA 503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Autofit/>
          </a:bodyPr>
          <a:lstStyle/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Satana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holaviko</a:t>
            </a:r>
            <a:r>
              <a:rPr lang="en-US" sz="6600" dirty="0" smtClean="0">
                <a:latin typeface="Cambria" pitchFamily="18" charset="0"/>
              </a:rPr>
              <a:t>;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Hafoiko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tontolo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izao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Rafesiko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nofoko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1143000" indent="-1143000"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Hianao</a:t>
            </a:r>
            <a:r>
              <a:rPr lang="en-US" sz="6600" dirty="0" smtClean="0">
                <a:latin typeface="Cambria" pitchFamily="18" charset="0"/>
              </a:rPr>
              <a:t>, </a:t>
            </a:r>
            <a:r>
              <a:rPr lang="en-US" sz="6600" dirty="0" err="1" smtClean="0">
                <a:latin typeface="Cambria" pitchFamily="18" charset="0"/>
              </a:rPr>
              <a:t>Mpamonjy</a:t>
            </a:r>
            <a:r>
              <a:rPr lang="en-US" sz="6600" dirty="0" smtClean="0">
                <a:latin typeface="Cambria" pitchFamily="18" charset="0"/>
              </a:rPr>
              <a:t> ô!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57232"/>
          </a:xfrm>
        </p:spPr>
        <p:txBody>
          <a:bodyPr/>
          <a:lstStyle/>
          <a:p>
            <a:r>
              <a:rPr lang="fr-FR" b="1" dirty="0" smtClean="0">
                <a:latin typeface="Cambria" pitchFamily="18" charset="0"/>
              </a:rPr>
              <a:t>HIRA 503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2143116"/>
            <a:ext cx="8929718" cy="4714884"/>
          </a:xfrm>
        </p:spPr>
        <p:txBody>
          <a:bodyPr>
            <a:normAutofit/>
          </a:bodyPr>
          <a:lstStyle/>
          <a:p>
            <a:pPr marL="1143000" indent="-1143000" algn="ctr">
              <a:buNone/>
            </a:pPr>
            <a:r>
              <a:rPr lang="en-US" sz="6600" dirty="0" err="1" smtClean="0">
                <a:latin typeface="Cambria" pitchFamily="18" charset="0"/>
              </a:rPr>
              <a:t>Mpanavotra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foiko</a:t>
            </a:r>
            <a:r>
              <a:rPr lang="en-US" sz="6600" dirty="0" smtClean="0">
                <a:latin typeface="Cambria" pitchFamily="18" charset="0"/>
              </a:rPr>
              <a:t>,</a:t>
            </a:r>
          </a:p>
          <a:p>
            <a:pPr marL="1143000" indent="-1143000" algn="ctr">
              <a:buNone/>
            </a:pPr>
            <a:r>
              <a:rPr lang="en-US" sz="6600" dirty="0" smtClean="0">
                <a:latin typeface="Cambria" pitchFamily="18" charset="0"/>
              </a:rPr>
              <a:t>No </a:t>
            </a:r>
            <a:r>
              <a:rPr lang="en-US" sz="6600" dirty="0" err="1" smtClean="0">
                <a:latin typeface="Cambria" pitchFamily="18" charset="0"/>
              </a:rPr>
              <a:t>sisa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hotompoiko</a:t>
            </a:r>
            <a:r>
              <a:rPr lang="en-US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151</Words>
  <PresentationFormat>Affichage à l'écran (4:3)</PresentationFormat>
  <Paragraphs>41</Paragraphs>
  <Slides>9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0" baseType="lpstr">
      <vt:lpstr>Thème Office</vt:lpstr>
      <vt:lpstr>HIRA 503</vt:lpstr>
      <vt:lpstr>HIRA 503</vt:lpstr>
      <vt:lpstr>HIRA 503</vt:lpstr>
      <vt:lpstr>HIRA 503</vt:lpstr>
      <vt:lpstr>HIRA 503</vt:lpstr>
      <vt:lpstr>HIRA 503</vt:lpstr>
      <vt:lpstr>HIRA 503</vt:lpstr>
      <vt:lpstr>HIRA 503</vt:lpstr>
      <vt:lpstr>HIRA 503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515</dc:title>
  <dc:creator>M</dc:creator>
  <cp:lastModifiedBy>M</cp:lastModifiedBy>
  <cp:revision>6</cp:revision>
  <dcterms:created xsi:type="dcterms:W3CDTF">2012-12-02T11:05:16Z</dcterms:created>
  <dcterms:modified xsi:type="dcterms:W3CDTF">2015-01-18T05:46:04Z</dcterms:modified>
</cp:coreProperties>
</file>