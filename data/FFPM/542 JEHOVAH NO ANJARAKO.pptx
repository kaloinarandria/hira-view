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56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973" autoAdjust="0"/>
    <p:restoredTop sz="94660"/>
  </p:normalViewPr>
  <p:slideViewPr>
    <p:cSldViewPr>
      <p:cViewPr varScale="1">
        <p:scale>
          <a:sx n="45" d="100"/>
          <a:sy n="45" d="100"/>
        </p:scale>
        <p:origin x="-10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Jehovah no </a:t>
            </a:r>
            <a:r>
              <a:rPr lang="en-US" sz="6000" dirty="0" err="1" smtClean="0">
                <a:latin typeface="Cambria" pitchFamily="18" charset="0"/>
              </a:rPr>
              <a:t>anjarako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lzaho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halahelo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Mpanavotro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lzaho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ravoravo</a:t>
            </a:r>
            <a:r>
              <a:rPr lang="en-US" sz="6000" dirty="0" smtClean="0">
                <a:latin typeface="Cambria" pitchFamily="18" charset="0"/>
              </a:rPr>
              <a:t>.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Maro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tia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harena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Betsaka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mila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vola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F'izaho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Jehovah no </a:t>
            </a:r>
            <a:r>
              <a:rPr lang="en-US" sz="6000" dirty="0" err="1" smtClean="0">
                <a:latin typeface="Cambria" pitchFamily="18" charset="0"/>
              </a:rPr>
              <a:t>anjarako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didiny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mamiko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asany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tiako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teniny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mahahendry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Zanany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mahadio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mamiko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sitrako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filàny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Omeko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veloma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izany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Jehovah no </a:t>
            </a:r>
            <a:r>
              <a:rPr lang="en-US" sz="6000" dirty="0" err="1" smtClean="0">
                <a:latin typeface="Cambria" pitchFamily="18" charset="0"/>
              </a:rPr>
              <a:t>anjarako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285860"/>
            <a:ext cx="8643966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fanahiko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rehetra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Ataovy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anjarako</a:t>
            </a:r>
            <a:r>
              <a:rPr lang="en-US" sz="6000" dirty="0" smtClean="0">
                <a:latin typeface="Cambria" pitchFamily="18" charset="0"/>
              </a:rPr>
              <a:t>.:,: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105</Words>
  <PresentationFormat>Affichage à l'écran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542</vt:lpstr>
      <vt:lpstr>Hira 542</vt:lpstr>
      <vt:lpstr>Hira 542</vt:lpstr>
      <vt:lpstr>Hira 542</vt:lpstr>
      <vt:lpstr>Hira 542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543</dc:title>
  <dc:creator>M</dc:creator>
  <cp:lastModifiedBy>M</cp:lastModifiedBy>
  <cp:revision>5</cp:revision>
  <dcterms:created xsi:type="dcterms:W3CDTF">2012-10-02T22:03:12Z</dcterms:created>
  <dcterms:modified xsi:type="dcterms:W3CDTF">2013-10-16T16:50:42Z</dcterms:modified>
</cp:coreProperties>
</file>