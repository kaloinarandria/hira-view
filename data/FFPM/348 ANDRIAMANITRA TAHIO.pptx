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135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08/12/2013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Hira</a:t>
            </a:r>
            <a:r>
              <a:rPr lang="fr-FR" b="1" dirty="0" smtClean="0">
                <a:solidFill>
                  <a:srgbClr val="002060"/>
                </a:solidFill>
              </a:rPr>
              <a:t> </a:t>
            </a:r>
            <a:r>
              <a:rPr lang="fr-FR" b="1" dirty="0" smtClean="0">
                <a:solidFill>
                  <a:srgbClr val="002060"/>
                </a:solidFill>
              </a:rPr>
              <a:t>348 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Andriamanitra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Tahio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mihaino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vava-poana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Hahazo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iriny</a:t>
            </a:r>
            <a:r>
              <a:rPr lang="en-US" sz="60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Hira</a:t>
            </a:r>
            <a:r>
              <a:rPr lang="fr-FR" b="1" dirty="0" smtClean="0">
                <a:solidFill>
                  <a:srgbClr val="002060"/>
                </a:solidFill>
              </a:rPr>
              <a:t> </a:t>
            </a:r>
            <a:r>
              <a:rPr lang="fr-FR" b="1" dirty="0" smtClean="0">
                <a:solidFill>
                  <a:srgbClr val="002060"/>
                </a:solidFill>
              </a:rPr>
              <a:t>348 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Andriamanitra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masoandrony</a:t>
            </a:r>
            <a:r>
              <a:rPr lang="en-US" sz="60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Fanahy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Masina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Mpitari-dalana</a:t>
            </a:r>
            <a:r>
              <a:rPr lang="en-US" sz="6000" dirty="0" smtClean="0">
                <a:latin typeface="Cambria" pitchFamily="18" charset="0"/>
              </a:rPr>
              <a:t>. 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Hira</a:t>
            </a:r>
            <a:r>
              <a:rPr lang="fr-FR" b="1" dirty="0" smtClean="0">
                <a:solidFill>
                  <a:srgbClr val="002060"/>
                </a:solidFill>
              </a:rPr>
              <a:t> </a:t>
            </a:r>
            <a:r>
              <a:rPr lang="fr-FR" b="1" dirty="0" smtClean="0">
                <a:solidFill>
                  <a:srgbClr val="002060"/>
                </a:solidFill>
              </a:rPr>
              <a:t>348 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Anaran'i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No </a:t>
            </a:r>
            <a:r>
              <a:rPr lang="en-US" sz="6000" dirty="0" err="1" smtClean="0">
                <a:latin typeface="Cambria" pitchFamily="18" charset="0"/>
              </a:rPr>
              <a:t>voninahiny</a:t>
            </a:r>
            <a:r>
              <a:rPr lang="en-US" sz="60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hamarinan'i</a:t>
            </a:r>
            <a:r>
              <a:rPr lang="en-US" sz="6000" dirty="0" smtClean="0">
                <a:latin typeface="Cambria" pitchFamily="18" charset="0"/>
              </a:rPr>
              <a:t> Kristy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No </a:t>
            </a:r>
            <a:r>
              <a:rPr lang="en-US" sz="6000" dirty="0" err="1" smtClean="0">
                <a:latin typeface="Cambria" pitchFamily="18" charset="0"/>
              </a:rPr>
              <a:t>fihaingoany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Hira</a:t>
            </a:r>
            <a:r>
              <a:rPr lang="fr-FR" b="1" dirty="0" smtClean="0">
                <a:solidFill>
                  <a:srgbClr val="002060"/>
                </a:solidFill>
              </a:rPr>
              <a:t> </a:t>
            </a:r>
            <a:r>
              <a:rPr lang="fr-FR" b="1" dirty="0" smtClean="0">
                <a:solidFill>
                  <a:srgbClr val="002060"/>
                </a:solidFill>
              </a:rPr>
              <a:t>348 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Tiavo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Jesosy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teny</a:t>
            </a:r>
            <a:r>
              <a:rPr lang="en-US" sz="60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Katsaho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fihavanana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rehetra</a:t>
            </a:r>
            <a:r>
              <a:rPr lang="en-US" sz="6000" dirty="0" smtClean="0">
                <a:latin typeface="Cambria" pitchFamily="18" charset="0"/>
              </a:rPr>
              <a:t>!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62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348 </vt:lpstr>
      <vt:lpstr>Hira 348 </vt:lpstr>
      <vt:lpstr>Hira 348 </vt:lpstr>
      <vt:lpstr>Hira 348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334: </dc:title>
  <dc:creator>M</dc:creator>
  <cp:lastModifiedBy>M</cp:lastModifiedBy>
  <cp:revision>4</cp:revision>
  <dcterms:created xsi:type="dcterms:W3CDTF">2012-11-04T17:09:04Z</dcterms:created>
  <dcterms:modified xsi:type="dcterms:W3CDTF">2013-12-08T05:28:27Z</dcterms:modified>
</cp:coreProperties>
</file>