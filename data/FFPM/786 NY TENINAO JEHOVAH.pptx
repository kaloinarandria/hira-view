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18" autoAdjust="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Jehovah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ianaranay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miova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ifalianay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He! Tena </a:t>
            </a:r>
            <a:r>
              <a:rPr lang="fr-FR" sz="6600" dirty="0" err="1" smtClean="0">
                <a:latin typeface="Cambria" pitchFamily="18" charset="0"/>
              </a:rPr>
              <a:t>mananjara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ankehitrio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lova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azo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amin'io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aloha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nahita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hampifoha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Natory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foana</a:t>
            </a:r>
            <a:r>
              <a:rPr lang="fr-FR" sz="6600" dirty="0" smtClean="0">
                <a:latin typeface="Cambria" pitchFamily="18" charset="0"/>
              </a:rPr>
              <a:t> tao;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Nahantra sady ory,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Niferina aina koa,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Tsy fantany akory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Izay tena foto-tsoa.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3. Mamiratra indrindra.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Ny masoandronay,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Milanto sy mirindra</a:t>
            </a:r>
          </a:p>
          <a:p>
            <a:pPr>
              <a:buNone/>
            </a:pPr>
            <a:r>
              <a:rPr lang="pl-PL" sz="6600" dirty="0" smtClean="0">
                <a:latin typeface="Cambria" pitchFamily="18" charset="0"/>
              </a:rPr>
              <a:t>Ny antom-piainanay;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teninao ihany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No mahatonga izao,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He! Sambatra ny tany,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Fa mahalala 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4. lrinay mba hihombo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Izay ianaranay,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Ampio koa mba hitombo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saina anananay;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786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Ho avy zato heny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voan'ny teninao,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Hiely eran-tany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voninahitrao!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144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786</vt:lpstr>
      <vt:lpstr>HIRA 786</vt:lpstr>
      <vt:lpstr>HIRA 786</vt:lpstr>
      <vt:lpstr>HIRA 786</vt:lpstr>
      <vt:lpstr>HIRA 786</vt:lpstr>
      <vt:lpstr>HIRA 786</vt:lpstr>
      <vt:lpstr>HIRA 786</vt:lpstr>
      <vt:lpstr>HIRA 786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16</cp:revision>
  <dcterms:created xsi:type="dcterms:W3CDTF">2012-12-02T01:28:21Z</dcterms:created>
  <dcterms:modified xsi:type="dcterms:W3CDTF">2012-12-28T19:37:51Z</dcterms:modified>
</cp:coreProperties>
</file>