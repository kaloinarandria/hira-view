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862" autoAdjust="0"/>
    <p:restoredTop sz="94660"/>
  </p:normalViewPr>
  <p:slideViewPr>
    <p:cSldViewPr>
      <p:cViewPr varScale="1">
        <p:scale>
          <a:sx n="59" d="100"/>
          <a:sy n="59" d="100"/>
        </p:scale>
        <p:origin x="-1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04/10/2014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Havaozy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endriky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voninahitrao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hatao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Fahazavany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aizim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pito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Levoninao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Esory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avokoa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Havaozy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endriky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Reseo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rafinao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Ravao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fanjakany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Ampanjakao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rehetra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Hanao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sitrakao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Havaozy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endriky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averenonao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hatsarany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Fanahy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Mpanavao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famelomanao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Tadiavinao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Vitao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asanao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Havaozy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endriky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maniry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Indrindra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izany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Henoy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sentonay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Miakatra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hafainganonao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:,: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fanavaozanao</a:t>
            </a:r>
            <a:r>
              <a:rPr lang="fr-FR" sz="6600" dirty="0" smtClean="0">
                <a:latin typeface="Cambria" pitchFamily="18" charset="0"/>
              </a:rPr>
              <a:t>.:,: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141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734</vt:lpstr>
      <vt:lpstr>HIRA 734</vt:lpstr>
      <vt:lpstr>HIRA 734</vt:lpstr>
      <vt:lpstr>HIRA 734</vt:lpstr>
      <vt:lpstr>HIRA 734</vt:lpstr>
      <vt:lpstr>HIRA 734</vt:lpstr>
      <vt:lpstr>HIRA 734</vt:lpstr>
      <vt:lpstr>HIRA 734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17</cp:revision>
  <dcterms:created xsi:type="dcterms:W3CDTF">2012-12-02T01:28:21Z</dcterms:created>
  <dcterms:modified xsi:type="dcterms:W3CDTF">2014-10-04T19:16:08Z</dcterms:modified>
</cp:coreProperties>
</file>