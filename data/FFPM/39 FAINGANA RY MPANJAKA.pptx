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793" autoAdjust="0"/>
    <p:restoredTop sz="94660"/>
  </p:normalViewPr>
  <p:slideViewPr>
    <p:cSldViewPr>
      <p:cViewPr varScale="1">
        <p:scale>
          <a:sx n="57" d="100"/>
          <a:sy n="57" d="100"/>
        </p:scale>
        <p:origin x="-90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396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lovanao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haka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7150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hampifaly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malahelo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Afaho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mijaly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azon'ny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manjo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6436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misento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fanjakana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ento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59293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hitomany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anatrehanao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Hiadana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alehanao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tendrombohitra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lohasaha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ravoravo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tretrika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7150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kery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kely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afa-po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very,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hanjo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Mpiaro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firenena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maro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Hitoky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0715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71504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lalandava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Hitondra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harem-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bevava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tongotrao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8229600" cy="9286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tra-bonjy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hoe 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38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7150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fiderana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laza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fanjakana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arahaba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e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175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39</vt:lpstr>
      <vt:lpstr>HIRA 39</vt:lpstr>
      <vt:lpstr>HIRA 39</vt:lpstr>
      <vt:lpstr>HIRA 39</vt:lpstr>
      <vt:lpstr>HIRA 39</vt:lpstr>
      <vt:lpstr>HIRA 39</vt:lpstr>
      <vt:lpstr>HIRA 39</vt:lpstr>
      <vt:lpstr>HIRA 39</vt:lpstr>
      <vt:lpstr>HIRA 39</vt:lpstr>
      <vt:lpstr>HIRA 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28: 1, 3</dc:title>
  <dc:creator>M</dc:creator>
  <cp:lastModifiedBy>M</cp:lastModifiedBy>
  <cp:revision>8</cp:revision>
  <dcterms:created xsi:type="dcterms:W3CDTF">2012-10-03T07:22:00Z</dcterms:created>
  <dcterms:modified xsi:type="dcterms:W3CDTF">2014-08-04T13:34:26Z</dcterms:modified>
</cp:coreProperties>
</file>