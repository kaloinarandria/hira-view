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73" r:id="rId10"/>
    <p:sldId id="263" r:id="rId11"/>
    <p:sldId id="264" r:id="rId12"/>
    <p:sldId id="272" r:id="rId13"/>
    <p:sldId id="265" r:id="rId14"/>
    <p:sldId id="266" r:id="rId15"/>
    <p:sldId id="271" r:id="rId16"/>
    <p:sldId id="267" r:id="rId17"/>
    <p:sldId id="268" r:id="rId18"/>
    <p:sldId id="270" r:id="rId1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408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lapan'Andriamanitra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ivorian'ny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olona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Amena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omby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alinalina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madio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64399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 algn="ctr"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Mitoetra eo Aminao Mandrakizay :,:</a:t>
            </a:r>
          </a:p>
          <a:p>
            <a:pPr algn="ctr"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57256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firenen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drehetra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samy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hankao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642942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fomban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‘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Andriamanitra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Hizaha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tavan'olona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571480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643998" cy="5715016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 algn="ctr"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Mitoetra eo Aminao Mandrakizay :,:</a:t>
            </a:r>
          </a:p>
          <a:p>
            <a:pPr algn="ctr"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Ireny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naharitra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fijaliana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henatra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tsinontsinona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06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Mitoetra eo Aminao Mandrakizay :,:</a:t>
            </a: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357166"/>
            <a:ext cx="8229600" cy="428628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Endrey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hafaliany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tarehiny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14314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Fafàn'Andriamanitra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ranomaso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latsaka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Mitoetra</a:t>
            </a: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 eo Aminao Mandrakizay :,:</a:t>
            </a: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143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5.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Ataony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 "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Voavono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571504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Zanak'ondrinay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nanavotanao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."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Mitoetra eo Aminao Mandrakizay :,:</a:t>
            </a: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6.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Izaho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dia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milatsaka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Manaraka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dianao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Amena,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Haleloia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691</a:t>
            </a:r>
            <a:endParaRPr lang="fr-FR" sz="40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1142984"/>
            <a:ext cx="8929718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:,:Finaritra  ny olona</a:t>
            </a:r>
          </a:p>
          <a:p>
            <a:pPr>
              <a:buNone/>
            </a:pPr>
            <a:r>
              <a:rPr lang="it-IT" sz="7200" b="1" dirty="0" smtClean="0">
                <a:solidFill>
                  <a:srgbClr val="002060"/>
                </a:solidFill>
                <a:latin typeface="Cambria" pitchFamily="18" charset="0"/>
              </a:rPr>
              <a:t>Mitoetra eo Aminao Mandrakizay :,:</a:t>
            </a:r>
          </a:p>
          <a:p>
            <a:pPr>
              <a:buNone/>
            </a:pP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232</Words>
  <PresentationFormat>Affichage à l'écran (4:3)</PresentationFormat>
  <Paragraphs>67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Thème Office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  <vt:lpstr>HIRA 691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6</cp:revision>
  <dcterms:created xsi:type="dcterms:W3CDTF">2012-12-02T01:28:21Z</dcterms:created>
  <dcterms:modified xsi:type="dcterms:W3CDTF">2014-05-26T18:47:49Z</dcterms:modified>
</cp:coreProperties>
</file>