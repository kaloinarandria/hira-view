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7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1. '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Njay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reko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Njay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feonao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hankany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e;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tao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Malemy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mitaraina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aiko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e;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tao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fiadanam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-po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Mandresy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manjo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Esorinao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tahotro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ô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e;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tao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mandà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mamelà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fahotako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lfonako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e;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tao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madio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diovinao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Maloto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voadio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e;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tao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6.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diovinao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fahotako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Levony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449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e;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tao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229</Words>
  <PresentationFormat>Affichage à l'écran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449 </vt:lpstr>
      <vt:lpstr>Hira 449 </vt:lpstr>
      <vt:lpstr>Hira 449 </vt:lpstr>
      <vt:lpstr>Hira 449 </vt:lpstr>
      <vt:lpstr>Hira 449 </vt:lpstr>
      <vt:lpstr>Hira 449 </vt:lpstr>
      <vt:lpstr>Hira 449 </vt:lpstr>
      <vt:lpstr>Hira 449 </vt:lpstr>
      <vt:lpstr>Hira 449 </vt:lpstr>
      <vt:lpstr>Hira 449 </vt:lpstr>
      <vt:lpstr>Hira 449 </vt:lpstr>
      <vt:lpstr>Hira 449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449 </dc:title>
  <dc:creator>M</dc:creator>
  <cp:lastModifiedBy>M</cp:lastModifiedBy>
  <cp:revision>5</cp:revision>
  <dcterms:created xsi:type="dcterms:W3CDTF">2012-11-26T19:32:36Z</dcterms:created>
  <dcterms:modified xsi:type="dcterms:W3CDTF">2013-07-06T19:36:25Z</dcterms:modified>
</cp:coreProperties>
</file>