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72" r:id="rId7"/>
    <p:sldId id="263" r:id="rId8"/>
    <p:sldId id="264" r:id="rId9"/>
    <p:sldId id="273" r:id="rId10"/>
    <p:sldId id="266" r:id="rId11"/>
    <p:sldId id="267" r:id="rId12"/>
    <p:sldId id="274" r:id="rId13"/>
    <p:sldId id="269" r:id="rId14"/>
    <p:sldId id="270" r:id="rId15"/>
    <p:sldId id="275" r:id="rId16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21575" autoAdjust="0"/>
    <p:restoredTop sz="94660"/>
  </p:normalViewPr>
  <p:slideViewPr>
    <p:cSldViewPr>
      <p:cViewPr varScale="1">
        <p:scale>
          <a:sx n="59" d="100"/>
          <a:sy n="59" d="100"/>
        </p:scale>
        <p:origin x="-330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03/05/2014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071546"/>
          </a:xfrm>
        </p:spPr>
        <p:txBody>
          <a:bodyPr>
            <a:normAutofit/>
          </a:bodyPr>
          <a:lstStyle/>
          <a:p>
            <a:r>
              <a:rPr lang="fr-FR" sz="4800" dirty="0" err="1" smtClean="0">
                <a:solidFill>
                  <a:schemeClr val="accent1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chemeClr val="accent1"/>
                </a:solidFill>
                <a:latin typeface="Cambria" pitchFamily="18" charset="0"/>
              </a:rPr>
              <a:t> 549</a:t>
            </a:r>
            <a:endParaRPr lang="fr-FR" sz="4800" dirty="0">
              <a:solidFill>
                <a:schemeClr val="accent1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158" y="1000108"/>
            <a:ext cx="8786842" cy="5857892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1. </a:t>
            </a:r>
            <a:r>
              <a:rPr lang="en-US" sz="6600" dirty="0" err="1" smtClean="0">
                <a:latin typeface="Cambria" pitchFamily="18" charset="0"/>
              </a:rPr>
              <a:t>Jesosy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asandratro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Izy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Mpanavotro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nanafaka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tao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davaka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>
            <a:normAutofit/>
          </a:bodyPr>
          <a:lstStyle/>
          <a:p>
            <a:r>
              <a:rPr lang="fr-FR" sz="4800" dirty="0" err="1" smtClean="0">
                <a:solidFill>
                  <a:schemeClr val="accent1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chemeClr val="accent1"/>
                </a:solidFill>
                <a:latin typeface="Cambria" pitchFamily="18" charset="0"/>
              </a:rPr>
              <a:t> 549</a:t>
            </a:r>
            <a:endParaRPr lang="fr-FR" sz="48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500174"/>
            <a:ext cx="8929718" cy="535782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rafiko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ketraka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Izaho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afa-kenatra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manana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Tompoko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Izay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mandako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aroko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Ankalazao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Mpamonjinao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14422"/>
            <a:ext cx="8858280" cy="542928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2.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tsiron'ny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fiainana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Andramako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sahady</a:t>
            </a:r>
            <a:r>
              <a:rPr lang="en-US" sz="6600" dirty="0" smtClean="0">
                <a:latin typeface="Cambria" pitchFamily="18" charset="0"/>
              </a:rPr>
              <a:t> re,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efa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mby</a:t>
            </a:r>
            <a:r>
              <a:rPr lang="en-US" sz="6600" dirty="0" smtClean="0">
                <a:latin typeface="Cambria" pitchFamily="18" charset="0"/>
              </a:rPr>
              <a:t> an-</a:t>
            </a:r>
            <a:r>
              <a:rPr lang="en-US" sz="6600" dirty="0" err="1" smtClean="0">
                <a:latin typeface="Cambria" pitchFamily="18" charset="0"/>
              </a:rPr>
              <a:t>tànana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famonjena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lehibe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939784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142984"/>
            <a:ext cx="8858280" cy="571501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ranon'aina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azoko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mofon'aina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haniko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Sakafo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mahatanjaka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Mamelona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reraka</a:t>
            </a:r>
            <a:r>
              <a:rPr lang="en-US" sz="6600" dirty="0" smtClean="0">
                <a:latin typeface="Cambria" pitchFamily="18" charset="0"/>
              </a:rPr>
              <a:t>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Ankalazao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Mpamonjinao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071546"/>
            <a:ext cx="8858280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3.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rany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anjarako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ainy</a:t>
            </a:r>
            <a:r>
              <a:rPr lang="en-US" sz="6600" dirty="0" smtClean="0">
                <a:latin typeface="Cambria" pitchFamily="18" charset="0"/>
              </a:rPr>
              <a:t> no </a:t>
            </a:r>
            <a:r>
              <a:rPr lang="en-US" sz="6600" dirty="0" err="1" smtClean="0">
                <a:latin typeface="Cambria" pitchFamily="18" charset="0"/>
              </a:rPr>
              <a:t>fananako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lovako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tany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hilaozako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71414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85720" y="1285860"/>
            <a:ext cx="8858280" cy="535785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ota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tsy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hanaraka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ady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dia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tapaka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aloka</a:t>
            </a:r>
            <a:r>
              <a:rPr lang="en-US" sz="6600" dirty="0" smtClean="0">
                <a:latin typeface="Cambria" pitchFamily="18" charset="0"/>
              </a:rPr>
              <a:t> ho </a:t>
            </a:r>
            <a:r>
              <a:rPr lang="en-US" sz="6600" dirty="0" err="1" smtClean="0">
                <a:latin typeface="Cambria" pitchFamily="18" charset="0"/>
              </a:rPr>
              <a:t>tapitra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Fa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tena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zavatra</a:t>
            </a:r>
            <a:r>
              <a:rPr lang="en-US" sz="6600" dirty="0" smtClean="0">
                <a:latin typeface="Cambria" pitchFamily="18" charset="0"/>
              </a:rPr>
              <a:t> ;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785794"/>
            <a:ext cx="8929718" cy="5715040"/>
          </a:xfrm>
        </p:spPr>
        <p:txBody>
          <a:bodyPr>
            <a:normAutofit/>
          </a:bodyPr>
          <a:lstStyle/>
          <a:p>
            <a:pPr>
              <a:buNone/>
            </a:pPr>
            <a:endParaRPr lang="en-US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Ankalazao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Mpamonjinao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000108"/>
            <a:ext cx="8929718" cy="5572164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4.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hanitry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lanitra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Mamerovero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fatratra</a:t>
            </a:r>
            <a:r>
              <a:rPr lang="en-US" sz="6600" dirty="0" smtClean="0">
                <a:latin typeface="Cambria" pitchFamily="18" charset="0"/>
              </a:rPr>
              <a:t> 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kalon'ny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voavotra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Manatsika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ahy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hiakatra</a:t>
            </a:r>
            <a:r>
              <a:rPr lang="en-US" sz="6600" dirty="0" smtClean="0">
                <a:latin typeface="Cambria" pitchFamily="18" charset="0"/>
              </a:rPr>
              <a:t>;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2867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000792"/>
          </a:xfrm>
        </p:spPr>
        <p:txBody>
          <a:bodyPr>
            <a:noAutofit/>
          </a:bodyPr>
          <a:lstStyle/>
          <a:p>
            <a:pPr lvl="0">
              <a:buClr>
                <a:srgbClr val="FF0000"/>
              </a:buClr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tavan'ny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Mpamonjiko</a:t>
            </a: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No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tsinjon'ny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fanahiko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, </a:t>
            </a: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tavany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manafaka</a:t>
            </a: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aizina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ao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anatiko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  <a:p>
            <a:pPr>
              <a:buNone/>
            </a:pPr>
            <a:endParaRPr lang="fr-FR" sz="44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428736"/>
            <a:ext cx="8929718" cy="507209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Ankalazao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Mpamonjinao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000108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28596" y="857232"/>
            <a:ext cx="8715404" cy="5786478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5.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masoko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mibanjina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Tahaka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mpiambina</a:t>
            </a:r>
            <a:r>
              <a:rPr lang="en-US" sz="6600" dirty="0" smtClean="0">
                <a:latin typeface="Cambria" pitchFamily="18" charset="0"/>
              </a:rPr>
              <a:t>,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latin typeface="Cambria" pitchFamily="18" charset="0"/>
              </a:rPr>
              <a:t>Maniry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ny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Mpamonjiko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6600" dirty="0" smtClean="0">
                <a:latin typeface="Cambria" pitchFamily="18" charset="0"/>
              </a:rPr>
              <a:t>Ho </a:t>
            </a:r>
            <a:r>
              <a:rPr lang="en-US" sz="6600" dirty="0" err="1" smtClean="0">
                <a:latin typeface="Cambria" pitchFamily="18" charset="0"/>
              </a:rPr>
              <a:t>tafahaona</a:t>
            </a:r>
            <a:r>
              <a:rPr lang="en-US" sz="6600" dirty="0" smtClean="0">
                <a:latin typeface="Cambria" pitchFamily="18" charset="0"/>
              </a:rPr>
              <a:t> </a:t>
            </a:r>
            <a:r>
              <a:rPr lang="en-US" sz="6600" dirty="0" err="1" smtClean="0">
                <a:latin typeface="Cambria" pitchFamily="18" charset="0"/>
              </a:rPr>
              <a:t>amiko</a:t>
            </a:r>
            <a:r>
              <a:rPr lang="en-US" sz="6600" dirty="0" smtClean="0">
                <a:latin typeface="Cambria" pitchFamily="18" charset="0"/>
              </a:rPr>
              <a:t>, 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endParaRPr lang="fr-FR" sz="66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857232"/>
            <a:ext cx="8715436" cy="6000768"/>
          </a:xfrm>
        </p:spPr>
        <p:txBody>
          <a:bodyPr>
            <a:normAutofit/>
          </a:bodyPr>
          <a:lstStyle/>
          <a:p>
            <a:pPr lvl="0">
              <a:buClr>
                <a:srgbClr val="FF0000"/>
              </a:buClr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Izaho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hovimbininy</a:t>
            </a: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Hipetraka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eo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anilany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, </a:t>
            </a: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Hanao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ny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hiran-danitra</a:t>
            </a: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Sy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honina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</a:t>
            </a:r>
            <a:r>
              <a:rPr lang="en-US" sz="6600" dirty="0" err="1" smtClean="0">
                <a:solidFill>
                  <a:prstClr val="black"/>
                </a:solidFill>
                <a:latin typeface="Cambria" pitchFamily="18" charset="0"/>
              </a:rPr>
              <a:t>finaritra</a:t>
            </a:r>
            <a:r>
              <a:rPr lang="en-US" sz="6600" dirty="0" smtClean="0">
                <a:solidFill>
                  <a:prstClr val="black"/>
                </a:solidFill>
                <a:latin typeface="Cambria" pitchFamily="18" charset="0"/>
              </a:rPr>
              <a:t> ;</a:t>
            </a: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  <a:p>
            <a:pPr lvl="0">
              <a:buClr>
                <a:srgbClr val="FF0000"/>
              </a:buClr>
              <a:buNone/>
            </a:pPr>
            <a:endParaRPr lang="fr-FR" sz="6600" dirty="0" smtClean="0">
              <a:solidFill>
                <a:prstClr val="black"/>
              </a:solidFill>
              <a:latin typeface="Cambria" pitchFamily="18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500034" y="0"/>
            <a:ext cx="8229600" cy="1143000"/>
          </a:xfrm>
        </p:spPr>
        <p:txBody>
          <a:bodyPr/>
          <a:lstStyle/>
          <a:p>
            <a:r>
              <a:rPr lang="fr-FR" sz="4800" dirty="0" err="1" smtClean="0">
                <a:solidFill>
                  <a:srgbClr val="4F81BD"/>
                </a:solidFill>
                <a:latin typeface="Cambria" pitchFamily="18" charset="0"/>
              </a:rPr>
              <a:t>Hira</a:t>
            </a:r>
            <a:r>
              <a:rPr lang="fr-FR" sz="4800" dirty="0" smtClean="0">
                <a:solidFill>
                  <a:srgbClr val="4F81BD"/>
                </a:solidFill>
                <a:latin typeface="Cambria" pitchFamily="18" charset="0"/>
              </a:rPr>
              <a:t> 549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214282" y="1214422"/>
            <a:ext cx="8929718" cy="528641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Ry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foko</a:t>
            </a:r>
            <a:r>
              <a:rPr lang="en-US" sz="7200" dirty="0" smtClean="0">
                <a:latin typeface="Cambria" pitchFamily="18" charset="0"/>
              </a:rPr>
              <a:t> ô! </a:t>
            </a:r>
            <a:r>
              <a:rPr lang="en-US" sz="7200" dirty="0" err="1" smtClean="0">
                <a:latin typeface="Cambria" pitchFamily="18" charset="0"/>
              </a:rPr>
              <a:t>Ankalazao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r>
              <a:rPr lang="en-US" sz="7200" dirty="0" err="1" smtClean="0">
                <a:latin typeface="Cambria" pitchFamily="18" charset="0"/>
              </a:rPr>
              <a:t>Jesosy</a:t>
            </a:r>
            <a:r>
              <a:rPr lang="en-US" sz="7200" dirty="0" smtClean="0">
                <a:latin typeface="Cambria" pitchFamily="18" charset="0"/>
              </a:rPr>
              <a:t>, </a:t>
            </a:r>
            <a:r>
              <a:rPr lang="en-US" sz="7200" dirty="0" err="1" smtClean="0">
                <a:latin typeface="Cambria" pitchFamily="18" charset="0"/>
              </a:rPr>
              <a:t>Izay</a:t>
            </a:r>
            <a:r>
              <a:rPr lang="en-US" sz="7200" dirty="0" smtClean="0">
                <a:latin typeface="Cambria" pitchFamily="18" charset="0"/>
              </a:rPr>
              <a:t> </a:t>
            </a:r>
            <a:r>
              <a:rPr lang="en-US" sz="7200" dirty="0" err="1" smtClean="0">
                <a:latin typeface="Cambria" pitchFamily="18" charset="0"/>
              </a:rPr>
              <a:t>Mpamonjinao</a:t>
            </a:r>
            <a:r>
              <a:rPr lang="en-US" sz="7200" dirty="0" smtClean="0">
                <a:latin typeface="Cambria" pitchFamily="18" charset="0"/>
              </a:rPr>
              <a:t>.</a:t>
            </a:r>
            <a:endParaRPr lang="fr-FR" sz="7200" dirty="0" smtClean="0">
              <a:latin typeface="Cambria" pitchFamily="18" charset="0"/>
            </a:endParaRPr>
          </a:p>
          <a:p>
            <a:pPr>
              <a:buNone/>
            </a:pPr>
            <a:endParaRPr lang="fr-FR" sz="7200" dirty="0"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252</Words>
  <PresentationFormat>Affichage à l'écran (4:3)</PresentationFormat>
  <Paragraphs>68</Paragraphs>
  <Slides>15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16" baseType="lpstr">
      <vt:lpstr>Thème Office</vt:lpstr>
      <vt:lpstr>Hira 549</vt:lpstr>
      <vt:lpstr>Hira 549</vt:lpstr>
      <vt:lpstr>Hira 549</vt:lpstr>
      <vt:lpstr>Hira 549</vt:lpstr>
      <vt:lpstr>Hira 549</vt:lpstr>
      <vt:lpstr>Hira 549</vt:lpstr>
      <vt:lpstr>Hira 549</vt:lpstr>
      <vt:lpstr>Hira 549</vt:lpstr>
      <vt:lpstr>Hira 549</vt:lpstr>
      <vt:lpstr>Hira 549</vt:lpstr>
      <vt:lpstr>Hira 549</vt:lpstr>
      <vt:lpstr>Hira 549</vt:lpstr>
      <vt:lpstr>Hira 549</vt:lpstr>
      <vt:lpstr>Hira 549</vt:lpstr>
      <vt:lpstr>Hira 549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549</dc:title>
  <dc:creator>M</dc:creator>
  <cp:lastModifiedBy>M</cp:lastModifiedBy>
  <cp:revision>3</cp:revision>
  <dcterms:created xsi:type="dcterms:W3CDTF">2012-10-02T21:59:26Z</dcterms:created>
  <dcterms:modified xsi:type="dcterms:W3CDTF">2014-05-03T19:12:56Z</dcterms:modified>
</cp:coreProperties>
</file>