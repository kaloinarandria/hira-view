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7" r:id="rId3"/>
    <p:sldId id="298" r:id="rId4"/>
    <p:sldId id="299" r:id="rId5"/>
    <p:sldId id="300" r:id="rId6"/>
    <p:sldId id="301" r:id="rId7"/>
    <p:sldId id="302" r:id="rId8"/>
    <p:sldId id="305" r:id="rId9"/>
    <p:sldId id="306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6533" autoAdjust="0"/>
    <p:restoredTop sz="94660"/>
  </p:normalViewPr>
  <p:slideViewPr>
    <p:cSldViewPr>
      <p:cViewPr varScale="1">
        <p:scale>
          <a:sx n="53" d="100"/>
          <a:sy n="53" d="100"/>
        </p:scale>
        <p:origin x="-8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309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928662" y="642918"/>
            <a:ext cx="921550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1. Iza no </a:t>
            </a:r>
            <a:r>
              <a:rPr lang="es-ES" sz="6000" dirty="0" err="1" smtClean="0">
                <a:latin typeface="Cambria" pitchFamily="18" charset="0"/>
              </a:rPr>
              <a:t>hitantara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Tompo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Jesosy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Ilay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nandao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lapa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Ka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nidina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taty</a:t>
            </a:r>
            <a:r>
              <a:rPr lang="es-ES" sz="6000" dirty="0" smtClean="0">
                <a:latin typeface="Cambria" pitchFamily="18" charset="0"/>
              </a:rPr>
              <a:t>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309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500042"/>
            <a:ext cx="971556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/>
              <a:t>Nitafy</a:t>
            </a:r>
            <a:r>
              <a:rPr lang="en-US" sz="6000" dirty="0" smtClean="0"/>
              <a:t> </a:t>
            </a:r>
            <a:r>
              <a:rPr lang="en-US" sz="6000" dirty="0" err="1" smtClean="0"/>
              <a:t>nofo</a:t>
            </a:r>
            <a:r>
              <a:rPr lang="en-US" sz="6000" dirty="0" smtClean="0"/>
              <a:t> </a:t>
            </a:r>
            <a:r>
              <a:rPr lang="en-US" sz="6000" dirty="0" err="1" smtClean="0"/>
              <a:t>Izy</a:t>
            </a:r>
            <a:r>
              <a:rPr lang="en-US" sz="6000" dirty="0" smtClean="0"/>
              <a:t>,</a:t>
            </a:r>
            <a:endParaRPr lang="fr-FR" sz="6000" dirty="0" smtClean="0"/>
          </a:p>
          <a:p>
            <a:pPr>
              <a:buNone/>
            </a:pPr>
            <a:r>
              <a:rPr lang="en-US" sz="6000" dirty="0" err="1" smtClean="0"/>
              <a:t>Nanetry</a:t>
            </a:r>
            <a:r>
              <a:rPr lang="en-US" sz="6000" dirty="0" smtClean="0"/>
              <a:t> </a:t>
            </a:r>
            <a:r>
              <a:rPr lang="en-US" sz="6000" dirty="0" err="1" smtClean="0"/>
              <a:t>tena</a:t>
            </a:r>
            <a:r>
              <a:rPr lang="en-US" sz="6000" dirty="0" smtClean="0"/>
              <a:t> </a:t>
            </a:r>
            <a:r>
              <a:rPr lang="en-US" sz="6000" dirty="0" err="1" smtClean="0"/>
              <a:t>koa</a:t>
            </a:r>
            <a:r>
              <a:rPr lang="en-US" sz="6000" dirty="0" smtClean="0"/>
              <a:t>.</a:t>
            </a:r>
            <a:endParaRPr lang="fr-FR" sz="6000" dirty="0" smtClean="0"/>
          </a:p>
          <a:p>
            <a:pPr>
              <a:buNone/>
            </a:pPr>
            <a:r>
              <a:rPr lang="en-US" sz="6000" dirty="0" smtClean="0"/>
              <a:t>Ka </a:t>
            </a:r>
            <a:r>
              <a:rPr lang="en-US" sz="6000" dirty="0" err="1" smtClean="0"/>
              <a:t>maty</a:t>
            </a:r>
            <a:r>
              <a:rPr lang="en-US" sz="6000" dirty="0" smtClean="0"/>
              <a:t> ho </a:t>
            </a:r>
            <a:r>
              <a:rPr lang="en-US" sz="6000" dirty="0" err="1" smtClean="0"/>
              <a:t>Mpisolo</a:t>
            </a:r>
            <a:endParaRPr lang="fr-FR" sz="6000" dirty="0" smtClean="0"/>
          </a:p>
          <a:p>
            <a:pPr>
              <a:buNone/>
            </a:pPr>
            <a:r>
              <a:rPr lang="en-US" sz="6000" dirty="0" err="1" smtClean="0"/>
              <a:t>lzao</a:t>
            </a:r>
            <a:r>
              <a:rPr lang="en-US" sz="6000" dirty="0" smtClean="0"/>
              <a:t> </a:t>
            </a:r>
            <a:r>
              <a:rPr lang="en-US" sz="6000" dirty="0" err="1" smtClean="0"/>
              <a:t>rehetra</a:t>
            </a:r>
            <a:r>
              <a:rPr lang="en-US" sz="6000" dirty="0" smtClean="0"/>
              <a:t> </a:t>
            </a:r>
            <a:r>
              <a:rPr lang="en-US" sz="6000" dirty="0" err="1" smtClean="0"/>
              <a:t>izao</a:t>
            </a:r>
            <a:r>
              <a:rPr lang="en-US" sz="6000" dirty="0" smtClean="0"/>
              <a:t>:</a:t>
            </a:r>
            <a:endParaRPr lang="fr-FR" sz="6000" dirty="0" smtClean="0"/>
          </a:p>
          <a:p>
            <a:pPr>
              <a:buNone/>
            </a:pPr>
            <a:r>
              <a:rPr lang="en-US" sz="6000" dirty="0" err="1" smtClean="0"/>
              <a:t>lza</a:t>
            </a:r>
            <a:r>
              <a:rPr lang="en-US" sz="6000" dirty="0" smtClean="0"/>
              <a:t> no </a:t>
            </a:r>
            <a:r>
              <a:rPr lang="en-US" sz="6000" dirty="0" err="1" smtClean="0"/>
              <a:t>hitantara</a:t>
            </a:r>
            <a:r>
              <a:rPr lang="en-US" sz="6000" dirty="0" smtClean="0"/>
              <a:t> (in-3)</a:t>
            </a:r>
            <a:endParaRPr lang="fr-FR" sz="6000" dirty="0" smtClean="0"/>
          </a:p>
          <a:p>
            <a:pPr>
              <a:buNone/>
            </a:pPr>
            <a:r>
              <a:rPr lang="en-US" sz="6000" dirty="0" err="1" smtClean="0"/>
              <a:t>Ny</a:t>
            </a:r>
            <a:r>
              <a:rPr lang="en-US" sz="6000" dirty="0" smtClean="0"/>
              <a:t> </a:t>
            </a:r>
            <a:r>
              <a:rPr lang="en-US" sz="6000" dirty="0" err="1" smtClean="0"/>
              <a:t>Tompo</a:t>
            </a:r>
            <a:r>
              <a:rPr lang="en-US" sz="6000" dirty="0" smtClean="0"/>
              <a:t> </a:t>
            </a:r>
            <a:r>
              <a:rPr lang="en-US" sz="6000" dirty="0" err="1" smtClean="0"/>
              <a:t>Jesosy</a:t>
            </a:r>
            <a:r>
              <a:rPr lang="en-US" sz="6000" dirty="0" smtClean="0"/>
              <a:t>?</a:t>
            </a:r>
            <a:endParaRPr lang="fr-FR" sz="6000" dirty="0" smtClean="0"/>
          </a:p>
          <a:p>
            <a:pPr>
              <a:buNone/>
            </a:pPr>
            <a:endParaRPr lang="es-E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309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500042"/>
            <a:ext cx="971556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/>
              <a:t>2. </a:t>
            </a:r>
            <a:r>
              <a:rPr lang="en-US" sz="6000" dirty="0" err="1" smtClean="0"/>
              <a:t>lza</a:t>
            </a:r>
            <a:r>
              <a:rPr lang="en-US" sz="6000" dirty="0" smtClean="0"/>
              <a:t> no </a:t>
            </a:r>
            <a:r>
              <a:rPr lang="en-US" sz="6000" dirty="0" err="1" smtClean="0"/>
              <a:t>hitantara</a:t>
            </a:r>
            <a:endParaRPr lang="en-US" sz="6000" dirty="0" smtClean="0"/>
          </a:p>
          <a:p>
            <a:pPr>
              <a:buNone/>
            </a:pPr>
            <a:r>
              <a:rPr lang="en-US" sz="6000" dirty="0" err="1" smtClean="0"/>
              <a:t>Ny</a:t>
            </a:r>
            <a:r>
              <a:rPr lang="en-US" sz="6000" dirty="0" smtClean="0"/>
              <a:t> </a:t>
            </a:r>
            <a:r>
              <a:rPr lang="en-US" sz="6000" dirty="0" err="1" smtClean="0"/>
              <a:t>fitiavany</a:t>
            </a:r>
            <a:r>
              <a:rPr lang="en-US" sz="6000" dirty="0" smtClean="0"/>
              <a:t> ?</a:t>
            </a:r>
          </a:p>
          <a:p>
            <a:pPr>
              <a:buNone/>
            </a:pPr>
            <a:r>
              <a:rPr lang="en-US" sz="6000" dirty="0" err="1" smtClean="0"/>
              <a:t>Fa</a:t>
            </a:r>
            <a:r>
              <a:rPr lang="en-US" sz="6000" dirty="0" smtClean="0"/>
              <a:t> </a:t>
            </a:r>
            <a:r>
              <a:rPr lang="en-US" sz="6000" dirty="0" err="1" smtClean="0"/>
              <a:t>tia</a:t>
            </a:r>
            <a:r>
              <a:rPr lang="en-US" sz="6000" dirty="0" smtClean="0"/>
              <a:t> </a:t>
            </a:r>
            <a:r>
              <a:rPr lang="en-US" sz="6000" dirty="0" err="1" smtClean="0"/>
              <a:t>ny</a:t>
            </a:r>
            <a:r>
              <a:rPr lang="en-US" sz="6000" dirty="0" smtClean="0"/>
              <a:t> </a:t>
            </a:r>
            <a:r>
              <a:rPr lang="en-US" sz="6000" dirty="0" err="1" smtClean="0"/>
              <a:t>mpanota</a:t>
            </a:r>
            <a:endParaRPr lang="en-US" sz="6000" dirty="0" smtClean="0"/>
          </a:p>
          <a:p>
            <a:pPr>
              <a:buNone/>
            </a:pPr>
            <a:r>
              <a:rPr lang="en-US" sz="6000" dirty="0" err="1" smtClean="0"/>
              <a:t>Mahantra</a:t>
            </a:r>
            <a:r>
              <a:rPr lang="en-US" sz="6000" dirty="0" smtClean="0"/>
              <a:t>, very </a:t>
            </a:r>
            <a:r>
              <a:rPr lang="en-US" sz="6000" dirty="0" err="1" smtClean="0"/>
              <a:t>koa</a:t>
            </a:r>
            <a:r>
              <a:rPr lang="en-US" sz="6000" dirty="0" smtClean="0"/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309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500042"/>
            <a:ext cx="9715568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/>
              <a:t>Ka </a:t>
            </a:r>
            <a:r>
              <a:rPr lang="en-US" sz="6000" dirty="0" err="1" smtClean="0"/>
              <a:t>izay</a:t>
            </a:r>
            <a:r>
              <a:rPr lang="en-US" sz="6000" dirty="0" smtClean="0"/>
              <a:t> </a:t>
            </a:r>
            <a:r>
              <a:rPr lang="en-US" sz="6000" dirty="0" err="1" smtClean="0"/>
              <a:t>manatona</a:t>
            </a:r>
            <a:r>
              <a:rPr lang="en-US" sz="6000" dirty="0" smtClean="0"/>
              <a:t> </a:t>
            </a:r>
            <a:r>
              <a:rPr lang="en-US" sz="6000" dirty="0" err="1" smtClean="0"/>
              <a:t>Azy</a:t>
            </a:r>
            <a:endParaRPr lang="en-US" sz="6000" dirty="0" smtClean="0"/>
          </a:p>
          <a:p>
            <a:pPr>
              <a:buNone/>
            </a:pPr>
            <a:r>
              <a:rPr lang="en-US" sz="6000" dirty="0" err="1" smtClean="0"/>
              <a:t>Dia</a:t>
            </a:r>
            <a:r>
              <a:rPr lang="en-US" sz="6000" dirty="0" smtClean="0"/>
              <a:t> </a:t>
            </a:r>
            <a:r>
              <a:rPr lang="en-US" sz="6000" dirty="0" err="1" smtClean="0"/>
              <a:t>tsy</a:t>
            </a:r>
            <a:r>
              <a:rPr lang="en-US" sz="6000" dirty="0" smtClean="0"/>
              <a:t> </a:t>
            </a:r>
            <a:r>
              <a:rPr lang="en-US" sz="6000" dirty="0" err="1" smtClean="0"/>
              <a:t>hariany</a:t>
            </a:r>
            <a:r>
              <a:rPr lang="en-US" sz="6000" dirty="0" smtClean="0"/>
              <a:t>,</a:t>
            </a:r>
          </a:p>
          <a:p>
            <a:pPr>
              <a:buNone/>
            </a:pPr>
            <a:r>
              <a:rPr lang="en-US" sz="6000" dirty="0" err="1" smtClean="0"/>
              <a:t>Fa</a:t>
            </a:r>
            <a:r>
              <a:rPr lang="en-US" sz="6000" dirty="0" smtClean="0"/>
              <a:t> </a:t>
            </a:r>
            <a:r>
              <a:rPr lang="en-US" sz="6000" dirty="0" err="1" smtClean="0"/>
              <a:t>raisiny</a:t>
            </a:r>
            <a:r>
              <a:rPr lang="en-US" sz="6000" dirty="0" smtClean="0"/>
              <a:t> </a:t>
            </a:r>
            <a:r>
              <a:rPr lang="en-US" sz="6000" dirty="0" err="1" smtClean="0"/>
              <a:t>tokoa</a:t>
            </a:r>
            <a:endParaRPr lang="en-US" sz="6000" dirty="0" smtClean="0"/>
          </a:p>
          <a:p>
            <a:pPr>
              <a:buNone/>
            </a:pPr>
            <a:r>
              <a:rPr lang="en-US" sz="6000" dirty="0" err="1" smtClean="0"/>
              <a:t>Mba</a:t>
            </a:r>
            <a:r>
              <a:rPr lang="en-US" sz="6000" dirty="0" smtClean="0"/>
              <a:t> ho </a:t>
            </a:r>
            <a:r>
              <a:rPr lang="en-US" sz="6000" dirty="0" err="1" smtClean="0"/>
              <a:t>sakaizany</a:t>
            </a:r>
            <a:r>
              <a:rPr lang="en-US" sz="6000" dirty="0" smtClean="0"/>
              <a:t>:</a:t>
            </a:r>
          </a:p>
          <a:p>
            <a:pPr>
              <a:buNone/>
            </a:pPr>
            <a:r>
              <a:rPr lang="en-US" sz="6000" dirty="0" err="1" smtClean="0"/>
              <a:t>lza</a:t>
            </a:r>
            <a:r>
              <a:rPr lang="en-US" sz="6000" dirty="0" smtClean="0"/>
              <a:t> no </a:t>
            </a:r>
            <a:r>
              <a:rPr lang="en-US" sz="6000" dirty="0" err="1" smtClean="0"/>
              <a:t>hitantara</a:t>
            </a:r>
            <a:r>
              <a:rPr lang="en-US" sz="6000" dirty="0" smtClean="0"/>
              <a:t> (in-3)</a:t>
            </a:r>
          </a:p>
          <a:p>
            <a:pPr>
              <a:buNone/>
            </a:pPr>
            <a:r>
              <a:rPr lang="en-US" sz="6000" dirty="0" err="1" smtClean="0"/>
              <a:t>Ny</a:t>
            </a:r>
            <a:r>
              <a:rPr lang="en-US" sz="6000" dirty="0" smtClean="0"/>
              <a:t> </a:t>
            </a:r>
            <a:r>
              <a:rPr lang="en-US" sz="6000" dirty="0" err="1" smtClean="0"/>
              <a:t>fitiavany</a:t>
            </a:r>
            <a:r>
              <a:rPr lang="en-US" sz="6000" dirty="0" smtClean="0"/>
              <a:t>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309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500042"/>
            <a:ext cx="9715568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/>
              <a:t>3. </a:t>
            </a:r>
            <a:r>
              <a:rPr lang="en-US" sz="6000" dirty="0" err="1" smtClean="0"/>
              <a:t>lza</a:t>
            </a:r>
            <a:r>
              <a:rPr lang="en-US" sz="6000" dirty="0" smtClean="0"/>
              <a:t> no </a:t>
            </a:r>
            <a:r>
              <a:rPr lang="en-US" sz="6000" dirty="0" err="1" smtClean="0"/>
              <a:t>hitantara</a:t>
            </a:r>
            <a:endParaRPr lang="fr-FR" sz="6000" dirty="0" smtClean="0"/>
          </a:p>
          <a:p>
            <a:pPr>
              <a:buNone/>
            </a:pPr>
            <a:r>
              <a:rPr lang="en-US" sz="6000" dirty="0" err="1" smtClean="0"/>
              <a:t>Ny</a:t>
            </a:r>
            <a:r>
              <a:rPr lang="en-US" sz="6000" dirty="0" smtClean="0"/>
              <a:t> </a:t>
            </a:r>
            <a:r>
              <a:rPr lang="en-US" sz="6000" dirty="0" err="1" smtClean="0"/>
              <a:t>zava-marobe</a:t>
            </a:r>
            <a:endParaRPr lang="fr-FR" sz="6000" dirty="0" smtClean="0"/>
          </a:p>
          <a:p>
            <a:pPr>
              <a:buNone/>
            </a:pPr>
            <a:r>
              <a:rPr lang="en-US" sz="6000" dirty="0" err="1" smtClean="0"/>
              <a:t>lzay</a:t>
            </a:r>
            <a:r>
              <a:rPr lang="en-US" sz="6000" dirty="0" smtClean="0"/>
              <a:t> </a:t>
            </a:r>
            <a:r>
              <a:rPr lang="en-US" sz="6000" dirty="0" err="1" smtClean="0"/>
              <a:t>raisin'ny</a:t>
            </a:r>
            <a:r>
              <a:rPr lang="en-US" sz="6000" dirty="0" smtClean="0"/>
              <a:t> </a:t>
            </a:r>
            <a:r>
              <a:rPr lang="en-US" sz="6000" dirty="0" err="1" smtClean="0"/>
              <a:t>voavonjy</a:t>
            </a:r>
            <a:endParaRPr lang="fr-FR" sz="6000" dirty="0" smtClean="0"/>
          </a:p>
          <a:p>
            <a:pPr>
              <a:buNone/>
            </a:pPr>
            <a:r>
              <a:rPr lang="en-US" sz="6000" dirty="0" err="1" smtClean="0"/>
              <a:t>Amin'ny</a:t>
            </a:r>
            <a:r>
              <a:rPr lang="en-US" sz="6000" dirty="0" smtClean="0"/>
              <a:t> </a:t>
            </a:r>
            <a:r>
              <a:rPr lang="en-US" sz="6000" dirty="0" err="1" smtClean="0"/>
              <a:t>alalany</a:t>
            </a:r>
            <a:r>
              <a:rPr lang="en-US" sz="6000" dirty="0" smtClean="0"/>
              <a:t>?</a:t>
            </a:r>
            <a:endParaRPr lang="fr-FR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309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500042"/>
            <a:ext cx="9715568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/>
              <a:t>3. </a:t>
            </a:r>
            <a:r>
              <a:rPr lang="en-US" sz="6000" dirty="0" err="1" smtClean="0"/>
              <a:t>lza</a:t>
            </a:r>
            <a:r>
              <a:rPr lang="en-US" sz="6000" dirty="0" smtClean="0"/>
              <a:t> no </a:t>
            </a:r>
            <a:r>
              <a:rPr lang="en-US" sz="6000" dirty="0" err="1" smtClean="0"/>
              <a:t>hitantara</a:t>
            </a:r>
            <a:endParaRPr lang="fr-FR" sz="6000" dirty="0" smtClean="0"/>
          </a:p>
          <a:p>
            <a:pPr>
              <a:buNone/>
            </a:pPr>
            <a:r>
              <a:rPr lang="en-US" sz="6000" dirty="0" err="1" smtClean="0"/>
              <a:t>Ny</a:t>
            </a:r>
            <a:r>
              <a:rPr lang="en-US" sz="6000" dirty="0" smtClean="0"/>
              <a:t> </a:t>
            </a:r>
            <a:r>
              <a:rPr lang="en-US" sz="6000" dirty="0" err="1" smtClean="0"/>
              <a:t>zava-marobe</a:t>
            </a:r>
            <a:endParaRPr lang="fr-FR" sz="6000" dirty="0" smtClean="0"/>
          </a:p>
          <a:p>
            <a:pPr>
              <a:buNone/>
            </a:pPr>
            <a:r>
              <a:rPr lang="en-US" sz="6000" dirty="0" err="1" smtClean="0"/>
              <a:t>lzay</a:t>
            </a:r>
            <a:r>
              <a:rPr lang="en-US" sz="6000" dirty="0" smtClean="0"/>
              <a:t> </a:t>
            </a:r>
            <a:r>
              <a:rPr lang="en-US" sz="6000" dirty="0" err="1" smtClean="0"/>
              <a:t>raisin'ny</a:t>
            </a:r>
            <a:r>
              <a:rPr lang="en-US" sz="6000" dirty="0" smtClean="0"/>
              <a:t> </a:t>
            </a:r>
            <a:r>
              <a:rPr lang="en-US" sz="6000" dirty="0" err="1" smtClean="0"/>
              <a:t>voavonjy</a:t>
            </a:r>
            <a:endParaRPr lang="fr-FR" sz="6000" dirty="0" smtClean="0"/>
          </a:p>
          <a:p>
            <a:pPr>
              <a:buNone/>
            </a:pPr>
            <a:r>
              <a:rPr lang="en-US" sz="6000" dirty="0" err="1" smtClean="0"/>
              <a:t>Amin'ny</a:t>
            </a:r>
            <a:r>
              <a:rPr lang="en-US" sz="6000" dirty="0" smtClean="0"/>
              <a:t> </a:t>
            </a:r>
            <a:r>
              <a:rPr lang="en-US" sz="6000" dirty="0" err="1" smtClean="0"/>
              <a:t>alalany</a:t>
            </a:r>
            <a:r>
              <a:rPr lang="en-US" sz="6000" dirty="0" smtClean="0"/>
              <a:t>?</a:t>
            </a:r>
            <a:endParaRPr lang="fr-FR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309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500042"/>
            <a:ext cx="9715568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/>
              <a:t>Ka </a:t>
            </a:r>
            <a:r>
              <a:rPr lang="en-US" sz="6000" dirty="0" err="1" smtClean="0"/>
              <a:t>izay</a:t>
            </a:r>
            <a:r>
              <a:rPr lang="en-US" sz="6000" dirty="0" smtClean="0"/>
              <a:t> </a:t>
            </a:r>
            <a:r>
              <a:rPr lang="en-US" sz="6000" dirty="0" err="1" smtClean="0"/>
              <a:t>manatona</a:t>
            </a:r>
            <a:r>
              <a:rPr lang="en-US" sz="6000" dirty="0" smtClean="0"/>
              <a:t> </a:t>
            </a:r>
            <a:r>
              <a:rPr lang="en-US" sz="6000" dirty="0" err="1" smtClean="0"/>
              <a:t>Azy</a:t>
            </a:r>
            <a:endParaRPr lang="en-US" sz="6000" dirty="0" smtClean="0"/>
          </a:p>
          <a:p>
            <a:pPr>
              <a:buNone/>
            </a:pPr>
            <a:r>
              <a:rPr lang="en-US" sz="6000" dirty="0" err="1" smtClean="0"/>
              <a:t>Dia</a:t>
            </a:r>
            <a:r>
              <a:rPr lang="en-US" sz="6000" dirty="0" smtClean="0"/>
              <a:t> </a:t>
            </a:r>
            <a:r>
              <a:rPr lang="en-US" sz="6000" dirty="0" err="1" smtClean="0"/>
              <a:t>tsy</a:t>
            </a:r>
            <a:r>
              <a:rPr lang="en-US" sz="6000" dirty="0" smtClean="0"/>
              <a:t> </a:t>
            </a:r>
            <a:r>
              <a:rPr lang="en-US" sz="6000" dirty="0" err="1" smtClean="0"/>
              <a:t>hariany</a:t>
            </a:r>
            <a:r>
              <a:rPr lang="en-US" sz="6000" dirty="0" smtClean="0"/>
              <a:t>,</a:t>
            </a:r>
          </a:p>
          <a:p>
            <a:pPr>
              <a:buNone/>
            </a:pPr>
            <a:r>
              <a:rPr lang="en-US" sz="6000" dirty="0" err="1" smtClean="0"/>
              <a:t>Fa</a:t>
            </a:r>
            <a:r>
              <a:rPr lang="en-US" sz="6000" dirty="0" smtClean="0"/>
              <a:t> </a:t>
            </a:r>
            <a:r>
              <a:rPr lang="en-US" sz="6000" dirty="0" err="1" smtClean="0"/>
              <a:t>raisiny</a:t>
            </a:r>
            <a:r>
              <a:rPr lang="en-US" sz="6000" dirty="0" smtClean="0"/>
              <a:t> </a:t>
            </a:r>
            <a:r>
              <a:rPr lang="en-US" sz="6000" dirty="0" err="1" smtClean="0"/>
              <a:t>tokoa</a:t>
            </a:r>
            <a:endParaRPr lang="en-US" sz="6000" dirty="0" smtClean="0"/>
          </a:p>
          <a:p>
            <a:pPr>
              <a:buNone/>
            </a:pPr>
            <a:r>
              <a:rPr lang="en-US" sz="6000" dirty="0" err="1" smtClean="0"/>
              <a:t>Mba</a:t>
            </a:r>
            <a:r>
              <a:rPr lang="en-US" sz="6000" dirty="0" smtClean="0"/>
              <a:t> ho </a:t>
            </a:r>
            <a:r>
              <a:rPr lang="en-US" sz="6000" dirty="0" err="1" smtClean="0"/>
              <a:t>sakaizany</a:t>
            </a:r>
            <a:r>
              <a:rPr lang="en-US" sz="6000" dirty="0" smtClean="0"/>
              <a:t>:</a:t>
            </a:r>
          </a:p>
          <a:p>
            <a:pPr>
              <a:buNone/>
            </a:pPr>
            <a:r>
              <a:rPr lang="en-US" sz="6000" dirty="0" err="1" smtClean="0"/>
              <a:t>lza</a:t>
            </a:r>
            <a:r>
              <a:rPr lang="en-US" sz="6000" dirty="0" smtClean="0"/>
              <a:t> no </a:t>
            </a:r>
            <a:r>
              <a:rPr lang="en-US" sz="6000" dirty="0" err="1" smtClean="0"/>
              <a:t>hitantara</a:t>
            </a:r>
            <a:r>
              <a:rPr lang="en-US" sz="6000" dirty="0" smtClean="0"/>
              <a:t> (in-3)</a:t>
            </a:r>
          </a:p>
          <a:p>
            <a:pPr>
              <a:buNone/>
            </a:pPr>
            <a:r>
              <a:rPr lang="en-US" sz="6000" dirty="0" err="1" smtClean="0"/>
              <a:t>Ny</a:t>
            </a:r>
            <a:r>
              <a:rPr lang="en-US" sz="6000" dirty="0" smtClean="0"/>
              <a:t> </a:t>
            </a:r>
            <a:r>
              <a:rPr lang="en-US" sz="6000" dirty="0" err="1" smtClean="0"/>
              <a:t>fitiavany</a:t>
            </a:r>
            <a:r>
              <a:rPr lang="en-US" sz="6000" dirty="0" smtClean="0"/>
              <a:t>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642910" y="-1"/>
            <a:ext cx="8229600" cy="392897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309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357166"/>
            <a:ext cx="9715568" cy="60722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/>
              <a:t>4. </a:t>
            </a:r>
            <a:r>
              <a:rPr lang="en-US" sz="6000" dirty="0" err="1" smtClean="0"/>
              <a:t>lza</a:t>
            </a:r>
            <a:r>
              <a:rPr lang="en-US" sz="6000" dirty="0" smtClean="0"/>
              <a:t> no </a:t>
            </a:r>
            <a:r>
              <a:rPr lang="en-US" sz="6000" dirty="0" err="1" smtClean="0"/>
              <a:t>hitantara</a:t>
            </a:r>
            <a:endParaRPr lang="en-US" sz="6000" dirty="0" smtClean="0"/>
          </a:p>
          <a:p>
            <a:pPr>
              <a:buNone/>
            </a:pPr>
            <a:r>
              <a:rPr lang="en-US" sz="6000" dirty="0" err="1" smtClean="0"/>
              <a:t>Ny</a:t>
            </a:r>
            <a:r>
              <a:rPr lang="en-US" sz="6000" dirty="0" smtClean="0"/>
              <a:t> </a:t>
            </a:r>
            <a:r>
              <a:rPr lang="en-US" sz="6000" dirty="0" err="1" smtClean="0"/>
              <a:t>soa</a:t>
            </a:r>
            <a:r>
              <a:rPr lang="en-US" sz="6000" dirty="0" smtClean="0"/>
              <a:t> be </a:t>
            </a:r>
            <a:r>
              <a:rPr lang="en-US" sz="6000" dirty="0" err="1" smtClean="0"/>
              <a:t>ary</a:t>
            </a:r>
            <a:endParaRPr lang="en-US" sz="6000" dirty="0" smtClean="0"/>
          </a:p>
          <a:p>
            <a:pPr>
              <a:buNone/>
            </a:pPr>
            <a:r>
              <a:rPr lang="en-US" sz="6000" dirty="0" smtClean="0"/>
              <a:t>He! </a:t>
            </a:r>
            <a:r>
              <a:rPr lang="en-US" sz="6000" dirty="0" err="1" smtClean="0"/>
              <a:t>Lova</a:t>
            </a:r>
            <a:r>
              <a:rPr lang="en-US" sz="6000" dirty="0" smtClean="0"/>
              <a:t> </a:t>
            </a:r>
            <a:r>
              <a:rPr lang="en-US" sz="6000" dirty="0" err="1" smtClean="0"/>
              <a:t>tsara</a:t>
            </a:r>
            <a:r>
              <a:rPr lang="en-US" sz="6000" dirty="0" smtClean="0"/>
              <a:t> </a:t>
            </a:r>
            <a:r>
              <a:rPr lang="en-US" sz="6000" dirty="0" err="1" smtClean="0"/>
              <a:t>fara</a:t>
            </a:r>
            <a:endParaRPr lang="en-US" sz="6000" dirty="0" smtClean="0"/>
          </a:p>
          <a:p>
            <a:pPr>
              <a:buNone/>
            </a:pPr>
            <a:r>
              <a:rPr lang="en-US" sz="6000" dirty="0" err="1" smtClean="0"/>
              <a:t>Hasolo</a:t>
            </a:r>
            <a:r>
              <a:rPr lang="en-US" sz="6000" dirty="0" smtClean="0"/>
              <a:t> </a:t>
            </a:r>
            <a:r>
              <a:rPr lang="en-US" sz="6000" dirty="0" err="1" smtClean="0"/>
              <a:t>ny</a:t>
            </a:r>
            <a:r>
              <a:rPr lang="en-US" sz="6000" dirty="0" smtClean="0"/>
              <a:t> </a:t>
            </a:r>
            <a:r>
              <a:rPr lang="en-US" sz="6000" dirty="0" err="1" smtClean="0"/>
              <a:t>aty</a:t>
            </a:r>
            <a:r>
              <a:rPr lang="en-US" sz="6000" dirty="0" smtClean="0"/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642910" y="-1"/>
            <a:ext cx="8229600" cy="392897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309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357166"/>
            <a:ext cx="9715568" cy="60722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/>
              <a:t>Any an-</a:t>
            </a:r>
            <a:r>
              <a:rPr lang="en-US" sz="6000" dirty="0" err="1" smtClean="0"/>
              <a:t>danitra</a:t>
            </a:r>
            <a:r>
              <a:rPr lang="en-US" sz="6000" dirty="0" smtClean="0"/>
              <a:t> any</a:t>
            </a:r>
          </a:p>
          <a:p>
            <a:pPr>
              <a:buNone/>
            </a:pPr>
            <a:r>
              <a:rPr lang="en-US" sz="6000" dirty="0" smtClean="0"/>
              <a:t>Be </a:t>
            </a:r>
            <a:r>
              <a:rPr lang="en-US" sz="6000" dirty="0" err="1" smtClean="0"/>
              <a:t>haravoana</a:t>
            </a:r>
            <a:r>
              <a:rPr lang="en-US" sz="6000" dirty="0" smtClean="0"/>
              <a:t>,</a:t>
            </a:r>
          </a:p>
          <a:p>
            <a:pPr>
              <a:buNone/>
            </a:pPr>
            <a:r>
              <a:rPr lang="en-US" sz="6000" dirty="0" err="1" smtClean="0"/>
              <a:t>Fa</a:t>
            </a:r>
            <a:r>
              <a:rPr lang="en-US" sz="6000" dirty="0" smtClean="0"/>
              <a:t> </a:t>
            </a:r>
            <a:r>
              <a:rPr lang="en-US" sz="6000" dirty="0" err="1" smtClean="0"/>
              <a:t>ao</a:t>
            </a:r>
            <a:r>
              <a:rPr lang="en-US" sz="6000" dirty="0" smtClean="0"/>
              <a:t> </a:t>
            </a:r>
            <a:r>
              <a:rPr lang="en-US" sz="6000" dirty="0" err="1" smtClean="0"/>
              <a:t>ny</a:t>
            </a:r>
            <a:r>
              <a:rPr lang="en-US" sz="6000" dirty="0" smtClean="0"/>
              <a:t> </a:t>
            </a:r>
            <a:r>
              <a:rPr lang="en-US" sz="6000" dirty="0" err="1" smtClean="0"/>
              <a:t>Tompo</a:t>
            </a:r>
            <a:r>
              <a:rPr lang="en-US" sz="6000" dirty="0" smtClean="0"/>
              <a:t> </a:t>
            </a:r>
            <a:r>
              <a:rPr lang="en-US" sz="6000" dirty="0" err="1" smtClean="0"/>
              <a:t>Jeso</a:t>
            </a:r>
            <a:endParaRPr lang="en-US" sz="6000" dirty="0" smtClean="0"/>
          </a:p>
          <a:p>
            <a:pPr>
              <a:buNone/>
            </a:pPr>
            <a:r>
              <a:rPr lang="en-US" sz="6000" dirty="0" err="1" smtClean="0"/>
              <a:t>lzay</a:t>
            </a:r>
            <a:r>
              <a:rPr lang="en-US" sz="6000" dirty="0" smtClean="0"/>
              <a:t> </a:t>
            </a:r>
            <a:r>
              <a:rPr lang="en-US" sz="6000" dirty="0" err="1" smtClean="0"/>
              <a:t>hifaliana</a:t>
            </a:r>
            <a:r>
              <a:rPr lang="en-US" sz="6000" dirty="0" smtClean="0"/>
              <a:t>:</a:t>
            </a:r>
          </a:p>
          <a:p>
            <a:pPr>
              <a:buNone/>
            </a:pPr>
            <a:r>
              <a:rPr lang="en-US" sz="6000" dirty="0" err="1" smtClean="0"/>
              <a:t>lza</a:t>
            </a:r>
            <a:r>
              <a:rPr lang="en-US" sz="6000" dirty="0" smtClean="0"/>
              <a:t> no </a:t>
            </a:r>
            <a:r>
              <a:rPr lang="en-US" sz="6000" dirty="0" err="1" smtClean="0"/>
              <a:t>hitantara</a:t>
            </a:r>
            <a:r>
              <a:rPr lang="en-US" sz="6000" dirty="0" smtClean="0"/>
              <a:t> (in-3)</a:t>
            </a:r>
          </a:p>
          <a:p>
            <a:pPr>
              <a:buNone/>
            </a:pPr>
            <a:r>
              <a:rPr lang="en-US" sz="6000" dirty="0" err="1" smtClean="0"/>
              <a:t>Ny</a:t>
            </a:r>
            <a:r>
              <a:rPr lang="en-US" sz="6000" dirty="0" smtClean="0"/>
              <a:t> </a:t>
            </a:r>
            <a:r>
              <a:rPr lang="en-US" sz="6000" dirty="0" err="1" smtClean="0"/>
              <a:t>soa</a:t>
            </a:r>
            <a:r>
              <a:rPr lang="en-US" sz="6000" dirty="0" smtClean="0"/>
              <a:t> be </a:t>
            </a:r>
            <a:r>
              <a:rPr lang="en-US" sz="6000" dirty="0" err="1" smtClean="0"/>
              <a:t>ary</a:t>
            </a:r>
            <a:r>
              <a:rPr lang="en-US" sz="6000" dirty="0" smtClean="0"/>
              <a:t>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195</Words>
  <PresentationFormat>Affichage à l'écran (4:3)</PresentationFormat>
  <Paragraphs>53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309</vt:lpstr>
      <vt:lpstr>Hira 309</vt:lpstr>
      <vt:lpstr>Hira 309</vt:lpstr>
      <vt:lpstr>Hira 309</vt:lpstr>
      <vt:lpstr>Hira 309</vt:lpstr>
      <vt:lpstr>Hira 309</vt:lpstr>
      <vt:lpstr>Hira 309</vt:lpstr>
      <vt:lpstr>Hira 309</vt:lpstr>
      <vt:lpstr>Hira 309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11</cp:revision>
  <dcterms:created xsi:type="dcterms:W3CDTF">2012-11-04T17:25:30Z</dcterms:created>
  <dcterms:modified xsi:type="dcterms:W3CDTF">2014-03-30T04:53:51Z</dcterms:modified>
</cp:coreProperties>
</file>