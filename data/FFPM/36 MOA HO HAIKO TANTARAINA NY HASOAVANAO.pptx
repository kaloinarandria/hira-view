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3448" autoAdjust="0"/>
    <p:restoredTop sz="94660"/>
  </p:normalViewPr>
  <p:slideViewPr>
    <p:cSldViewPr>
      <p:cViewPr varScale="1">
        <p:scale>
          <a:sx n="53" d="100"/>
          <a:sy n="53" d="100"/>
        </p:scale>
        <p:origin x="-84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58204" cy="796908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Moa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tantaraina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hasoavanao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Mifamatra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tamin'aina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vahoaka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sesehena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hider'llay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nataony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2. Fiadanana nafoin'i jeso Tomponay,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F'efa tonga ny fotoana,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Sitraky ny Ray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Olom-bery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nozahany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fatorany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vahany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Hajambana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nalany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nataony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Hoderaina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nisava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imasonao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sasany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nataony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136</Words>
  <PresentationFormat>Affichage à l'écran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36</vt:lpstr>
      <vt:lpstr>HIRA 36</vt:lpstr>
      <vt:lpstr>HIRA 36</vt:lpstr>
      <vt:lpstr>HIRA 36</vt:lpstr>
      <vt:lpstr>HIRA 36</vt:lpstr>
      <vt:lpstr>HIRA 36</vt:lpstr>
      <vt:lpstr>HIRA 36</vt:lpstr>
      <vt:lpstr>HIRA 36</vt:lpstr>
      <vt:lpstr>HIRA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7</cp:revision>
  <dcterms:created xsi:type="dcterms:W3CDTF">2012-10-03T07:22:00Z</dcterms:created>
  <dcterms:modified xsi:type="dcterms:W3CDTF">2014-08-04T13:13:18Z</dcterms:modified>
</cp:coreProperties>
</file>