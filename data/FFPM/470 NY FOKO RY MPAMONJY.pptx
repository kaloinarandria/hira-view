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10/06/2018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10/06/2018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10/06/2018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10/06/2018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10/06/2018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10/06/2018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10/06/2018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10/06/2018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10/06/2018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10/06/2018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10/06/2018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10/06/2018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71472" y="0"/>
            <a:ext cx="8229600" cy="785794"/>
          </a:xfrm>
        </p:spPr>
        <p:txBody>
          <a:bodyPr/>
          <a:lstStyle/>
          <a:p>
            <a:r>
              <a:rPr lang="fr-FR" dirty="0" err="1" smtClean="0">
                <a:latin typeface="Cambria" pitchFamily="18" charset="0"/>
              </a:rPr>
              <a:t>Hira</a:t>
            </a:r>
            <a:r>
              <a:rPr lang="fr-FR" dirty="0" smtClean="0">
                <a:latin typeface="Cambria" pitchFamily="18" charset="0"/>
              </a:rPr>
              <a:t> 470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857232"/>
            <a:ext cx="9072626" cy="571504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1.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foko</a:t>
            </a:r>
            <a:r>
              <a:rPr lang="fr-FR" sz="6600" dirty="0" smtClean="0">
                <a:latin typeface="Cambria" pitchFamily="18" charset="0"/>
              </a:rPr>
              <a:t>, </a:t>
            </a:r>
            <a:r>
              <a:rPr lang="fr-FR" sz="6600" dirty="0" err="1" smtClean="0">
                <a:latin typeface="Cambria" pitchFamily="18" charset="0"/>
              </a:rPr>
              <a:t>ry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Mpamonjy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Mangetaheta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Anao</a:t>
            </a:r>
            <a:r>
              <a:rPr lang="en-US" sz="6600" dirty="0" smtClean="0">
                <a:latin typeface="Cambria" pitchFamily="18" charset="0"/>
              </a:rPr>
              <a:t>, 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Maniry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lalandava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Hikambana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aminao</a:t>
            </a:r>
            <a:r>
              <a:rPr lang="en-US" sz="6600" dirty="0" smtClean="0">
                <a:latin typeface="Cambria" pitchFamily="18" charset="0"/>
              </a:rPr>
              <a:t>.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endParaRPr lang="fr-FR" sz="6600" dirty="0">
              <a:latin typeface="Cambria" pitchFamily="18" charset="0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42910" y="0"/>
            <a:ext cx="8229600" cy="785786"/>
          </a:xfrm>
        </p:spPr>
        <p:txBody>
          <a:bodyPr/>
          <a:lstStyle/>
          <a:p>
            <a:r>
              <a:rPr lang="fr-FR" dirty="0" err="1" smtClean="0">
                <a:latin typeface="Cambria" pitchFamily="18" charset="0"/>
              </a:rPr>
              <a:t>Hira</a:t>
            </a:r>
            <a:r>
              <a:rPr lang="fr-FR" dirty="0" smtClean="0">
                <a:latin typeface="Cambria" pitchFamily="18" charset="0"/>
              </a:rPr>
              <a:t> 470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857232"/>
            <a:ext cx="8858280" cy="578647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afaka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ao</a:t>
            </a:r>
            <a:r>
              <a:rPr lang="en-US" sz="6600" dirty="0" smtClean="0">
                <a:latin typeface="Cambria" pitchFamily="18" charset="0"/>
              </a:rPr>
              <a:t> am-</a:t>
            </a:r>
            <a:r>
              <a:rPr lang="en-US" sz="6600" dirty="0" err="1" smtClean="0">
                <a:latin typeface="Cambria" pitchFamily="18" charset="0"/>
              </a:rPr>
              <a:t>poko</a:t>
            </a:r>
            <a:r>
              <a:rPr lang="en-US" sz="6600" dirty="0" smtClean="0">
                <a:latin typeface="Cambria" pitchFamily="18" charset="0"/>
              </a:rPr>
              <a:t> 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faniriana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Anao</a:t>
            </a:r>
            <a:r>
              <a:rPr lang="en-US" sz="6600" dirty="0" smtClean="0">
                <a:latin typeface="Cambria" pitchFamily="18" charset="0"/>
              </a:rPr>
              <a:t> ; 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Oneno</a:t>
            </a:r>
            <a:r>
              <a:rPr lang="en-US" sz="6600" dirty="0" smtClean="0">
                <a:latin typeface="Cambria" pitchFamily="18" charset="0"/>
              </a:rPr>
              <a:t>, re,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foko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Ho </a:t>
            </a:r>
            <a:r>
              <a:rPr lang="en-US" sz="6600" dirty="0" err="1" smtClean="0">
                <a:latin typeface="Cambria" pitchFamily="18" charset="0"/>
              </a:rPr>
              <a:t>lapanao</a:t>
            </a:r>
            <a:r>
              <a:rPr lang="en-US" sz="6600" dirty="0" smtClean="0">
                <a:latin typeface="Cambria" pitchFamily="18" charset="0"/>
              </a:rPr>
              <a:t>!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endParaRPr lang="fr-FR" sz="6600" dirty="0">
              <a:latin typeface="Cambria" pitchFamily="18" charset="0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 err="1" smtClean="0">
                <a:latin typeface="Cambria" pitchFamily="18" charset="0"/>
              </a:rPr>
              <a:t>Hira</a:t>
            </a:r>
            <a:r>
              <a:rPr lang="fr-FR" dirty="0" smtClean="0">
                <a:latin typeface="Cambria" pitchFamily="18" charset="0"/>
              </a:rPr>
              <a:t> 470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85794"/>
            <a:ext cx="8715436" cy="585791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2.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androm-pahoriana</a:t>
            </a:r>
            <a:r>
              <a:rPr lang="en-US" sz="6600" dirty="0" smtClean="0">
                <a:latin typeface="Cambria" pitchFamily="18" charset="0"/>
              </a:rPr>
              <a:t>, 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Raha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lapanao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fo</a:t>
            </a:r>
            <a:r>
              <a:rPr lang="en-US" sz="6600" dirty="0" smtClean="0">
                <a:latin typeface="Cambria" pitchFamily="18" charset="0"/>
              </a:rPr>
              <a:t>, 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Manjary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fitahiana</a:t>
            </a:r>
            <a:r>
              <a:rPr lang="en-US" sz="6600" dirty="0" smtClean="0">
                <a:latin typeface="Cambria" pitchFamily="18" charset="0"/>
              </a:rPr>
              <a:t>, 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Izay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manadio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fo</a:t>
            </a:r>
            <a:r>
              <a:rPr lang="en-US" sz="6600" dirty="0" smtClean="0">
                <a:latin typeface="Cambria" pitchFamily="18" charset="0"/>
              </a:rPr>
              <a:t> 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endParaRPr lang="fr-FR" sz="6600" dirty="0">
              <a:latin typeface="Cambria" pitchFamily="18" charset="0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785794"/>
          </a:xfrm>
        </p:spPr>
        <p:txBody>
          <a:bodyPr/>
          <a:lstStyle/>
          <a:p>
            <a:r>
              <a:rPr lang="fr-FR" dirty="0" err="1" smtClean="0">
                <a:latin typeface="Cambria" pitchFamily="18" charset="0"/>
              </a:rPr>
              <a:t>Hira</a:t>
            </a:r>
            <a:r>
              <a:rPr lang="fr-FR" dirty="0" smtClean="0">
                <a:latin typeface="Cambria" pitchFamily="18" charset="0"/>
              </a:rPr>
              <a:t> 470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585791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afaka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ao</a:t>
            </a:r>
            <a:r>
              <a:rPr lang="en-US" sz="6600" dirty="0" smtClean="0">
                <a:latin typeface="Cambria" pitchFamily="18" charset="0"/>
              </a:rPr>
              <a:t> am-</a:t>
            </a:r>
            <a:r>
              <a:rPr lang="en-US" sz="6600" dirty="0" err="1" smtClean="0">
                <a:latin typeface="Cambria" pitchFamily="18" charset="0"/>
              </a:rPr>
              <a:t>poko</a:t>
            </a:r>
            <a:r>
              <a:rPr lang="en-US" sz="6600" dirty="0" smtClean="0">
                <a:latin typeface="Cambria" pitchFamily="18" charset="0"/>
              </a:rPr>
              <a:t> 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faniriana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Anao</a:t>
            </a:r>
            <a:r>
              <a:rPr lang="en-US" sz="6600" dirty="0" smtClean="0">
                <a:latin typeface="Cambria" pitchFamily="18" charset="0"/>
              </a:rPr>
              <a:t> ; 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Oneno</a:t>
            </a:r>
            <a:r>
              <a:rPr lang="en-US" sz="6600" dirty="0" smtClean="0">
                <a:latin typeface="Cambria" pitchFamily="18" charset="0"/>
              </a:rPr>
              <a:t>, re,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foko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Ho </a:t>
            </a:r>
            <a:r>
              <a:rPr lang="en-US" sz="6600" dirty="0" err="1" smtClean="0">
                <a:latin typeface="Cambria" pitchFamily="18" charset="0"/>
              </a:rPr>
              <a:t>lapanao</a:t>
            </a:r>
            <a:r>
              <a:rPr lang="en-US" sz="6600" dirty="0" smtClean="0">
                <a:latin typeface="Cambria" pitchFamily="18" charset="0"/>
              </a:rPr>
              <a:t>!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endParaRPr lang="fr-FR" sz="6600" dirty="0">
              <a:latin typeface="Cambria" pitchFamily="18" charset="0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dirty="0" err="1" smtClean="0">
                <a:latin typeface="Cambria" pitchFamily="18" charset="0"/>
              </a:rPr>
              <a:t>Hira</a:t>
            </a:r>
            <a:r>
              <a:rPr lang="fr-FR" dirty="0" smtClean="0">
                <a:latin typeface="Cambria" pitchFamily="18" charset="0"/>
              </a:rPr>
              <a:t> 470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928670"/>
            <a:ext cx="8858280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3.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ora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fifaliana</a:t>
            </a:r>
            <a:r>
              <a:rPr lang="en-US" sz="6600" dirty="0" smtClean="0">
                <a:latin typeface="Cambria" pitchFamily="18" charset="0"/>
              </a:rPr>
              <a:t>,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Raha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anilanao</a:t>
            </a:r>
            <a:r>
              <a:rPr lang="en-US" sz="6600" dirty="0" smtClean="0">
                <a:latin typeface="Cambria" pitchFamily="18" charset="0"/>
              </a:rPr>
              <a:t>, 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Mamelom-paniriana</a:t>
            </a:r>
            <a:r>
              <a:rPr lang="en-US" sz="6600" dirty="0" smtClean="0">
                <a:latin typeface="Cambria" pitchFamily="18" charset="0"/>
              </a:rPr>
              <a:t> 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Hanao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sitrakao</a:t>
            </a:r>
            <a:r>
              <a:rPr lang="en-US" sz="6600" dirty="0" smtClean="0">
                <a:latin typeface="Cambria" pitchFamily="18" charset="0"/>
              </a:rPr>
              <a:t> : 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endParaRPr lang="fr-FR" sz="6600" dirty="0">
              <a:latin typeface="Cambria" pitchFamily="18" charset="0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dirty="0" err="1" smtClean="0">
                <a:latin typeface="Cambria" pitchFamily="18" charset="0"/>
              </a:rPr>
              <a:t>Hira</a:t>
            </a:r>
            <a:r>
              <a:rPr lang="fr-FR" dirty="0" smtClean="0">
                <a:latin typeface="Cambria" pitchFamily="18" charset="0"/>
              </a:rPr>
              <a:t> 470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1000108"/>
            <a:ext cx="8643998" cy="564360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afaka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ao</a:t>
            </a:r>
            <a:r>
              <a:rPr lang="en-US" sz="6600" dirty="0" smtClean="0">
                <a:latin typeface="Cambria" pitchFamily="18" charset="0"/>
              </a:rPr>
              <a:t> am-</a:t>
            </a:r>
            <a:r>
              <a:rPr lang="en-US" sz="6600" dirty="0" err="1" smtClean="0">
                <a:latin typeface="Cambria" pitchFamily="18" charset="0"/>
              </a:rPr>
              <a:t>poko</a:t>
            </a:r>
            <a:r>
              <a:rPr lang="en-US" sz="6600" dirty="0" smtClean="0">
                <a:latin typeface="Cambria" pitchFamily="18" charset="0"/>
              </a:rPr>
              <a:t> 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faniriana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Anao</a:t>
            </a:r>
            <a:r>
              <a:rPr lang="en-US" sz="6600" dirty="0" smtClean="0">
                <a:latin typeface="Cambria" pitchFamily="18" charset="0"/>
              </a:rPr>
              <a:t> ; 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Oneno</a:t>
            </a:r>
            <a:r>
              <a:rPr lang="en-US" sz="6600" dirty="0" smtClean="0">
                <a:latin typeface="Cambria" pitchFamily="18" charset="0"/>
              </a:rPr>
              <a:t>, re,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foko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Ho </a:t>
            </a:r>
            <a:r>
              <a:rPr lang="en-US" sz="6600" dirty="0" err="1" smtClean="0">
                <a:latin typeface="Cambria" pitchFamily="18" charset="0"/>
              </a:rPr>
              <a:t>lapanao</a:t>
            </a:r>
            <a:r>
              <a:rPr lang="en-US" sz="6600" dirty="0" smtClean="0">
                <a:latin typeface="Cambria" pitchFamily="18" charset="0"/>
              </a:rPr>
              <a:t>!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endParaRPr lang="fr-FR" sz="6600" dirty="0">
              <a:latin typeface="Cambria" pitchFamily="18" charset="0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dirty="0" err="1" smtClean="0">
                <a:latin typeface="Cambria" pitchFamily="18" charset="0"/>
              </a:rPr>
              <a:t>Hira</a:t>
            </a:r>
            <a:r>
              <a:rPr lang="fr-FR" dirty="0" smtClean="0">
                <a:latin typeface="Cambria" pitchFamily="18" charset="0"/>
              </a:rPr>
              <a:t> 470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1000108"/>
            <a:ext cx="8643998" cy="564360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4. Ho </a:t>
            </a:r>
            <a:r>
              <a:rPr lang="en-US" sz="6600" dirty="0" err="1" smtClean="0">
                <a:latin typeface="Cambria" pitchFamily="18" charset="0"/>
              </a:rPr>
              <a:t>lao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fahotako</a:t>
            </a:r>
            <a:r>
              <a:rPr lang="en-US" sz="6600" dirty="0" smtClean="0">
                <a:latin typeface="Cambria" pitchFamily="18" charset="0"/>
              </a:rPr>
              <a:t> 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Raha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akaikezinao</a:t>
            </a:r>
            <a:r>
              <a:rPr lang="en-US" sz="6600" dirty="0" smtClean="0">
                <a:latin typeface="Cambria" pitchFamily="18" charset="0"/>
              </a:rPr>
              <a:t>, 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misy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hadalako</a:t>
            </a:r>
            <a:r>
              <a:rPr lang="en-US" sz="6600" dirty="0" smtClean="0">
                <a:latin typeface="Cambria" pitchFamily="18" charset="0"/>
              </a:rPr>
              <a:t> 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Izay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afakao</a:t>
            </a:r>
            <a:r>
              <a:rPr lang="en-US" sz="6600" dirty="0" smtClean="0">
                <a:latin typeface="Cambria" pitchFamily="18" charset="0"/>
              </a:rPr>
              <a:t>  </a:t>
            </a:r>
          </a:p>
          <a:p>
            <a:pPr>
              <a:buNone/>
            </a:pPr>
            <a:endParaRPr lang="fr-FR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00108"/>
          </a:xfrm>
        </p:spPr>
        <p:txBody>
          <a:bodyPr/>
          <a:lstStyle/>
          <a:p>
            <a:r>
              <a:rPr lang="fr-FR" dirty="0" err="1" smtClean="0">
                <a:latin typeface="Cambria" pitchFamily="18" charset="0"/>
              </a:rPr>
              <a:t>Hira</a:t>
            </a:r>
            <a:r>
              <a:rPr lang="fr-FR" dirty="0" smtClean="0">
                <a:latin typeface="Cambria" pitchFamily="18" charset="0"/>
              </a:rPr>
              <a:t> 470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857232"/>
            <a:ext cx="8715436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afaka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ao</a:t>
            </a:r>
            <a:r>
              <a:rPr lang="en-US" sz="6600" dirty="0" smtClean="0">
                <a:latin typeface="Cambria" pitchFamily="18" charset="0"/>
              </a:rPr>
              <a:t> am-</a:t>
            </a:r>
            <a:r>
              <a:rPr lang="en-US" sz="6600" dirty="0" err="1" smtClean="0">
                <a:latin typeface="Cambria" pitchFamily="18" charset="0"/>
              </a:rPr>
              <a:t>poko</a:t>
            </a:r>
            <a:r>
              <a:rPr lang="en-US" sz="6600" dirty="0" smtClean="0">
                <a:latin typeface="Cambria" pitchFamily="18" charset="0"/>
              </a:rPr>
              <a:t> 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faniriana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Anao</a:t>
            </a:r>
            <a:r>
              <a:rPr lang="en-US" sz="6600" dirty="0" smtClean="0">
                <a:latin typeface="Cambria" pitchFamily="18" charset="0"/>
              </a:rPr>
              <a:t> ; 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Oneno</a:t>
            </a:r>
            <a:r>
              <a:rPr lang="en-US" sz="6600" dirty="0" smtClean="0">
                <a:latin typeface="Cambria" pitchFamily="18" charset="0"/>
              </a:rPr>
              <a:t>, re,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foko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Ho </a:t>
            </a:r>
            <a:r>
              <a:rPr lang="en-US" sz="6600" dirty="0" err="1" smtClean="0">
                <a:latin typeface="Cambria" pitchFamily="18" charset="0"/>
              </a:rPr>
              <a:t>lapanao</a:t>
            </a:r>
            <a:r>
              <a:rPr lang="en-US" sz="6600" dirty="0" smtClean="0">
                <a:latin typeface="Cambria" pitchFamily="18" charset="0"/>
              </a:rPr>
              <a:t>!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endParaRPr lang="fr-FR" sz="6600" dirty="0">
              <a:latin typeface="Cambria" pitchFamily="18" charset="0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dirty="0" err="1" smtClean="0">
                <a:latin typeface="Cambria" pitchFamily="18" charset="0"/>
              </a:rPr>
              <a:t>Hira</a:t>
            </a:r>
            <a:r>
              <a:rPr lang="fr-FR" dirty="0" smtClean="0">
                <a:latin typeface="Cambria" pitchFamily="18" charset="0"/>
              </a:rPr>
              <a:t> 470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857232"/>
            <a:ext cx="8858280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5. </a:t>
            </a:r>
            <a:r>
              <a:rPr lang="en-US" sz="6600" dirty="0" err="1" smtClean="0">
                <a:latin typeface="Cambria" pitchFamily="18" charset="0"/>
              </a:rPr>
              <a:t>Finaritra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saiko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Raha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ipetrahanao</a:t>
            </a:r>
            <a:r>
              <a:rPr lang="en-US" sz="6600" dirty="0" smtClean="0">
                <a:latin typeface="Cambria" pitchFamily="18" charset="0"/>
              </a:rPr>
              <a:t>, 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reraka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aiko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Raha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halavirinao</a:t>
            </a:r>
            <a:r>
              <a:rPr lang="en-US" sz="6600" dirty="0" smtClean="0">
                <a:latin typeface="Cambria" pitchFamily="18" charset="0"/>
              </a:rPr>
              <a:t> 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endParaRPr lang="fr-FR" sz="6600" dirty="0">
              <a:latin typeface="Cambria" pitchFamily="18" charset="0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/>
          <a:lstStyle/>
          <a:p>
            <a:r>
              <a:rPr lang="fr-FR" dirty="0" err="1" smtClean="0">
                <a:latin typeface="Cambria" pitchFamily="18" charset="0"/>
              </a:rPr>
              <a:t>Hira</a:t>
            </a:r>
            <a:r>
              <a:rPr lang="fr-FR" dirty="0" smtClean="0">
                <a:latin typeface="Cambria" pitchFamily="18" charset="0"/>
              </a:rPr>
              <a:t> 470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585791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afaka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ao</a:t>
            </a:r>
            <a:r>
              <a:rPr lang="en-US" sz="6600" dirty="0" smtClean="0">
                <a:latin typeface="Cambria" pitchFamily="18" charset="0"/>
              </a:rPr>
              <a:t> am-</a:t>
            </a:r>
            <a:r>
              <a:rPr lang="en-US" sz="6600" dirty="0" err="1" smtClean="0">
                <a:latin typeface="Cambria" pitchFamily="18" charset="0"/>
              </a:rPr>
              <a:t>poko</a:t>
            </a:r>
            <a:r>
              <a:rPr lang="en-US" sz="6600" dirty="0" smtClean="0">
                <a:latin typeface="Cambria" pitchFamily="18" charset="0"/>
              </a:rPr>
              <a:t> 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faniriana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Anao</a:t>
            </a:r>
            <a:r>
              <a:rPr lang="en-US" sz="6600" dirty="0" smtClean="0">
                <a:latin typeface="Cambria" pitchFamily="18" charset="0"/>
              </a:rPr>
              <a:t> ; 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Oneno</a:t>
            </a:r>
            <a:r>
              <a:rPr lang="en-US" sz="6600" dirty="0" smtClean="0">
                <a:latin typeface="Cambria" pitchFamily="18" charset="0"/>
              </a:rPr>
              <a:t>, re,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foko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Ho </a:t>
            </a:r>
            <a:r>
              <a:rPr lang="en-US" sz="6600" dirty="0" err="1" smtClean="0">
                <a:latin typeface="Cambria" pitchFamily="18" charset="0"/>
              </a:rPr>
              <a:t>lapanao</a:t>
            </a:r>
            <a:r>
              <a:rPr lang="en-US" sz="6600" dirty="0" smtClean="0">
                <a:latin typeface="Cambria" pitchFamily="18" charset="0"/>
              </a:rPr>
              <a:t>!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endParaRPr lang="fr-FR" sz="6600" dirty="0">
              <a:latin typeface="Cambria" pitchFamily="18" charset="0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182</Words>
  <Application>Microsoft Office PowerPoint</Application>
  <PresentationFormat>Affichage à l'écran (4:3)</PresentationFormat>
  <Paragraphs>50</Paragraphs>
  <Slides>10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1" baseType="lpstr">
      <vt:lpstr>Thème Office</vt:lpstr>
      <vt:lpstr>Hira 470</vt:lpstr>
      <vt:lpstr>Hira 470</vt:lpstr>
      <vt:lpstr>Hira 470</vt:lpstr>
      <vt:lpstr>Hira 470</vt:lpstr>
      <vt:lpstr>Hira 470</vt:lpstr>
      <vt:lpstr>Hira 470</vt:lpstr>
      <vt:lpstr>Hira 470</vt:lpstr>
      <vt:lpstr>Hira 470</vt:lpstr>
      <vt:lpstr>Hira 470</vt:lpstr>
      <vt:lpstr>Hira 470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470</dc:title>
  <dc:creator>M</dc:creator>
  <cp:lastModifiedBy>FJKM MANDROSOA ILAFY</cp:lastModifiedBy>
  <cp:revision>4</cp:revision>
  <dcterms:created xsi:type="dcterms:W3CDTF">2012-10-02T21:56:17Z</dcterms:created>
  <dcterms:modified xsi:type="dcterms:W3CDTF">2018-06-10T08:23:32Z</dcterms:modified>
</cp:coreProperties>
</file>