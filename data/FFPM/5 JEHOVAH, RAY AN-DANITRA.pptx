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52" y="571480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Jehovah, Ray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Tsinjovy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Jehovah, Ray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Ekeo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900118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Jehovah, Ray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mahari-po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helokay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5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50125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Jehovah Ray!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itokianay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Ambara-pahafatinay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Hisaoranay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75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</vt:lpstr>
      <vt:lpstr>HIRA 5</vt:lpstr>
      <vt:lpstr>HIRA 5</vt:lpstr>
      <vt:lpstr>HIRA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M</cp:lastModifiedBy>
  <cp:revision>8</cp:revision>
  <dcterms:created xsi:type="dcterms:W3CDTF">2012-10-21T19:49:29Z</dcterms:created>
  <dcterms:modified xsi:type="dcterms:W3CDTF">2014-05-28T09:26:39Z</dcterms:modified>
</cp:coreProperties>
</file>