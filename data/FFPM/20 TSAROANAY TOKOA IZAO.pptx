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46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928670"/>
            <a:ext cx="8643998" cy="5626121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Tsaroanay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noraisinay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tapaka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t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Andriananaharinay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endParaRPr lang="fr-FR" sz="6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714356"/>
            <a:ext cx="8258204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itodihana</a:t>
            </a:r>
            <a:endParaRPr lang="fr-FR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mampiseho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tanam-pitiavana</a:t>
            </a:r>
            <a:endParaRPr lang="fr-FR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Miahy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manasoa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2296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3. He! Koa '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ty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andronay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ity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diavinay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voahodidina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ery</a:t>
            </a:r>
            <a:endParaRPr lang="fr-FR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fitahiana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001188" cy="58579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tokinay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arovanao</a:t>
            </a:r>
            <a:endParaRPr lang="en-US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ampitso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rahatrizay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miankina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2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000232" y="0"/>
            <a:ext cx="55007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solidFill>
                  <a:srgbClr val="0070C0"/>
                </a:solidFill>
                <a:latin typeface="Cambria" pitchFamily="18" charset="0"/>
              </a:rPr>
              <a:t>HIRA 20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357166"/>
            <a:ext cx="9501222" cy="62151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5. Ka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velomy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re</a:t>
            </a: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Aty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anatinay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endParaRPr lang="en-US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Hahay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misaotra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endParaRPr lang="en-US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Rainay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famindram-po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 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571472" y="1"/>
            <a:ext cx="72866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solidFill>
                  <a:srgbClr val="0070C0"/>
                </a:solidFill>
                <a:latin typeface="Cambria" pitchFamily="18" charset="0"/>
              </a:rPr>
              <a:t>HIRA 20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101</Words>
  <PresentationFormat>Affichage à l'écran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20</vt:lpstr>
      <vt:lpstr>HIRA 20</vt:lpstr>
      <vt:lpstr>HIRA 20</vt:lpstr>
      <vt:lpstr>Diapositive 4</vt:lpstr>
      <vt:lpstr>Diapositive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20: 1, 2, 3</dc:title>
  <dc:creator>M</dc:creator>
  <cp:lastModifiedBy>M</cp:lastModifiedBy>
  <cp:revision>15</cp:revision>
  <dcterms:created xsi:type="dcterms:W3CDTF">2012-10-03T08:35:23Z</dcterms:created>
  <dcterms:modified xsi:type="dcterms:W3CDTF">2014-05-28T10:50:20Z</dcterms:modified>
</cp:coreProperties>
</file>