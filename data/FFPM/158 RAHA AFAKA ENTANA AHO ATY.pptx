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3" r:id="rId3"/>
    <p:sldId id="269" r:id="rId4"/>
    <p:sldId id="272" r:id="rId5"/>
    <p:sldId id="270" r:id="rId6"/>
    <p:sldId id="27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1142984"/>
            <a:ext cx="942972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1. Raha afaka entana aho aty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Ka tody any an-danitra ary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Ny hanakaiky Ilay Tompo tia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No hifaliako mandrakizay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28681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Satriko re ny hanome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Saotra tokoa eran'ny fo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An'Ilay maty fa velona indray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Hatrehiko ao anilan'ny Ray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714356"/>
            <a:ext cx="942972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2. 'Ndrey ny haren'izao antrany izao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Izay handovako ilay tany vaovao !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Fa ny hahita ny tavany ao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No hiadanako mandrakizay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28681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Satriko re ny hanome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Saotra tokoa eran'ny fo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An'Ilay maty fa velona indray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Hatrehiko ao anilan'ny Ray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714356"/>
            <a:ext cx="9715568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3. Hava-malala hihaonako ao,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Hobin-tra-bonjy hiaraha-manao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Mamy indrindra anefa izao ;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Kristy hatrehiko mandrakizay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28681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Satriko re ny hanome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Saotra tokoa eran'ny fo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An'Ilay maty fa velona indray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Hatrehiko ao anilan'ny Ray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121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158</vt:lpstr>
      <vt:lpstr>HIRA 158</vt:lpstr>
      <vt:lpstr>HIRA 158</vt:lpstr>
      <vt:lpstr>HIRA 158</vt:lpstr>
      <vt:lpstr>HIRA 158</vt:lpstr>
      <vt:lpstr>HIRA 158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M</cp:lastModifiedBy>
  <cp:revision>13</cp:revision>
  <dcterms:created xsi:type="dcterms:W3CDTF">2012-10-03T08:15:06Z</dcterms:created>
  <dcterms:modified xsi:type="dcterms:W3CDTF">2013-07-25T18:01:14Z</dcterms:modified>
</cp:coreProperties>
</file>