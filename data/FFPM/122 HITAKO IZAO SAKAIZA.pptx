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 autoAdjust="0"/>
    <p:restoredTop sz="94647" autoAdjust="0"/>
  </p:normalViewPr>
  <p:slideViewPr>
    <p:cSldViewPr>
      <p:cViewPr varScale="1">
        <p:scale>
          <a:sx n="44" d="100"/>
          <a:sy n="44" d="100"/>
        </p:scale>
        <p:origin x="-96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35608" y="0"/>
            <a:ext cx="6851168" cy="1000108"/>
          </a:xfrm>
        </p:spPr>
        <p:txBody>
          <a:bodyPr>
            <a:normAutofit/>
          </a:bodyPr>
          <a:lstStyle/>
          <a:p>
            <a:pPr algn="ctr"/>
            <a:r>
              <a:rPr lang="fr-FR" sz="4400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sz="4400" b="1" dirty="0" smtClean="0">
                <a:solidFill>
                  <a:schemeClr val="tx2"/>
                </a:solidFill>
                <a:latin typeface="Cambria" pitchFamily="18" charset="0"/>
              </a:rPr>
              <a:t>122</a:t>
            </a:r>
            <a:endParaRPr lang="fr-FR" sz="4400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071546"/>
            <a:ext cx="9144000" cy="578645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1. </a:t>
            </a:r>
            <a:r>
              <a:rPr lang="en-US" sz="6600" dirty="0" err="1" smtClean="0">
                <a:latin typeface="Cambria" pitchFamily="18" charset="0"/>
              </a:rPr>
              <a:t>Hitako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izao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sakaiza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fahasambarana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Ka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foko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faly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ravo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Manam-piadanana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35608" y="0"/>
            <a:ext cx="6851168" cy="1000108"/>
          </a:xfrm>
        </p:spPr>
        <p:txBody>
          <a:bodyPr>
            <a:normAutofit/>
          </a:bodyPr>
          <a:lstStyle/>
          <a:p>
            <a:pPr algn="ctr"/>
            <a:r>
              <a:rPr lang="fr-FR" sz="4400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sz="4400" b="1" dirty="0" smtClean="0">
                <a:solidFill>
                  <a:schemeClr val="tx2"/>
                </a:solidFill>
                <a:latin typeface="Cambria" pitchFamily="18" charset="0"/>
              </a:rPr>
              <a:t>122</a:t>
            </a:r>
            <a:endParaRPr lang="fr-FR" sz="4400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071546"/>
            <a:ext cx="9144000" cy="578645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Teo</a:t>
            </a:r>
            <a:r>
              <a:rPr lang="en-US" sz="6600" dirty="0" smtClean="0">
                <a:latin typeface="Cambria" pitchFamily="18" charset="0"/>
              </a:rPr>
              <a:t> am-</a:t>
            </a:r>
            <a:r>
              <a:rPr lang="en-US" sz="6600" dirty="0" err="1" smtClean="0">
                <a:latin typeface="Cambria" pitchFamily="18" charset="0"/>
              </a:rPr>
              <a:t>pototry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hazo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Nijalian'ny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Tompoko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Teo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aho</a:t>
            </a:r>
            <a:r>
              <a:rPr lang="en-US" sz="6600" dirty="0" smtClean="0">
                <a:latin typeface="Cambria" pitchFamily="18" charset="0"/>
              </a:rPr>
              <a:t> no </a:t>
            </a:r>
            <a:r>
              <a:rPr lang="en-US" sz="6600" dirty="0" err="1" smtClean="0">
                <a:latin typeface="Cambria" pitchFamily="18" charset="0"/>
              </a:rPr>
              <a:t>nahazo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Famelana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heloka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35608" y="0"/>
            <a:ext cx="6851168" cy="1000108"/>
          </a:xfrm>
        </p:spPr>
        <p:txBody>
          <a:bodyPr>
            <a:normAutofit/>
          </a:bodyPr>
          <a:lstStyle/>
          <a:p>
            <a:pPr algn="ctr"/>
            <a:r>
              <a:rPr lang="fr-FR" sz="4400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sz="4400" b="1" dirty="0" smtClean="0">
                <a:solidFill>
                  <a:schemeClr val="tx2"/>
                </a:solidFill>
                <a:latin typeface="Cambria" pitchFamily="18" charset="0"/>
              </a:rPr>
              <a:t>122</a:t>
            </a:r>
            <a:endParaRPr lang="fr-FR" sz="4400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071546"/>
            <a:ext cx="9144000" cy="578645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2. He!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indrafo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niriko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Efa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azoko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tokoa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Ka </a:t>
            </a:r>
            <a:r>
              <a:rPr lang="en-US" sz="6600" dirty="0" err="1" smtClean="0">
                <a:latin typeface="Cambria" pitchFamily="18" charset="0"/>
              </a:rPr>
              <a:t>jesosy</a:t>
            </a:r>
            <a:r>
              <a:rPr lang="en-US" sz="6600" dirty="0" smtClean="0">
                <a:latin typeface="Cambria" pitchFamily="18" charset="0"/>
              </a:rPr>
              <a:t> no </a:t>
            </a:r>
            <a:r>
              <a:rPr lang="en-US" sz="6600" dirty="0" err="1" smtClean="0">
                <a:latin typeface="Cambria" pitchFamily="18" charset="0"/>
              </a:rPr>
              <a:t>fidiko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fototry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soa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35608" y="0"/>
            <a:ext cx="6851168" cy="1000108"/>
          </a:xfrm>
        </p:spPr>
        <p:txBody>
          <a:bodyPr>
            <a:normAutofit/>
          </a:bodyPr>
          <a:lstStyle/>
          <a:p>
            <a:pPr algn="ctr"/>
            <a:r>
              <a:rPr lang="fr-FR" sz="4400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sz="4400" b="1" dirty="0" smtClean="0">
                <a:solidFill>
                  <a:schemeClr val="tx2"/>
                </a:solidFill>
                <a:latin typeface="Cambria" pitchFamily="18" charset="0"/>
              </a:rPr>
              <a:t>122</a:t>
            </a:r>
            <a:endParaRPr lang="fr-FR" sz="4400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071546"/>
            <a:ext cx="9144000" cy="578645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He!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rany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sarobidy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Nanadio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otako</a:t>
            </a:r>
            <a:r>
              <a:rPr lang="en-US" sz="6600" dirty="0" smtClean="0">
                <a:latin typeface="Cambria" pitchFamily="18" charset="0"/>
              </a:rPr>
              <a:t>: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Izaho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efa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voavidy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Lanitra</a:t>
            </a:r>
            <a:r>
              <a:rPr lang="en-US" sz="6600" dirty="0" smtClean="0">
                <a:latin typeface="Cambria" pitchFamily="18" charset="0"/>
              </a:rPr>
              <a:t> no </a:t>
            </a:r>
            <a:r>
              <a:rPr lang="en-US" sz="6600" dirty="0" err="1" smtClean="0">
                <a:latin typeface="Cambria" pitchFamily="18" charset="0"/>
              </a:rPr>
              <a:t>lovako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35608" y="0"/>
            <a:ext cx="6851168" cy="1000108"/>
          </a:xfrm>
        </p:spPr>
        <p:txBody>
          <a:bodyPr>
            <a:normAutofit/>
          </a:bodyPr>
          <a:lstStyle/>
          <a:p>
            <a:pPr algn="ctr"/>
            <a:r>
              <a:rPr lang="fr-FR" sz="4400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sz="4400" b="1" dirty="0" smtClean="0">
                <a:solidFill>
                  <a:schemeClr val="tx2"/>
                </a:solidFill>
                <a:latin typeface="Cambria" pitchFamily="18" charset="0"/>
              </a:rPr>
              <a:t>122</a:t>
            </a:r>
            <a:endParaRPr lang="fr-FR" sz="4400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071546"/>
            <a:ext cx="9144000" cy="578645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3. </a:t>
            </a:r>
            <a:r>
              <a:rPr lang="en-US" sz="6600" dirty="0" err="1" smtClean="0">
                <a:latin typeface="Cambria" pitchFamily="18" charset="0"/>
              </a:rPr>
              <a:t>Tena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soa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mahagaga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Izao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nomenao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ahy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izaho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mpanota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Dia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nohavaninao</a:t>
            </a:r>
            <a:r>
              <a:rPr lang="en-US" sz="6600" dirty="0" smtClean="0">
                <a:latin typeface="Cambria" pitchFamily="18" charset="0"/>
              </a:rPr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35608" y="0"/>
            <a:ext cx="6851168" cy="1000108"/>
          </a:xfrm>
        </p:spPr>
        <p:txBody>
          <a:bodyPr>
            <a:normAutofit/>
          </a:bodyPr>
          <a:lstStyle/>
          <a:p>
            <a:pPr algn="ctr"/>
            <a:r>
              <a:rPr lang="fr-FR" sz="4400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sz="4400" b="1" dirty="0" smtClean="0">
                <a:solidFill>
                  <a:schemeClr val="tx2"/>
                </a:solidFill>
                <a:latin typeface="Cambria" pitchFamily="18" charset="0"/>
              </a:rPr>
              <a:t>122</a:t>
            </a:r>
            <a:endParaRPr lang="fr-FR" sz="4400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071546"/>
            <a:ext cx="9144000" cy="578645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Ka </a:t>
            </a:r>
            <a:r>
              <a:rPr lang="en-US" sz="6600" dirty="0" err="1" smtClean="0">
                <a:latin typeface="Cambria" pitchFamily="18" charset="0"/>
              </a:rPr>
              <a:t>izaho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dia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hidera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Izato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fitiavanao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Ary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koa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hanambara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Jeso</a:t>
            </a:r>
            <a:r>
              <a:rPr lang="en-US" sz="6600" dirty="0" smtClean="0">
                <a:latin typeface="Cambria" pitchFamily="18" charset="0"/>
              </a:rPr>
              <a:t> ô!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herinao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35608" y="0"/>
            <a:ext cx="6851168" cy="1000108"/>
          </a:xfrm>
        </p:spPr>
        <p:txBody>
          <a:bodyPr>
            <a:normAutofit/>
          </a:bodyPr>
          <a:lstStyle/>
          <a:p>
            <a:pPr algn="ctr"/>
            <a:r>
              <a:rPr lang="fr-FR" sz="4400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sz="4400" b="1" dirty="0" smtClean="0">
                <a:solidFill>
                  <a:schemeClr val="tx2"/>
                </a:solidFill>
                <a:latin typeface="Cambria" pitchFamily="18" charset="0"/>
              </a:rPr>
              <a:t>122</a:t>
            </a:r>
            <a:endParaRPr lang="fr-FR" sz="4400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071546"/>
            <a:ext cx="9144000" cy="578645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4. </a:t>
            </a: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Mpamonjy</a:t>
            </a:r>
            <a:r>
              <a:rPr lang="en-US" sz="6600" dirty="0" smtClean="0">
                <a:latin typeface="Cambria" pitchFamily="18" charset="0"/>
              </a:rPr>
              <a:t> ô! </a:t>
            </a: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raiso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Izao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fisaorako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izao</a:t>
            </a:r>
            <a:r>
              <a:rPr lang="en-US" sz="66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Ka </a:t>
            </a:r>
            <a:r>
              <a:rPr lang="en-US" sz="6600" dirty="0" err="1" smtClean="0">
                <a:latin typeface="Cambria" pitchFamily="18" charset="0"/>
              </a:rPr>
              <a:t>izay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rehetra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ahy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Dia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atolotro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35608" y="0"/>
            <a:ext cx="6851168" cy="1000108"/>
          </a:xfrm>
        </p:spPr>
        <p:txBody>
          <a:bodyPr>
            <a:normAutofit/>
          </a:bodyPr>
          <a:lstStyle/>
          <a:p>
            <a:pPr algn="ctr"/>
            <a:r>
              <a:rPr lang="fr-FR" sz="4400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sz="4400" b="1" dirty="0" smtClean="0">
                <a:solidFill>
                  <a:schemeClr val="tx2"/>
                </a:solidFill>
                <a:latin typeface="Cambria" pitchFamily="18" charset="0"/>
              </a:rPr>
              <a:t>122</a:t>
            </a:r>
            <a:endParaRPr lang="fr-FR" sz="4400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071546"/>
            <a:ext cx="9144000" cy="578645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Raha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tonga</a:t>
            </a:r>
            <a:r>
              <a:rPr lang="en-US" sz="6600" dirty="0" smtClean="0">
                <a:latin typeface="Cambria" pitchFamily="18" charset="0"/>
              </a:rPr>
              <a:t> re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fetra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Hialoka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sasatra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Ento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aho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hitoetra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Eo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anilanao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ary</a:t>
            </a:r>
            <a:r>
              <a:rPr lang="en-US" sz="6600" dirty="0" smtClean="0">
                <a:latin typeface="Cambria" pitchFamily="18" charset="0"/>
              </a:rPr>
              <a:t>.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156</Words>
  <PresentationFormat>Affichage à l'écran (4:3)</PresentationFormat>
  <Paragraphs>40</Paragraphs>
  <Slides>8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9" baseType="lpstr">
      <vt:lpstr>Thème Office</vt:lpstr>
      <vt:lpstr>HIRA 122</vt:lpstr>
      <vt:lpstr>HIRA 122</vt:lpstr>
      <vt:lpstr>HIRA 122</vt:lpstr>
      <vt:lpstr>HIRA 122</vt:lpstr>
      <vt:lpstr>HIRA 122</vt:lpstr>
      <vt:lpstr>HIRA 122</vt:lpstr>
      <vt:lpstr>HIRA 122</vt:lpstr>
      <vt:lpstr>HIRA 122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115</dc:title>
  <dc:creator>M</dc:creator>
  <cp:lastModifiedBy>M</cp:lastModifiedBy>
  <cp:revision>13</cp:revision>
  <dcterms:created xsi:type="dcterms:W3CDTF">2012-10-21T18:56:48Z</dcterms:created>
  <dcterms:modified xsi:type="dcterms:W3CDTF">2013-07-03T06:33:23Z</dcterms:modified>
</cp:coreProperties>
</file>