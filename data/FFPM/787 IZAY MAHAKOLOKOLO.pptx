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718" autoAdjust="0"/>
    <p:restoredTop sz="94660"/>
  </p:normalViewPr>
  <p:slideViewPr>
    <p:cSldViewPr>
      <p:cViewPr varScale="1">
        <p:scale>
          <a:sx n="60" d="100"/>
          <a:sy n="60" d="100"/>
        </p:scale>
        <p:origin x="-110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mahakolokolo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No </a:t>
            </a:r>
            <a:r>
              <a:rPr lang="fr-FR" sz="6600" dirty="0" err="1" smtClean="0">
                <a:latin typeface="Cambria" pitchFamily="18" charset="0"/>
              </a:rPr>
              <a:t>manana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soa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Zahao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tanimboly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fatratra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tokoa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he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ireo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voninkazo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Mamerovero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Toa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nofy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handazo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Andeha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jereo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lreo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mahavatra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Handray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voka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tsoa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tena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hahantra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reraka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tokoa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Jereo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ireo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taninketsa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Mampanantena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voa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soa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manam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petra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hanim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be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tokoa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</a:t>
            </a:r>
            <a:r>
              <a:rPr lang="fr-FR" sz="6600" dirty="0" err="1" smtClean="0">
                <a:latin typeface="Cambria" pitchFamily="18" charset="0"/>
              </a:rPr>
              <a:t>Izahay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ray </a:t>
            </a: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reny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No </a:t>
            </a:r>
            <a:r>
              <a:rPr lang="fr-FR" sz="6600" dirty="0" err="1" smtClean="0">
                <a:latin typeface="Cambria" pitchFamily="18" charset="0"/>
              </a:rPr>
              <a:t>voninkazo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koa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Hamerovero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An-</a:t>
            </a:r>
            <a:r>
              <a:rPr lang="fr-FR" sz="6600" dirty="0" err="1" smtClean="0">
                <a:latin typeface="Cambria" pitchFamily="18" charset="0"/>
              </a:rPr>
              <a:t>tokatrano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soa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Tezao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hihatsara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fofo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manitray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harahin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tsento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toetra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anananay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4. </a:t>
            </a:r>
            <a:r>
              <a:rPr lang="fr-FR" sz="6600" dirty="0" err="1" smtClean="0">
                <a:latin typeface="Cambria" pitchFamily="18" charset="0"/>
              </a:rPr>
              <a:t>Izahay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toy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ketsa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vanona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tokoa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Hamoa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fetra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tena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hahasoa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787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fiangonantsika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Hahita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valiny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fivavahantsika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Handroso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hery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koa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143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787</vt:lpstr>
      <vt:lpstr>HIRA 787</vt:lpstr>
      <vt:lpstr>HIRA 787</vt:lpstr>
      <vt:lpstr>HIRA 787</vt:lpstr>
      <vt:lpstr>HIRA 787</vt:lpstr>
      <vt:lpstr>HIRA 787</vt:lpstr>
      <vt:lpstr>HIRA 787</vt:lpstr>
      <vt:lpstr>HIRA 787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17</cp:revision>
  <dcterms:created xsi:type="dcterms:W3CDTF">2012-12-02T01:28:21Z</dcterms:created>
  <dcterms:modified xsi:type="dcterms:W3CDTF">2012-12-28T19:46:54Z</dcterms:modified>
</cp:coreProperties>
</file>