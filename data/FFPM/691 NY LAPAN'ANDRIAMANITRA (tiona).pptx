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5" r:id="rId5"/>
    <p:sldId id="268" r:id="rId6"/>
    <p:sldId id="27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862" autoAdjust="0"/>
    <p:restoredTop sz="94660"/>
  </p:normalViewPr>
  <p:slideViewPr>
    <p:cSldViewPr>
      <p:cViewPr varScale="1">
        <p:scale>
          <a:sx n="52" d="100"/>
          <a:sy n="52" d="100"/>
        </p:scale>
        <p:origin x="-102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31/05/2015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lapan</a:t>
            </a:r>
            <a:r>
              <a:rPr lang="fr-FR" sz="6600" dirty="0" smtClean="0">
                <a:latin typeface="Cambria" pitchFamily="18" charset="0"/>
              </a:rPr>
              <a:t>‘</a:t>
            </a:r>
          </a:p>
          <a:p>
            <a:pPr marL="1143000" indent="-1143000"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ivorian'ny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omby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alinalina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firenen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drehetra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samy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fomban</a:t>
            </a:r>
            <a:r>
              <a:rPr lang="fr-FR" sz="6600" dirty="0" smtClean="0">
                <a:latin typeface="Cambria" pitchFamily="18" charset="0"/>
              </a:rPr>
              <a:t>‘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Hizaha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tavan'olona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</a:t>
            </a:r>
            <a:r>
              <a:rPr lang="es-ES" sz="6600" dirty="0" err="1" smtClean="0">
                <a:latin typeface="Cambria" pitchFamily="18" charset="0"/>
              </a:rPr>
              <a:t>Ireny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naharitra</a:t>
            </a:r>
            <a:r>
              <a:rPr lang="es-E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hazo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fijaliana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nanao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henatra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tsinontsinona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Endrey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hafaliany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Mazava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tarehiny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Fafàn'Andriamanitra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ranomaso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latsaka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Ataony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Hoe</a:t>
            </a:r>
            <a:r>
              <a:rPr lang="fr-FR" sz="6600" dirty="0" smtClean="0">
                <a:latin typeface="Cambria" pitchFamily="18" charset="0"/>
              </a:rPr>
              <a:t>: "</a:t>
            </a:r>
            <a:r>
              <a:rPr lang="fr-FR" sz="6600" dirty="0" err="1" smtClean="0">
                <a:latin typeface="Cambria" pitchFamily="18" charset="0"/>
              </a:rPr>
              <a:t>Voavono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Zanak'ondrinay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nanavotanao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."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dia </a:t>
            </a:r>
            <a:r>
              <a:rPr lang="fr-FR" sz="6600" dirty="0" err="1" smtClean="0">
                <a:latin typeface="Cambria" pitchFamily="18" charset="0"/>
              </a:rPr>
              <a:t>milatsaka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isan'ny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mpanomponao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dianao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123</Words>
  <PresentationFormat>Affichage à l'écran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691</vt:lpstr>
      <vt:lpstr>HIRA 691</vt:lpstr>
      <vt:lpstr>HIRA 691</vt:lpstr>
      <vt:lpstr>HIRA 691</vt:lpstr>
      <vt:lpstr>HIRA 691</vt:lpstr>
      <vt:lpstr>HIRA 691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13</cp:revision>
  <dcterms:created xsi:type="dcterms:W3CDTF">2012-12-02T01:28:21Z</dcterms:created>
  <dcterms:modified xsi:type="dcterms:W3CDTF">2015-05-31T05:02:31Z</dcterms:modified>
</cp:coreProperties>
</file>