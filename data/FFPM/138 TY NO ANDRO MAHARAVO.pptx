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8" r:id="rId3"/>
    <p:sldId id="272" r:id="rId4"/>
    <p:sldId id="275" r:id="rId5"/>
    <p:sldId id="273" r:id="rId6"/>
    <p:sldId id="279" r:id="rId7"/>
    <p:sldId id="274" r:id="rId8"/>
    <p:sldId id="280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Ty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maharavo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fifalianay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Lay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lavo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571612"/>
            <a:ext cx="8643998" cy="52863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:,: Haleloia, haleloia!</a:t>
            </a:r>
          </a:p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Ho Anao Mpanjakanay.:,: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71406" y="714356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2. Azonao ny fandresena,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Mpamonjy velona!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Vitanao ny famonjena.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Tafatsangana Hianao.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571612"/>
            <a:ext cx="8643998" cy="52863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:,: Haleloia, haleloia!</a:t>
            </a:r>
          </a:p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Ho Anao Mpanjakanay.:,: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3. Resinao ny </a:t>
            </a: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fahotana</a:t>
            </a:r>
            <a:endParaRPr lang="fi-FI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Voavoha ny fasanao;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Torotoro re Satana;</a:t>
            </a: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Afaka ny olonao,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571612"/>
            <a:ext cx="8643998" cy="52863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:,: Haleloia, haleloia!</a:t>
            </a:r>
          </a:p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Ho Anao Mpanjakanay.:,: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571480"/>
            <a:ext cx="8715436" cy="628652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4. Ry Mpandresy </a:t>
            </a: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fandozana</a:t>
            </a:r>
            <a:endParaRPr lang="fi-FI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Raisonao ny </a:t>
            </a: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hajanay</a:t>
            </a:r>
            <a:endParaRPr lang="fi-FI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Ry Mpamonjy! </a:t>
            </a: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Mitantàna</a:t>
            </a:r>
            <a:endParaRPr lang="fi-FI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Tano ho Anao </a:t>
            </a: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'Zahay</a:t>
            </a:r>
            <a:endParaRPr lang="fi-FI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138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571612"/>
            <a:ext cx="8643998" cy="528638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:,: Haleloia, haleloia!</a:t>
            </a:r>
          </a:p>
          <a:p>
            <a:pPr algn="ctr">
              <a:buNone/>
            </a:pPr>
            <a:r>
              <a:rPr lang="fi-FI" sz="6600" b="1" dirty="0" smtClean="0">
                <a:solidFill>
                  <a:srgbClr val="002060"/>
                </a:solidFill>
                <a:latin typeface="Cambria" pitchFamily="18" charset="0"/>
              </a:rPr>
              <a:t>Ho Anao Mpanjakanay.:,: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138</vt:lpstr>
      <vt:lpstr>HIRA 138</vt:lpstr>
      <vt:lpstr>HIRA 138</vt:lpstr>
      <vt:lpstr>HIRA 138</vt:lpstr>
      <vt:lpstr>HIRA 138</vt:lpstr>
      <vt:lpstr>HIRA 138</vt:lpstr>
      <vt:lpstr>HIRA 138</vt:lpstr>
      <vt:lpstr>HIRA 138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5</cp:revision>
  <dcterms:created xsi:type="dcterms:W3CDTF">2012-11-04T17:23:48Z</dcterms:created>
  <dcterms:modified xsi:type="dcterms:W3CDTF">2014-06-07T18:02:53Z</dcterms:modified>
</cp:coreProperties>
</file>