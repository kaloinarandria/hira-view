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43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13/10/2013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smtClean="0">
                <a:latin typeface="Cambria" pitchFamily="18" charset="0"/>
              </a:rPr>
              <a:t>HIRA 201 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Midina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Tomponay</a:t>
            </a:r>
            <a:r>
              <a:rPr lang="en-US" sz="7200" dirty="0" smtClean="0"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Ampionao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Hidera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smtClean="0">
                <a:latin typeface="Cambria" pitchFamily="18" charset="0"/>
              </a:rPr>
              <a:t>HIRA 201 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Ray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tanjakay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hotompoinay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</a:t>
            </a:r>
            <a:r>
              <a:rPr lang="en-US" sz="7200" dirty="0" err="1" smtClean="0">
                <a:latin typeface="Cambria" pitchFamily="18" charset="0"/>
              </a:rPr>
              <a:t>Mandrakizay</a:t>
            </a:r>
            <a:r>
              <a:rPr lang="en-US" sz="72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smtClean="0">
                <a:latin typeface="Cambria" pitchFamily="18" charset="0"/>
              </a:rPr>
              <a:t>HIRA 201 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2. Avia, Jeso ô!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Reseo ny rafinay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Ho lavonao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smtClean="0">
                <a:latin typeface="Cambria" pitchFamily="18" charset="0"/>
              </a:rPr>
              <a:t>HIRA 201 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Arovy izahay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Amin'ny herinao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Ny fitarainanay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:,: Henoinao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smtClean="0">
                <a:latin typeface="Cambria" pitchFamily="18" charset="0"/>
              </a:rPr>
              <a:t>HIRA 201 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85860"/>
            <a:ext cx="8929718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3. Fanahy Masina ô!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Tariho izahay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Hanaiky 'zao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smtClean="0">
                <a:latin typeface="Cambria" pitchFamily="18" charset="0"/>
              </a:rPr>
              <a:t>HIRA 201 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Mahery Ianao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Ny fonay anjakao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Aza ilaozanao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:,: Mpananatra ô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smtClean="0">
                <a:latin typeface="Cambria" pitchFamily="18" charset="0"/>
              </a:rPr>
              <a:t>HIRA 201 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571612"/>
            <a:ext cx="8929718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4. Ry Telo 'zay Iray!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Dera mandrakizay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Omena Anao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smtClean="0">
                <a:latin typeface="Cambria" pitchFamily="18" charset="0"/>
              </a:rPr>
              <a:t>HIRA 201 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Ny voninahitrao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Aoka ho hitanay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Ka raisonao 'zahay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:,: Ho aminao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104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201 </vt:lpstr>
      <vt:lpstr>HIRA 201 </vt:lpstr>
      <vt:lpstr>HIRA 201 </vt:lpstr>
      <vt:lpstr>HIRA 201 </vt:lpstr>
      <vt:lpstr>HIRA 201 </vt:lpstr>
      <vt:lpstr>HIRA 201 </vt:lpstr>
      <vt:lpstr>HIRA 201 </vt:lpstr>
      <vt:lpstr>HIRA 201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5</cp:revision>
  <dcterms:created xsi:type="dcterms:W3CDTF">2012-10-03T08:17:13Z</dcterms:created>
  <dcterms:modified xsi:type="dcterms:W3CDTF">2013-10-13T05:16:09Z</dcterms:modified>
</cp:coreProperties>
</file>