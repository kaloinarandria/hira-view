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7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 smtClean="0">
                <a:solidFill>
                  <a:srgbClr val="002060"/>
                </a:solidFill>
              </a:rPr>
              <a:t>Hira</a:t>
            </a:r>
            <a:r>
              <a:rPr lang="fr-FR" b="1" dirty="0" smtClean="0">
                <a:solidFill>
                  <a:srgbClr val="002060"/>
                </a:solidFill>
              </a:rPr>
              <a:t> 334: </a:t>
            </a:r>
            <a:endParaRPr lang="fr-FR" b="1" dirty="0">
              <a:solidFill>
                <a:srgbClr val="00206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142984"/>
            <a:ext cx="8715404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>
                <a:latin typeface="Cambria" pitchFamily="18" charset="0"/>
              </a:rPr>
              <a:t>1. </a:t>
            </a:r>
            <a:r>
              <a:rPr lang="en-US" sz="7200" dirty="0" err="1">
                <a:latin typeface="Cambria" pitchFamily="18" charset="0"/>
              </a:rPr>
              <a:t>Sambatra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ny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sofiko</a:t>
            </a:r>
            <a:endParaRPr lang="fr-FR" sz="7200" dirty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>
                <a:latin typeface="Cambria" pitchFamily="18" charset="0"/>
              </a:rPr>
              <a:t>Fa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mandre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ny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teny</a:t>
            </a:r>
            <a:endParaRPr lang="fr-FR" sz="7200" dirty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>
                <a:latin typeface="Cambria" pitchFamily="18" charset="0"/>
              </a:rPr>
              <a:t>Tenin'i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Jesosiko</a:t>
            </a:r>
            <a:r>
              <a:rPr lang="en-US" sz="7200" dirty="0">
                <a:latin typeface="Cambria" pitchFamily="18" charset="0"/>
              </a:rPr>
              <a:t>,</a:t>
            </a:r>
            <a:endParaRPr lang="fr-FR" sz="7200" dirty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>
                <a:latin typeface="Cambria" pitchFamily="18" charset="0"/>
              </a:rPr>
              <a:t>Tenim-pamonjeny</a:t>
            </a:r>
            <a:r>
              <a:rPr lang="en-US" sz="7200" dirty="0">
                <a:latin typeface="Cambria" pitchFamily="18" charset="0"/>
              </a:rPr>
              <a:t>.</a:t>
            </a:r>
            <a:endParaRPr lang="fr-FR" sz="7200" dirty="0">
              <a:latin typeface="Cambria" pitchFamily="18" charset="0"/>
            </a:endParaRP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 smtClean="0">
                <a:solidFill>
                  <a:srgbClr val="002060"/>
                </a:solidFill>
              </a:rPr>
              <a:t>Hira</a:t>
            </a:r>
            <a:r>
              <a:rPr lang="fr-FR" b="1" dirty="0" smtClean="0">
                <a:solidFill>
                  <a:srgbClr val="002060"/>
                </a:solidFill>
              </a:rPr>
              <a:t> 334: </a:t>
            </a:r>
            <a:endParaRPr lang="fr-FR" b="1" dirty="0">
              <a:solidFill>
                <a:srgbClr val="00206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285860"/>
            <a:ext cx="8258204" cy="55721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>
                <a:latin typeface="Cambria" pitchFamily="18" charset="0"/>
              </a:rPr>
              <a:t>He! </a:t>
            </a:r>
            <a:r>
              <a:rPr lang="en-US" sz="7200" dirty="0" err="1">
                <a:latin typeface="Cambria" pitchFamily="18" charset="0"/>
              </a:rPr>
              <a:t>Izaho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tiany</a:t>
            </a:r>
            <a:endParaRPr lang="fr-FR" sz="7200" dirty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>
                <a:latin typeface="Cambria" pitchFamily="18" charset="0"/>
              </a:rPr>
              <a:t>Mba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hiara-dia</a:t>
            </a:r>
            <a:endParaRPr lang="fr-FR" sz="7200" dirty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>
                <a:latin typeface="Cambria" pitchFamily="18" charset="0"/>
              </a:rPr>
              <a:t>Sy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hianatr</a:t>
            </a:r>
            <a:r>
              <a:rPr lang="en-US" sz="7200" i="1" dirty="0" err="1">
                <a:latin typeface="Cambria" pitchFamily="18" charset="0"/>
              </a:rPr>
              <a:t>a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aminy</a:t>
            </a:r>
            <a:endParaRPr lang="fr-FR" sz="7200" dirty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>
                <a:latin typeface="Cambria" pitchFamily="18" charset="0"/>
              </a:rPr>
              <a:t>Ary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tsy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hania</a:t>
            </a:r>
            <a:r>
              <a:rPr lang="en-US" sz="7200" dirty="0">
                <a:latin typeface="Cambria" pitchFamily="18" charset="0"/>
              </a:rPr>
              <a:t>.</a:t>
            </a:r>
            <a:endParaRPr lang="fr-FR" sz="7200" dirty="0">
              <a:latin typeface="Cambria" pitchFamily="18" charset="0"/>
            </a:endParaRP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 smtClean="0">
                <a:solidFill>
                  <a:srgbClr val="002060"/>
                </a:solidFill>
              </a:rPr>
              <a:t>Hira</a:t>
            </a:r>
            <a:r>
              <a:rPr lang="fr-FR" b="1" dirty="0" smtClean="0">
                <a:solidFill>
                  <a:srgbClr val="002060"/>
                </a:solidFill>
              </a:rPr>
              <a:t> 334: </a:t>
            </a:r>
            <a:endParaRPr lang="fr-FR" b="1" dirty="0">
              <a:solidFill>
                <a:srgbClr val="00206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285860"/>
            <a:ext cx="8258204" cy="55721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>
                <a:latin typeface="Cambria" pitchFamily="18" charset="0"/>
              </a:rPr>
              <a:t>2. </a:t>
            </a:r>
            <a:r>
              <a:rPr lang="en-US" sz="7200" dirty="0" err="1">
                <a:latin typeface="Cambria" pitchFamily="18" charset="0"/>
              </a:rPr>
              <a:t>Sarotra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ny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làlako</a:t>
            </a:r>
            <a:endParaRPr lang="fr-FR" sz="7200" dirty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>
                <a:latin typeface="Cambria" pitchFamily="18" charset="0"/>
              </a:rPr>
              <a:t>Sady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mampanahy</a:t>
            </a:r>
            <a:r>
              <a:rPr lang="en-US" sz="7200" dirty="0">
                <a:latin typeface="Cambria" pitchFamily="18" charset="0"/>
              </a:rPr>
              <a:t>,</a:t>
            </a:r>
            <a:endParaRPr lang="fr-FR" sz="7200" dirty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>
                <a:latin typeface="Cambria" pitchFamily="18" charset="0"/>
              </a:rPr>
              <a:t>Nefa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ny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Mpamonjiko</a:t>
            </a:r>
            <a:endParaRPr lang="fr-FR" sz="7200" dirty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>
                <a:latin typeface="Cambria" pitchFamily="18" charset="0"/>
              </a:rPr>
              <a:t>Mahatoky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ahy</a:t>
            </a:r>
            <a:r>
              <a:rPr lang="en-US" sz="7200" dirty="0">
                <a:latin typeface="Cambria" pitchFamily="18" charset="0"/>
              </a:rPr>
              <a:t>;</a:t>
            </a:r>
            <a:endParaRPr lang="fr-FR" sz="7200" dirty="0">
              <a:latin typeface="Cambria" pitchFamily="18" charset="0"/>
            </a:endParaRP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 smtClean="0">
                <a:solidFill>
                  <a:srgbClr val="002060"/>
                </a:solidFill>
              </a:rPr>
              <a:t>Hira</a:t>
            </a:r>
            <a:r>
              <a:rPr lang="fr-FR" b="1" dirty="0" smtClean="0">
                <a:solidFill>
                  <a:srgbClr val="002060"/>
                </a:solidFill>
              </a:rPr>
              <a:t> 334: </a:t>
            </a:r>
            <a:endParaRPr lang="fr-FR" b="1" dirty="0">
              <a:solidFill>
                <a:srgbClr val="00206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357298"/>
            <a:ext cx="8258204" cy="55007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>
                <a:latin typeface="Cambria" pitchFamily="18" charset="0"/>
              </a:rPr>
              <a:t>Vetivety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foana</a:t>
            </a:r>
            <a:endParaRPr lang="fr-FR" sz="7200" dirty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>
                <a:latin typeface="Cambria" pitchFamily="18" charset="0"/>
              </a:rPr>
              <a:t>Dia</a:t>
            </a:r>
            <a:r>
              <a:rPr lang="en-US" sz="7200" dirty="0">
                <a:latin typeface="Cambria" pitchFamily="18" charset="0"/>
              </a:rPr>
              <a:t> ho </a:t>
            </a:r>
            <a:r>
              <a:rPr lang="en-US" sz="7200" dirty="0" err="1">
                <a:latin typeface="Cambria" pitchFamily="18" charset="0"/>
              </a:rPr>
              <a:t>avy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Izy</a:t>
            </a:r>
            <a:endParaRPr lang="fr-FR" sz="7200" dirty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>
                <a:latin typeface="Cambria" pitchFamily="18" charset="0"/>
              </a:rPr>
              <a:t>Amim-boninahitra</a:t>
            </a:r>
            <a:r>
              <a:rPr lang="en-US" sz="7200" dirty="0">
                <a:latin typeface="Cambria" pitchFamily="18" charset="0"/>
              </a:rPr>
              <a:t>,</a:t>
            </a:r>
            <a:endParaRPr lang="fr-FR" sz="7200" dirty="0">
              <a:latin typeface="Cambria" pitchFamily="18" charset="0"/>
            </a:endParaRPr>
          </a:p>
          <a:p>
            <a:pPr>
              <a:buNone/>
            </a:pPr>
            <a:r>
              <a:rPr lang="en-US" sz="7200" dirty="0">
                <a:latin typeface="Cambria" pitchFamily="18" charset="0"/>
              </a:rPr>
              <a:t>Ka </a:t>
            </a:r>
            <a:r>
              <a:rPr lang="en-US" sz="7200" dirty="0" err="1">
                <a:latin typeface="Cambria" pitchFamily="18" charset="0"/>
              </a:rPr>
              <a:t>handray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ny</a:t>
            </a:r>
            <a:r>
              <a:rPr lang="en-US" sz="7200" dirty="0">
                <a:latin typeface="Cambria" pitchFamily="18" charset="0"/>
              </a:rPr>
              <a:t> </a:t>
            </a:r>
            <a:r>
              <a:rPr lang="en-US" sz="7200" dirty="0" err="1">
                <a:latin typeface="Cambria" pitchFamily="18" charset="0"/>
              </a:rPr>
              <a:t>Azy</a:t>
            </a:r>
            <a:r>
              <a:rPr lang="en-US" sz="7200" dirty="0">
                <a:latin typeface="Cambria" pitchFamily="18" charset="0"/>
              </a:rPr>
              <a:t>.</a:t>
            </a:r>
            <a:endParaRPr lang="fr-FR" sz="7200" dirty="0">
              <a:latin typeface="Cambria" pitchFamily="18" charset="0"/>
            </a:endParaRP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PresentationFormat>Affichage à l'écran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334: </vt:lpstr>
      <vt:lpstr>Hira 334: </vt:lpstr>
      <vt:lpstr>Hira 334: </vt:lpstr>
      <vt:lpstr>Hira 334: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334: </dc:title>
  <dc:creator>M</dc:creator>
  <cp:lastModifiedBy>M</cp:lastModifiedBy>
  <cp:revision>2</cp:revision>
  <dcterms:created xsi:type="dcterms:W3CDTF">2012-11-04T17:09:04Z</dcterms:created>
  <dcterms:modified xsi:type="dcterms:W3CDTF">2013-07-28T16:32:58Z</dcterms:modified>
</cp:coreProperties>
</file>