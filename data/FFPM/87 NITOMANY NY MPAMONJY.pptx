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21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Nitomany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nety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trabonjy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Israely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olony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2. Izy dia nanambara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Taminy ny teny tsara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Feno fitiavana.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3. Ka ny jamba, kilemaina,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Moana sy very saina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Dia nositraniny.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He,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vira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nody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nahita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ankamaroany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5. </a:t>
            </a:r>
            <a:r>
              <a:rPr lang="en-US" sz="7200" dirty="0" err="1" smtClean="0">
                <a:latin typeface="Cambria" pitchFamily="18" charset="0"/>
              </a:rPr>
              <a:t>Ary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lotika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fony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Koa </a:t>
            </a:r>
            <a:r>
              <a:rPr lang="en-US" sz="7200" dirty="0" err="1" smtClean="0">
                <a:latin typeface="Cambria" pitchFamily="18" charset="0"/>
              </a:rPr>
              <a:t>halany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Ony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Feno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6.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Mpamonjiko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malala</a:t>
            </a:r>
            <a:r>
              <a:rPr lang="en-US" sz="7200" dirty="0" smtClean="0"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Aoka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hahalala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fitomanianao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7. Ary hahalala koa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Fa ny soa mahavoa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Raha tsy horaisina.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112</Words>
  <PresentationFormat>Affichage à l'écran (4:3)</PresentationFormat>
  <Paragraphs>28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HIRA 87</vt:lpstr>
      <vt:lpstr>HIRA 87</vt:lpstr>
      <vt:lpstr>HIRA 87</vt:lpstr>
      <vt:lpstr>HIRA 87</vt:lpstr>
      <vt:lpstr>HIRA 87</vt:lpstr>
      <vt:lpstr>HIRA 87</vt:lpstr>
      <vt:lpstr>HIRA 87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14</cp:revision>
  <dcterms:created xsi:type="dcterms:W3CDTF">2012-12-08T21:27:25Z</dcterms:created>
  <dcterms:modified xsi:type="dcterms:W3CDTF">2013-08-18T03:13:13Z</dcterms:modified>
</cp:coreProperties>
</file>