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6" d="100"/>
          <a:sy n="46" d="100"/>
        </p:scale>
        <p:origin x="-102" y="-2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524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5720" y="928670"/>
            <a:ext cx="8858312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1. </a:t>
            </a:r>
            <a:r>
              <a:rPr lang="en-US" sz="7200" dirty="0" err="1" smtClean="0">
                <a:latin typeface="Cambria" pitchFamily="18" charset="0"/>
              </a:rPr>
              <a:t>Hitsahatra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aiza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foko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izao</a:t>
            </a:r>
            <a:r>
              <a:rPr lang="en-US" sz="7200" dirty="0" smtClean="0">
                <a:latin typeface="Cambria" pitchFamily="18" charset="0"/>
              </a:rPr>
              <a:t> ?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Ka </a:t>
            </a:r>
            <a:r>
              <a:rPr lang="en-US" sz="7200" dirty="0" err="1" smtClean="0">
                <a:latin typeface="Cambria" pitchFamily="18" charset="0"/>
              </a:rPr>
              <a:t>iza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ataonao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hiaro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anao</a:t>
            </a:r>
            <a:r>
              <a:rPr lang="en-US" sz="7200" dirty="0" smtClean="0">
                <a:latin typeface="Cambria" pitchFamily="18" charset="0"/>
              </a:rPr>
              <a:t>?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524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5720" y="785794"/>
            <a:ext cx="8858312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tany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va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misy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hitsaharan'ny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Na </a:t>
            </a:r>
            <a:r>
              <a:rPr lang="en-US" sz="7200" dirty="0" err="1" smtClean="0">
                <a:latin typeface="Cambria" pitchFamily="18" charset="0"/>
              </a:rPr>
              <a:t>lova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simba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tsy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mety</a:t>
            </a:r>
            <a:r>
              <a:rPr lang="en-US" sz="7200" dirty="0" smtClean="0">
                <a:latin typeface="Cambria" pitchFamily="18" charset="0"/>
              </a:rPr>
              <a:t> ho lo?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524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5720" y="928670"/>
            <a:ext cx="8858312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Tsia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tsia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tsy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aty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Izany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fa</a:t>
            </a:r>
            <a:r>
              <a:rPr lang="en-US" sz="7200" dirty="0" smtClean="0">
                <a:latin typeface="Cambria" pitchFamily="18" charset="0"/>
              </a:rPr>
              <a:t> any an-</a:t>
            </a:r>
            <a:r>
              <a:rPr lang="en-US" sz="7200" dirty="0" err="1" smtClean="0">
                <a:latin typeface="Cambria" pitchFamily="18" charset="0"/>
              </a:rPr>
              <a:t>danitra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ery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524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5688" y="928670"/>
            <a:ext cx="8858312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2. </a:t>
            </a:r>
            <a:r>
              <a:rPr lang="en-US" sz="7200" dirty="0" err="1" smtClean="0">
                <a:latin typeface="Cambria" pitchFamily="18" charset="0"/>
              </a:rPr>
              <a:t>Afoizo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tany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manindao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Katsaho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lanitra</a:t>
            </a:r>
            <a:r>
              <a:rPr lang="en-US" sz="7200" dirty="0" smtClean="0">
                <a:latin typeface="Cambria" pitchFamily="18" charset="0"/>
              </a:rPr>
              <a:t> ho </a:t>
            </a:r>
            <a:r>
              <a:rPr lang="en-US" sz="7200" dirty="0" err="1" smtClean="0">
                <a:latin typeface="Cambria" pitchFamily="18" charset="0"/>
              </a:rPr>
              <a:t>lovanao</a:t>
            </a:r>
            <a:r>
              <a:rPr lang="en-US" sz="7200" dirty="0" smtClean="0">
                <a:latin typeface="Cambria" pitchFamily="18" charset="0"/>
              </a:rPr>
              <a:t>.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524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5720" y="785794"/>
            <a:ext cx="8858312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Jerosalema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smtClean="0">
                <a:latin typeface="Cambria" pitchFamily="18" charset="0"/>
              </a:rPr>
              <a:t>any, </a:t>
            </a:r>
            <a:r>
              <a:rPr lang="en-US" sz="7200" dirty="0" err="1" smtClean="0">
                <a:latin typeface="Cambria" pitchFamily="18" charset="0"/>
              </a:rPr>
              <a:t>tanàna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vaovao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tsara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tokoa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miandry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anao</a:t>
            </a:r>
            <a:r>
              <a:rPr lang="en-US" sz="7200" dirty="0" smtClean="0">
                <a:latin typeface="Cambria" pitchFamily="18" charset="0"/>
              </a:rPr>
              <a:t>.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524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5720" y="928670"/>
            <a:ext cx="8858312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Eny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eny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dia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No </a:t>
            </a:r>
            <a:r>
              <a:rPr lang="en-US" sz="7200" dirty="0" err="1" smtClean="0">
                <a:latin typeface="Cambria" pitchFamily="18" charset="0"/>
              </a:rPr>
              <a:t>misy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tokoa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fonenam-baovao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524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5688" y="928670"/>
            <a:ext cx="8858312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3.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mponina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dia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tretrika</a:t>
            </a:r>
            <a:r>
              <a:rPr lang="en-US" sz="7200" dirty="0" smtClean="0">
                <a:latin typeface="Cambria" pitchFamily="18" charset="0"/>
              </a:rPr>
              <a:t> am-</a:t>
            </a:r>
            <a:r>
              <a:rPr lang="en-US" sz="7200" dirty="0" err="1" smtClean="0">
                <a:latin typeface="Cambria" pitchFamily="18" charset="0"/>
              </a:rPr>
              <a:t>po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Fa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resy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ota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mahery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to</a:t>
            </a:r>
            <a:r>
              <a:rPr lang="en-US" sz="7200" dirty="0" smtClean="0">
                <a:latin typeface="Cambria" pitchFamily="18" charset="0"/>
              </a:rPr>
              <a:t>,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524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5720" y="785794"/>
            <a:ext cx="8858312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Ka </a:t>
            </a:r>
            <a:r>
              <a:rPr lang="en-US" sz="7200" dirty="0" err="1" smtClean="0">
                <a:latin typeface="Cambria" pitchFamily="18" charset="0"/>
              </a:rPr>
              <a:t>faly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midera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Tompo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ao</a:t>
            </a:r>
            <a:r>
              <a:rPr lang="en-US" sz="7200" dirty="0" smtClean="0">
                <a:latin typeface="Cambria" pitchFamily="18" charset="0"/>
              </a:rPr>
              <a:t> ;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mino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hihira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hira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vaovao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smtClean="0">
                <a:latin typeface="Cambria" pitchFamily="18" charset="0"/>
              </a:rPr>
              <a:t>!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524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5720" y="928670"/>
            <a:ext cx="8858312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Indro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indro</a:t>
            </a:r>
            <a:r>
              <a:rPr lang="en-US" sz="7200" dirty="0" smtClean="0">
                <a:latin typeface="Cambria" pitchFamily="18" charset="0"/>
              </a:rPr>
              <a:t>, be </a:t>
            </a:r>
            <a:r>
              <a:rPr lang="en-US" sz="7200" dirty="0" err="1" smtClean="0">
                <a:latin typeface="Cambria" pitchFamily="18" charset="0"/>
              </a:rPr>
              <a:t>dia</a:t>
            </a:r>
            <a:r>
              <a:rPr lang="en-US" sz="7200" dirty="0" smtClean="0">
                <a:latin typeface="Cambria" pitchFamily="18" charset="0"/>
              </a:rPr>
              <a:t> be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Tokoa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soa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ao</a:t>
            </a:r>
            <a:r>
              <a:rPr lang="en-US" sz="7200" dirty="0" smtClean="0">
                <a:latin typeface="Cambria" pitchFamily="18" charset="0"/>
              </a:rPr>
              <a:t> an-</a:t>
            </a:r>
            <a:r>
              <a:rPr lang="en-US" sz="7200" dirty="0" err="1" smtClean="0">
                <a:latin typeface="Cambria" pitchFamily="18" charset="0"/>
              </a:rPr>
              <a:t>danitra</a:t>
            </a:r>
            <a:r>
              <a:rPr lang="en-US" sz="7200" dirty="0" smtClean="0">
                <a:latin typeface="Cambria" pitchFamily="18" charset="0"/>
              </a:rPr>
              <a:t> re !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148</Words>
  <PresentationFormat>Affichage à l'écran (4:3)</PresentationFormat>
  <Paragraphs>27</Paragraphs>
  <Slides>9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Thème Office</vt:lpstr>
      <vt:lpstr>Hira 524</vt:lpstr>
      <vt:lpstr>Hira 524</vt:lpstr>
      <vt:lpstr>Hira 524</vt:lpstr>
      <vt:lpstr>Hira 524</vt:lpstr>
      <vt:lpstr>Hira 524</vt:lpstr>
      <vt:lpstr>Hira 524</vt:lpstr>
      <vt:lpstr>Hira 524</vt:lpstr>
      <vt:lpstr>Hira 524</vt:lpstr>
      <vt:lpstr>Hira 524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530</dc:title>
  <dc:creator>M</dc:creator>
  <cp:lastModifiedBy>M</cp:lastModifiedBy>
  <cp:revision>7</cp:revision>
  <dcterms:created xsi:type="dcterms:W3CDTF">2012-10-10T06:45:31Z</dcterms:created>
  <dcterms:modified xsi:type="dcterms:W3CDTF">2013-10-16T17:29:19Z</dcterms:modified>
</cp:coreProperties>
</file>