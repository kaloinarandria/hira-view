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414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1436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1. </a:t>
            </a:r>
            <a:r>
              <a:rPr lang="en-US" sz="6100" dirty="0" err="1" smtClean="0">
                <a:latin typeface="Cambria" pitchFamily="18" charset="0"/>
              </a:rPr>
              <a:t>Jeso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Vatolampinay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smtClean="0">
                <a:latin typeface="Cambria" pitchFamily="18" charset="0"/>
              </a:rPr>
              <a:t>!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O! </a:t>
            </a:r>
            <a:r>
              <a:rPr lang="en-US" sz="6100" dirty="0" err="1" smtClean="0">
                <a:latin typeface="Cambria" pitchFamily="18" charset="0"/>
              </a:rPr>
              <a:t>arovy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izahay</a:t>
            </a:r>
            <a:r>
              <a:rPr lang="en-US" sz="6100" dirty="0" smtClean="0">
                <a:latin typeface="Cambria" pitchFamily="18" charset="0"/>
              </a:rPr>
              <a:t>,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Ka </a:t>
            </a:r>
            <a:r>
              <a:rPr lang="en-US" sz="6100" dirty="0" err="1" smtClean="0">
                <a:latin typeface="Cambria" pitchFamily="18" charset="0"/>
              </a:rPr>
              <a:t>ny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fonay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mba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sasao</a:t>
            </a:r>
            <a:r>
              <a:rPr lang="en-US" sz="6100" dirty="0" smtClean="0">
                <a:latin typeface="Cambria" pitchFamily="18" charset="0"/>
              </a:rPr>
              <a:t>,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Manafaha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anay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izao</a:t>
            </a:r>
            <a:r>
              <a:rPr lang="en-US" sz="6100" dirty="0" smtClean="0">
                <a:latin typeface="Cambria" pitchFamily="18" charset="0"/>
              </a:rPr>
              <a:t>,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Mba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hisy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izay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hanjo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Olon-tsy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mahitsy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fo</a:t>
            </a:r>
            <a:r>
              <a:rPr lang="en-US" sz="6100" dirty="0" smtClean="0">
                <a:latin typeface="Cambria" pitchFamily="18" charset="0"/>
              </a:rPr>
              <a:t>.</a:t>
            </a:r>
            <a:endParaRPr lang="fr-FR" sz="61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414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14366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2. </a:t>
            </a:r>
            <a:r>
              <a:rPr lang="en-US" sz="6100" dirty="0" err="1" smtClean="0">
                <a:latin typeface="Cambria" pitchFamily="18" charset="0"/>
              </a:rPr>
              <a:t>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ny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asa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izay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atao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Mahato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ny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didinao</a:t>
            </a:r>
            <a:r>
              <a:rPr lang="en-US" sz="6100" dirty="0" smtClean="0">
                <a:latin typeface="Cambria" pitchFamily="18" charset="0"/>
              </a:rPr>
              <a:t> ;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ny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hazotoam-po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No </a:t>
            </a:r>
            <a:r>
              <a:rPr lang="en-US" sz="6100" dirty="0" err="1" smtClean="0">
                <a:latin typeface="Cambria" pitchFamily="18" charset="0"/>
              </a:rPr>
              <a:t>mahazo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manadio</a:t>
            </a:r>
            <a:r>
              <a:rPr lang="en-US" sz="6100" dirty="0" smtClean="0">
                <a:latin typeface="Cambria" pitchFamily="18" charset="0"/>
              </a:rPr>
              <a:t> ;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err="1" smtClean="0">
                <a:latin typeface="Cambria" pitchFamily="18" charset="0"/>
              </a:rPr>
              <a:t>Tsy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ny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ranomasonay</a:t>
            </a:r>
            <a:endParaRPr lang="fr-FR" sz="61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100" dirty="0" smtClean="0">
                <a:latin typeface="Cambria" pitchFamily="18" charset="0"/>
              </a:rPr>
              <a:t>No </a:t>
            </a:r>
            <a:r>
              <a:rPr lang="en-US" sz="6100" dirty="0" err="1" smtClean="0">
                <a:latin typeface="Cambria" pitchFamily="18" charset="0"/>
              </a:rPr>
              <a:t>mahafa-trosa</a:t>
            </a:r>
            <a:r>
              <a:rPr lang="en-US" sz="6100" dirty="0" smtClean="0">
                <a:latin typeface="Cambria" pitchFamily="18" charset="0"/>
              </a:rPr>
              <a:t> </a:t>
            </a:r>
            <a:r>
              <a:rPr lang="en-US" sz="6100" dirty="0" err="1" smtClean="0">
                <a:latin typeface="Cambria" pitchFamily="18" charset="0"/>
              </a:rPr>
              <a:t>anay</a:t>
            </a:r>
            <a:r>
              <a:rPr lang="en-US" sz="6100" dirty="0" smtClean="0">
                <a:latin typeface="Cambria" pitchFamily="18" charset="0"/>
              </a:rPr>
              <a:t>.</a:t>
            </a:r>
            <a:endParaRPr lang="fr-FR" sz="61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414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428604"/>
            <a:ext cx="8929718" cy="61436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Tsinontsinona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helokay</a:t>
            </a:r>
            <a:r>
              <a:rPr lang="en-US" sz="6600" dirty="0" smtClean="0">
                <a:latin typeface="Cambria" pitchFamily="18" charset="0"/>
              </a:rPr>
              <a:t> 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! </a:t>
            </a:r>
            <a:r>
              <a:rPr lang="en-US" sz="6600" dirty="0" err="1" smtClean="0">
                <a:latin typeface="Cambria" pitchFamily="18" charset="0"/>
              </a:rPr>
              <a:t>mamonje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miankina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latin typeface="Cambria" pitchFamily="18" charset="0"/>
              </a:rPr>
              <a:t>Hira</a:t>
            </a:r>
            <a:r>
              <a:rPr lang="fr-FR" b="1" dirty="0" smtClean="0">
                <a:latin typeface="Cambria" pitchFamily="18" charset="0"/>
              </a:rPr>
              <a:t> 414 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357166"/>
            <a:ext cx="8929718" cy="650083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Tomoera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faty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hiakatra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hiseho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Vatolampinay</a:t>
            </a:r>
            <a:r>
              <a:rPr lang="en-US" sz="6000" dirty="0" smtClean="0">
                <a:latin typeface="Cambria" pitchFamily="18" charset="0"/>
              </a:rPr>
              <a:t> 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O ! </a:t>
            </a:r>
            <a:r>
              <a:rPr lang="en-US" sz="6000" dirty="0" err="1" smtClean="0">
                <a:latin typeface="Cambria" pitchFamily="18" charset="0"/>
              </a:rPr>
              <a:t>arovy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 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</Words>
  <PresentationFormat>Affichage à l'écran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414 </vt:lpstr>
      <vt:lpstr>Hira 414 </vt:lpstr>
      <vt:lpstr>Hira 414 </vt:lpstr>
      <vt:lpstr>Hira 414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408 </dc:title>
  <dc:creator>M</dc:creator>
  <cp:lastModifiedBy>M</cp:lastModifiedBy>
  <cp:revision>4</cp:revision>
  <dcterms:created xsi:type="dcterms:W3CDTF">2012-11-11T21:00:25Z</dcterms:created>
  <dcterms:modified xsi:type="dcterms:W3CDTF">2014-08-02T13:58:56Z</dcterms:modified>
</cp:coreProperties>
</file>