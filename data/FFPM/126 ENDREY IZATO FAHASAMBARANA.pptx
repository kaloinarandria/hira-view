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47" autoAdjust="0"/>
  </p:normalViewPr>
  <p:slideViewPr>
    <p:cSldViewPr>
      <p:cViewPr varScale="1">
        <p:scale>
          <a:sx n="44" d="100"/>
          <a:sy n="44" d="100"/>
        </p:scale>
        <p:origin x="-9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1000128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Endrey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izato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fahasambarana</a:t>
            </a:r>
            <a:r>
              <a:rPr lang="en-US" sz="6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Jesosy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mandre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fitsaharana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Noho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natsangan'ny</a:t>
            </a:r>
            <a:r>
              <a:rPr lang="en-US" sz="6000" dirty="0" smtClean="0">
                <a:latin typeface="Cambria" pitchFamily="18" charset="0"/>
              </a:rPr>
              <a:t> 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1000128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any am-</a:t>
            </a:r>
            <a:r>
              <a:rPr lang="en-US" sz="6000" dirty="0" err="1" smtClean="0">
                <a:latin typeface="Cambria" pitchFamily="18" charset="0"/>
              </a:rPr>
              <a:t>pasana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intsony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hitako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:,: </a:t>
            </a: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hery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ambony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Mamiratra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mananjo</a:t>
            </a:r>
            <a:r>
              <a:rPr lang="en-US" sz="6000" dirty="0" smtClean="0">
                <a:latin typeface="Cambria" pitchFamily="18" charset="0"/>
              </a:rPr>
              <a:t>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He,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! </a:t>
            </a:r>
            <a:r>
              <a:rPr lang="en-US" sz="6600" dirty="0" err="1" smtClean="0">
                <a:latin typeface="Cambria" pitchFamily="18" charset="0"/>
              </a:rPr>
              <a:t>Hafarany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hampandre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Anarany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fampiononana</a:t>
            </a:r>
            <a:r>
              <a:rPr lang="en-US" sz="6600" dirty="0" smtClean="0">
                <a:latin typeface="Cambria" pitchFamily="18" charset="0"/>
              </a:rPr>
              <a:t> be.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50122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Anjely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mendri-kilaza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mpanompo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Nirahin'ny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malaza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tretrika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78697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Endrey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izato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fahasambarana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nifankazarana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faly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indray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0"/>
            <a:ext cx="6851168" cy="1000108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chemeClr val="tx2"/>
                </a:solidFill>
                <a:latin typeface="Cambria" pitchFamily="18" charset="0"/>
              </a:rPr>
              <a:t>126</a:t>
            </a:r>
            <a:endParaRPr lang="fr-FR" sz="4400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50122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nampisaona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fampiononana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tafahaona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!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135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126</vt:lpstr>
      <vt:lpstr>HIRA 126</vt:lpstr>
      <vt:lpstr>HIRA 126</vt:lpstr>
      <vt:lpstr>HIRA 126</vt:lpstr>
      <vt:lpstr>HIRA 126</vt:lpstr>
      <vt:lpstr>HIRA 126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18</cp:revision>
  <dcterms:created xsi:type="dcterms:W3CDTF">2012-10-21T18:56:48Z</dcterms:created>
  <dcterms:modified xsi:type="dcterms:W3CDTF">2013-07-03T06:53:58Z</dcterms:modified>
</cp:coreProperties>
</file>