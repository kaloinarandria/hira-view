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6" r:id="rId2"/>
    <p:sldId id="298" r:id="rId3"/>
    <p:sldId id="297" r:id="rId4"/>
    <p:sldId id="294" r:id="rId5"/>
    <p:sldId id="299" r:id="rId6"/>
    <p:sldId id="295" r:id="rId7"/>
    <p:sldId id="280" r:id="rId8"/>
    <p:sldId id="300" r:id="rId9"/>
    <p:sldId id="287" r:id="rId10"/>
    <p:sldId id="288" r:id="rId11"/>
    <p:sldId id="290" r:id="rId12"/>
    <p:sldId id="289" r:id="rId13"/>
    <p:sldId id="291" r:id="rId14"/>
    <p:sldId id="293" r:id="rId15"/>
    <p:sldId id="292" r:id="rId16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7408" autoAdjust="0"/>
    <p:restoredTop sz="94660"/>
  </p:normalViewPr>
  <p:slideViewPr>
    <p:cSldViewPr>
      <p:cViewPr varScale="1">
        <p:scale>
          <a:sx n="60" d="100"/>
          <a:sy n="60" d="100"/>
        </p:scale>
        <p:origin x="-162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27/07/2014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27/07/2014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27/07/2014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27/07/2014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27/07/2014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27/07/2014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27/07/2014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27/07/2014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27/07/2014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27/07/2014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27/07/2014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27/07/2014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307</a:t>
            </a:r>
            <a:endParaRPr lang="fr-FR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428596" y="928670"/>
            <a:ext cx="8715404" cy="5929330"/>
          </a:xfrm>
        </p:spPr>
        <p:txBody>
          <a:bodyPr>
            <a:noAutofit/>
          </a:bodyPr>
          <a:lstStyle/>
          <a:p>
            <a:pPr marL="1143000" indent="-1143000">
              <a:buNone/>
            </a:pP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Iza no </a:t>
            </a: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hanompo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 marL="1143000" indent="-1143000">
              <a:buNone/>
            </a:pP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an'i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Jeso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soa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?</a:t>
            </a:r>
          </a:p>
          <a:p>
            <a:pPr>
              <a:buNone/>
            </a:pP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Iza no </a:t>
            </a: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hanaiky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ho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Azy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moa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307</a:t>
            </a:r>
            <a:endParaRPr lang="fr-FR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214282" y="1071546"/>
            <a:ext cx="8929718" cy="578645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He </a:t>
            </a: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hatsarany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! </a:t>
            </a:r>
          </a:p>
          <a:p>
            <a:pPr>
              <a:buNone/>
            </a:pP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He </a:t>
            </a: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antra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be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Izy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ta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hamonjy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ka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7200" b="1" dirty="0" err="1" smtClean="0">
                <a:solidFill>
                  <a:srgbClr val="002060"/>
                </a:solidFill>
                <a:latin typeface="Cambria" pitchFamily="18" charset="0"/>
              </a:rPr>
              <a:t>meteza</a:t>
            </a:r>
            <a:r>
              <a:rPr lang="es-ES" sz="7200" b="1" dirty="0" smtClean="0">
                <a:solidFill>
                  <a:srgbClr val="002060"/>
                </a:solidFill>
                <a:latin typeface="Cambria" pitchFamily="18" charset="0"/>
              </a:rPr>
              <a:t> re.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307</a:t>
            </a:r>
            <a:endParaRPr lang="fr-FR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214282" y="1000108"/>
            <a:ext cx="8929718" cy="585789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Jeso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Tomponay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ô!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Indreto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izahay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Avy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hanaiky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, ka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mandraisa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anay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307</a:t>
            </a:r>
            <a:endParaRPr lang="fr-FR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214282" y="928670"/>
            <a:ext cx="8929718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2.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Iza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re no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mety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iza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re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lazao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Hanome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fony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ho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Azy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307</a:t>
            </a:r>
            <a:endParaRPr lang="fr-FR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285720" y="928670"/>
            <a:ext cx="8858280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He,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miantso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mafy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Jeso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Tompo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tia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:</a:t>
            </a:r>
          </a:p>
          <a:p>
            <a:pPr>
              <a:buNone/>
            </a:pP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"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Zay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rehetra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mety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, ô!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avia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avia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!"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307</a:t>
            </a:r>
            <a:endParaRPr lang="fr-FR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285720" y="1071546"/>
            <a:ext cx="8858280" cy="578645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Jeso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Tomponay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ô!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Indreto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izahay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Avy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hanaiky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, ka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mandraisa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anay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307</a:t>
            </a:r>
            <a:endParaRPr lang="fr-FR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214282" y="928670"/>
            <a:ext cx="8929718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3.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lza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no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sahy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sahy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ao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am-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po</a:t>
            </a:r>
            <a:endParaRPr lang="en-US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Ho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miaramila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fehin'i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Jeso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307</a:t>
            </a:r>
            <a:endParaRPr lang="fr-FR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285720" y="928670"/>
            <a:ext cx="8858280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Iza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no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hiady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ady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tsara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re,</a:t>
            </a: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Fa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fahavalo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dia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marobe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307</a:t>
            </a:r>
            <a:endParaRPr lang="fr-FR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357158" y="928670"/>
            <a:ext cx="8786842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Jeso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Tomponay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ô!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Indreto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izahay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Avy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hanaiky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, ka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mandraisa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anay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307</a:t>
            </a:r>
            <a:endParaRPr lang="fr-FR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500034" y="928670"/>
            <a:ext cx="8643966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4.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Iza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re no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homba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Azy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ankehitrio</a:t>
            </a:r>
            <a:endParaRPr lang="en-US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hamonjy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ireny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azon'ny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manjo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?</a:t>
            </a:r>
          </a:p>
          <a:p>
            <a:pPr>
              <a:buNone/>
            </a:pPr>
            <a:endParaRPr lang="en-US" sz="72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307</a:t>
            </a:r>
            <a:endParaRPr lang="fr-FR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357158" y="857232"/>
            <a:ext cx="8786842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Iza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no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hihafy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sady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hanome</a:t>
            </a:r>
            <a:endParaRPr lang="en-US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Andro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hery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saina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?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Mamalia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e!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307</a:t>
            </a:r>
            <a:endParaRPr lang="fr-FR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428596" y="1000108"/>
            <a:ext cx="8715404" cy="585789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Jeso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Tomponay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ô!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Indreto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izahay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Avy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hanaiky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, ka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mandraisa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anay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928670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307</a:t>
            </a:r>
            <a:endParaRPr lang="fr-FR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214282" y="928670"/>
            <a:ext cx="8929718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5.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Iza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no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hazoto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hiasa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moa?</a:t>
            </a: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lza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no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handroso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ho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hendry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koa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307</a:t>
            </a:r>
            <a:endParaRPr lang="fr-FR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214282" y="1071546"/>
            <a:ext cx="8929718" cy="578645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Iza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no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hanaiky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iza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re?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lazao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ho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an'i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Jeso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anio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307</a:t>
            </a:r>
            <a:endParaRPr lang="fr-FR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285720" y="928670"/>
            <a:ext cx="8858280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Jeso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Tomponay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ô!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Indreto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izahay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Avy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hanaiky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, ka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mandraisa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anay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266</Words>
  <PresentationFormat>Affichage à l'écran (4:3)</PresentationFormat>
  <Paragraphs>51</Paragraphs>
  <Slides>15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16" baseType="lpstr">
      <vt:lpstr>Thème Office</vt:lpstr>
      <vt:lpstr>HIRA 307</vt:lpstr>
      <vt:lpstr>HIRA 307</vt:lpstr>
      <vt:lpstr>HIRA 307</vt:lpstr>
      <vt:lpstr>HIRA 307</vt:lpstr>
      <vt:lpstr>HIRA 307</vt:lpstr>
      <vt:lpstr>HIRA 307</vt:lpstr>
      <vt:lpstr>HIRA 307</vt:lpstr>
      <vt:lpstr>HIRA 307</vt:lpstr>
      <vt:lpstr>HIRA 307</vt:lpstr>
      <vt:lpstr>HIRA 307</vt:lpstr>
      <vt:lpstr>HIRA 307</vt:lpstr>
      <vt:lpstr>HIRA 307</vt:lpstr>
      <vt:lpstr>HIRA 307</vt:lpstr>
      <vt:lpstr>HIRA 307</vt:lpstr>
      <vt:lpstr>HIRA 307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298</dc:title>
  <dc:creator>M</dc:creator>
  <cp:lastModifiedBy>M</cp:lastModifiedBy>
  <cp:revision>5</cp:revision>
  <dcterms:created xsi:type="dcterms:W3CDTF">2012-11-04T17:25:30Z</dcterms:created>
  <dcterms:modified xsi:type="dcterms:W3CDTF">2014-07-27T05:40:06Z</dcterms:modified>
</cp:coreProperties>
</file>