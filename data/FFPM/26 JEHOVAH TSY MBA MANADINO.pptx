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571480"/>
            <a:ext cx="850112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1. Jehovah tsy mba manadino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Ny mpanompony </a:t>
            </a: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manoa</a:t>
            </a:r>
            <a:endParaRPr lang="it-IT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Fa hotsarovany </a:t>
            </a: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‘reo mino</a:t>
            </a:r>
            <a:endParaRPr lang="it-IT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Nofidiny Ho Azy koa.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Manerinerina ambony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Ny fiandrianany;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Kanefa kosa re ny fony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Mitsinjo 'zay ambany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2. lzaho dia ravoravo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Ka midera Azy izao;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Fahasoavanao, ry Avo,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No namonjy hatrizao,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Fahavokisan'ny fanahy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Ary fisandratana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No hotantaninao, ho ahy: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Ny foko mankalaza.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885828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3. O, mifalia, ry Israely,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 vonjen'ny sandriny;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Mba matokia dia hahery,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Antsoy ny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Anarany</a:t>
            </a:r>
            <a:endParaRPr lang="it-IT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Mpanomponao ity mitalaho,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Ka henoy ny hatako,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O, ry Mahery inty aho!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Ny sitrakao ekeko.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118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26</vt:lpstr>
      <vt:lpstr>HIRA 26</vt:lpstr>
      <vt:lpstr>HIRA 26</vt:lpstr>
      <vt:lpstr>HIRA 26</vt:lpstr>
      <vt:lpstr>HIRA 26</vt:lpstr>
      <vt:lpstr>HIRA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11</cp:revision>
  <dcterms:created xsi:type="dcterms:W3CDTF">2012-10-02T21:34:15Z</dcterms:created>
  <dcterms:modified xsi:type="dcterms:W3CDTF">2014-05-28T11:11:34Z</dcterms:modified>
</cp:coreProperties>
</file>