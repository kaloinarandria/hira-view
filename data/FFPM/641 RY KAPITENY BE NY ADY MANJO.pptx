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8" r:id="rId12"/>
    <p:sldId id="269" r:id="rId13"/>
    <p:sldId id="264" r:id="rId14"/>
    <p:sldId id="265" r:id="rId15"/>
    <p:sldId id="270" r:id="rId16"/>
    <p:sldId id="271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1. Ry Kapiteny, be ny ady manjo,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Mila ho reraka sy kivy ny fo,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hatanjaho mba hatoky Anao,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Tompo ô! Avia mamonjy ahy izao.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"Eny, Izaho mamonjy anao,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mampahery sy miaro anao;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Aza matahotra mihitsy hianao, 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Izaho momba sy manampy anao."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2. Ny fahavaloko aty mba reseo,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taomy aho mba handray rahateo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fiadiana avy aminao;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Tompo ô! Vimbino aho, aza mandao: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"Eny, Izaho mamonjy anao,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mampahery sy miaro anao;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Aza matahotra mihitsy hianao, 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Izaho momba sy manampy anao."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3. Lasa tokoa re ny tahotro teo, 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na mamely ahy aza ireo,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Tsy mba manahy intsony aho izao,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mamonjy sady tsy mandao Hianao: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"Eny, Izaho mamonjy anao,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mampahery sy miaro anao;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Aza matahotra mihitsy hianao, 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Izaho momba sy manampy anao."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4. Fa ny mpiady maharesy aty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no hosatroham-boninahitra ary;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Maro, no efa tonga ao, Aminao, 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Tompo ô! Avia hitarika ahy hankao: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"Eny, Izaho mamonjy anao,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mampahery sy miaro anao;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Aza matahotra mihitsy hianao, 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Izaho momba sy manampy anao."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250</Words>
  <PresentationFormat>Affichage à l'écran (4:3)</PresentationFormat>
  <Paragraphs>48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  <vt:lpstr>HIRA 641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10</cp:revision>
  <dcterms:created xsi:type="dcterms:W3CDTF">2012-12-08T21:04:49Z</dcterms:created>
  <dcterms:modified xsi:type="dcterms:W3CDTF">2014-12-06T21:22:05Z</dcterms:modified>
</cp:coreProperties>
</file>