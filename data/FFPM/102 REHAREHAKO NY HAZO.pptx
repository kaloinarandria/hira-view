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222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102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Reharehako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hazo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Nijalian'i</a:t>
            </a:r>
            <a:r>
              <a:rPr lang="en-US" sz="7200" dirty="0" smtClean="0">
                <a:latin typeface="Cambria" pitchFamily="18" charset="0"/>
              </a:rPr>
              <a:t> Kristy;</a:t>
            </a: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Manda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fiarovana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avo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lalofako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102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Azon-doza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Tery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koa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lalana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ilaozan'i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Mpanome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fiadanana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102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71546"/>
            <a:ext cx="9786974" cy="578645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Raha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lany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andro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Mampiadana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indray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hadinoko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hazo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Nentin'ny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Mpamonjinay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</a:rPr>
              <a:t>Hira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 smtClean="0">
                <a:solidFill>
                  <a:srgbClr val="0070C0"/>
                </a:solidFill>
              </a:rPr>
              <a:t>102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786974" cy="6072206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anjara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aty</a:t>
            </a:r>
            <a:r>
              <a:rPr lang="en-US" sz="7200" dirty="0" smtClean="0">
                <a:latin typeface="Cambria" pitchFamily="18" charset="0"/>
              </a:rPr>
              <a:t> an-</a:t>
            </a:r>
            <a:r>
              <a:rPr lang="en-US" sz="7200" dirty="0" err="1" smtClean="0">
                <a:latin typeface="Cambria" pitchFamily="18" charset="0"/>
              </a:rPr>
              <a:t>tany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mahavesatra</a:t>
            </a:r>
            <a:endParaRPr lang="en-US" sz="7200" dirty="0" smtClean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Noho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hazo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fijalianao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7200" dirty="0" err="1" smtClean="0">
                <a:latin typeface="Cambria" pitchFamily="18" charset="0"/>
              </a:rPr>
              <a:t>Hazo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mahasambatra</a:t>
            </a:r>
            <a:r>
              <a:rPr lang="en-US" sz="7200" dirty="0" smtClean="0">
                <a:latin typeface="Cambria" pitchFamily="18" charset="0"/>
              </a:rPr>
              <a:t>. Amen.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102</vt:lpstr>
      <vt:lpstr>Hira 102</vt:lpstr>
      <vt:lpstr>Hira 102</vt:lpstr>
      <vt:lpstr>Hira 102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107</dc:title>
  <dc:creator>M</dc:creator>
  <cp:lastModifiedBy>M</cp:lastModifiedBy>
  <cp:revision>3</cp:revision>
  <dcterms:created xsi:type="dcterms:W3CDTF">2012-11-04T17:19:04Z</dcterms:created>
  <dcterms:modified xsi:type="dcterms:W3CDTF">2013-08-18T16:11:40Z</dcterms:modified>
</cp:coreProperties>
</file>