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3" r:id="rId4"/>
    <p:sldId id="268" r:id="rId5"/>
    <p:sldId id="261" r:id="rId6"/>
    <p:sldId id="267" r:id="rId7"/>
    <p:sldId id="264" r:id="rId8"/>
    <p:sldId id="266" r:id="rId9"/>
    <p:sldId id="265" r:id="rId10"/>
    <p:sldId id="258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0" d="100"/>
          <a:sy n="60" d="100"/>
        </p:scale>
        <p:origin x="-228" y="-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00013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71438" y="428604"/>
            <a:ext cx="9715536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Hosana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 (in-3)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Hosana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asandratray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an'i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Mpanjakanay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46" y="1071546"/>
            <a:ext cx="9144000" cy="557216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Hosana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atolotray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Jobily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hifalianay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0001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571480"/>
            <a:ext cx="9144000" cy="557216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2. Hosana! (in-3)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Hosana ho Anao anie,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 Kristy Tomponay!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 avy Hianao tokoa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Hanjaka aminay!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46" y="1071546"/>
            <a:ext cx="9144000" cy="557216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Hosana no atolotray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Anao, ry Tomponay!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:,: Ity no andro Jobily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Ka hifalianay.:,: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0001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571504"/>
            <a:ext cx="9644098" cy="635795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3. Hosana! (in-3)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Hosana! Fa ho sambatra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 mpanomponao;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 hisy fahoriana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Ety an-taninao!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1071546"/>
            <a:ext cx="9144000" cy="557216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Hosana no atolotray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Anao, ry Tomponay!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:,: Ity no andro Jobily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Ka hifalianay.:,: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0001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571504"/>
            <a:ext cx="914400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Hosana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 (in-3)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Hosana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miomana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vahoakanao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Hitsena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Mpanjakanay</a:t>
            </a:r>
            <a:endParaRPr lang="en-US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57216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Hosana no atolotray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Anao, ry Tomponay!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:,: Ity no andro Jobily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Ka hifalianay.:,: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0001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14" y="571504"/>
            <a:ext cx="9644098" cy="635795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Hosana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 (in-3)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Hosana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tianay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dera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laza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aterinay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46" y="1071546"/>
            <a:ext cx="9144000" cy="557216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Hosana no atolotray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Anao, ry Tomponay!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:,: Ity no andro Jobily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Ka hifalianay.:,: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212</Words>
  <PresentationFormat>Affichage à l'écran (4:3)</PresentationFormat>
  <Paragraphs>55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173</vt:lpstr>
      <vt:lpstr>HIRA 173</vt:lpstr>
      <vt:lpstr>HIRA 173</vt:lpstr>
      <vt:lpstr>HIRA 173</vt:lpstr>
      <vt:lpstr>HIRA 173</vt:lpstr>
      <vt:lpstr>HIRA 173</vt:lpstr>
      <vt:lpstr>HIRA 173</vt:lpstr>
      <vt:lpstr>HIRA 173</vt:lpstr>
      <vt:lpstr>HIRA 173</vt:lpstr>
      <vt:lpstr>HIRA 173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171</dc:title>
  <dc:creator>M</dc:creator>
  <cp:lastModifiedBy>M</cp:lastModifiedBy>
  <cp:revision>6</cp:revision>
  <dcterms:created xsi:type="dcterms:W3CDTF">2012-11-26T18:36:51Z</dcterms:created>
  <dcterms:modified xsi:type="dcterms:W3CDTF">2015-03-28T18:58:44Z</dcterms:modified>
</cp:coreProperties>
</file>