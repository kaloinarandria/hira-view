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58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6208226" cy="1000108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45005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mangetaheta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mamoy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6279664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85794"/>
            <a:ext cx="928694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omena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variana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zanakondry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very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làlana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5993912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mofon'aina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atolony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fihinana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535097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hahazoana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fiainana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Kanefa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hovidina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anie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fanomezan-dehibe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nanolotra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avotra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tanjaka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435608" y="0"/>
            <a:ext cx="535097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254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toky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reraka</a:t>
            </a:r>
            <a:endParaRPr lang="fr-FR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mpivahiny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sasatra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-po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ka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manarana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</a:t>
            </a:r>
            <a:r>
              <a:rPr lang="fr-FR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6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254 </vt:lpstr>
      <vt:lpstr>HIRA 254 </vt:lpstr>
      <vt:lpstr>HIRA 254 </vt:lpstr>
      <vt:lpstr>HIRA 254 </vt:lpstr>
      <vt:lpstr>HIRA 254 </vt:lpstr>
      <vt:lpstr>HIRA 254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254 </dc:title>
  <dc:creator>M</dc:creator>
  <cp:lastModifiedBy>M</cp:lastModifiedBy>
  <cp:revision>3</cp:revision>
  <dcterms:created xsi:type="dcterms:W3CDTF">2012-10-21T18:49:37Z</dcterms:created>
  <dcterms:modified xsi:type="dcterms:W3CDTF">2014-06-01T19:53:24Z</dcterms:modified>
</cp:coreProperties>
</file>