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114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7065482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127</a:t>
            </a:r>
            <a:endParaRPr lang="fr-FR" sz="4400" dirty="0">
              <a:solidFill>
                <a:srgbClr val="FF000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32"/>
            <a:ext cx="978697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Tahaka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masoandro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miseho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Sady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mamiratra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tsara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Toy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heriny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mahaleo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Na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takon'ny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rahona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351102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127</a:t>
            </a:r>
            <a:endParaRPr lang="fr-FR" sz="4400" dirty="0">
              <a:solidFill>
                <a:srgbClr val="FF000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857232"/>
            <a:ext cx="971553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Tahaka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Mpamonjy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nitsangana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velona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indray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olombelona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voavonjy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miderà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Azy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mandrakizay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279664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127</a:t>
            </a:r>
            <a:endParaRPr lang="fr-FR" sz="4400" dirty="0">
              <a:solidFill>
                <a:srgbClr val="FF000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Saotra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aman-dera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laza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hery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Aoka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Azy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hatramin'izao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nanafaka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olom-bery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Indro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fasana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vaky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208226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127</a:t>
            </a:r>
            <a:endParaRPr lang="fr-FR" sz="4400" dirty="0">
              <a:solidFill>
                <a:srgbClr val="FF000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nanafaka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vavahady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Aiza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fahafatesana</a:t>
            </a:r>
            <a:r>
              <a:rPr lang="en-US" sz="60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Aiza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herinao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sahy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miady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Amin'ny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mino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amin'ny</a:t>
            </a:r>
            <a:r>
              <a:rPr lang="en-US" sz="6000" dirty="0" smtClean="0">
                <a:latin typeface="Cambria" pitchFamily="18" charset="0"/>
              </a:rPr>
              <a:t> to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493978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127</a:t>
            </a:r>
            <a:endParaRPr lang="fr-FR" sz="4400" dirty="0">
              <a:solidFill>
                <a:srgbClr val="FF000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501222" cy="57150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</a:t>
            </a:r>
            <a:r>
              <a:rPr lang="en-US" sz="6000" dirty="0" err="1" smtClean="0">
                <a:latin typeface="Cambria" pitchFamily="18" charset="0"/>
              </a:rPr>
              <a:t>Jesosy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Mpamonjy</a:t>
            </a:r>
            <a:r>
              <a:rPr lang="en-US" sz="6000" dirty="0" smtClean="0">
                <a:latin typeface="Cambria" pitchFamily="18" charset="0"/>
              </a:rPr>
              <a:t> ô!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hasoavy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arovy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mino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fanahinao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aoka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avy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hanazava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fonay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351102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127</a:t>
            </a:r>
            <a:endParaRPr lang="fr-FR" sz="4400" dirty="0">
              <a:solidFill>
                <a:srgbClr val="FF000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715536" cy="57864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tantano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izahay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hania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Hianao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mpiaro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anay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0!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Mpamonjy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avia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vonjeo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miandry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izahay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5493846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127</a:t>
            </a:r>
            <a:endParaRPr lang="fr-FR" sz="4400" dirty="0">
              <a:solidFill>
                <a:srgbClr val="FF000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429784" cy="56436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4.Jeso, </a:t>
            </a:r>
            <a:r>
              <a:rPr lang="en-US" sz="6000" dirty="0" err="1" smtClean="0">
                <a:latin typeface="Cambria" pitchFamily="18" charset="0"/>
              </a:rPr>
              <a:t>izahay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te-hisaotra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Noho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nomenao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Teraka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teto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nitondra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fiainana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mandrakizay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208226" cy="1000108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127</a:t>
            </a:r>
            <a:endParaRPr lang="fr-FR" sz="4400" dirty="0">
              <a:solidFill>
                <a:srgbClr val="FF000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857232"/>
            <a:ext cx="9929850" cy="578647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Saotra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omenay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nijaly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Nefa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natsangan'ny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Rainao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indray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Rahatrizay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izahay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hifaly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Any an-</a:t>
            </a:r>
            <a:r>
              <a:rPr lang="en-US" sz="6000" dirty="0" err="1" smtClean="0">
                <a:latin typeface="Cambria" pitchFamily="18" charset="0"/>
              </a:rPr>
              <a:t>danitra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mandrakizay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198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127</vt:lpstr>
      <vt:lpstr>HIRA 127</vt:lpstr>
      <vt:lpstr>HIRA 127</vt:lpstr>
      <vt:lpstr>HIRA 127</vt:lpstr>
      <vt:lpstr>HIRA 127</vt:lpstr>
      <vt:lpstr>HIRA 127</vt:lpstr>
      <vt:lpstr>HIRA 127</vt:lpstr>
      <vt:lpstr>HIRA 127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115</dc:title>
  <dc:creator>M</dc:creator>
  <cp:lastModifiedBy>M</cp:lastModifiedBy>
  <cp:revision>5</cp:revision>
  <dcterms:created xsi:type="dcterms:W3CDTF">2012-10-21T18:56:48Z</dcterms:created>
  <dcterms:modified xsi:type="dcterms:W3CDTF">2013-07-02T17:07:31Z</dcterms:modified>
</cp:coreProperties>
</file>