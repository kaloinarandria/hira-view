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136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Tompon'aina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Nalevina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Kanefa</a:t>
            </a:r>
            <a:r>
              <a:rPr lang="en-US" sz="6600" dirty="0" smtClean="0">
                <a:latin typeface="Cambria" pitchFamily="18" charset="0"/>
              </a:rPr>
              <a:t>, he, </a:t>
            </a:r>
            <a:r>
              <a:rPr lang="en-US" sz="6600" dirty="0" err="1" smtClean="0">
                <a:latin typeface="Cambria" pitchFamily="18" charset="0"/>
              </a:rPr>
              <a:t>deraina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136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nivoha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nahatoha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voninahitrao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136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miaramila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nahatana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136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Nitsangana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tena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santatray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Kapiteninay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136</vt:lpstr>
      <vt:lpstr>Hira 136</vt:lpstr>
      <vt:lpstr>Hira 136</vt:lpstr>
      <vt:lpstr>Hira 136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4</cp:revision>
  <dcterms:created xsi:type="dcterms:W3CDTF">2012-11-04T17:23:48Z</dcterms:created>
  <dcterms:modified xsi:type="dcterms:W3CDTF">2013-07-02T17:14:43Z</dcterms:modified>
</cp:coreProperties>
</file>