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3"/>
    <p:sldId id="267" r:id="rId4"/>
    <p:sldId id="268" r:id="rId5"/>
    <p:sldId id="269" r:id="rId6"/>
    <p:sldId id="265" r:id="rId7"/>
    <p:sldId id="270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25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1. Jehovah, Ray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mahari-po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mamindra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O,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hatako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mamindrà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mangataka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hamarinina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Indrisy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 be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tsiniko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mamindrà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tamboko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isaina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fahotako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Ka be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tahotro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mamindrà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4. He!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hanatonako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Mpandray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mpibebaka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diso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fatratra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mamindra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Anarana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entiko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mangataka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hamelanao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heloka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mamindrà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408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142984"/>
            <a:ext cx="8786842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Tsinjovy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Miverina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mitaraina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mamindrà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7. O!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iantrao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miandrandra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heloko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vonoinao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mampisaraka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PresentationFormat>Affichage à l'écran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408 </vt:lpstr>
      <vt:lpstr>Hira 408 </vt:lpstr>
      <vt:lpstr>Hira 408 </vt:lpstr>
      <vt:lpstr>Hira 408 </vt:lpstr>
      <vt:lpstr>Hira 408 </vt:lpstr>
      <vt:lpstr>Hira 408 </vt:lpstr>
      <vt:lpstr>Hira 408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408 </dc:title>
  <dc:creator>M</dc:creator>
  <cp:lastModifiedBy>M</cp:lastModifiedBy>
  <cp:revision>1</cp:revision>
  <dcterms:created xsi:type="dcterms:W3CDTF">2012-11-11T21:00:25Z</dcterms:created>
  <dcterms:modified xsi:type="dcterms:W3CDTF">2012-11-11T21:07:39Z</dcterms:modified>
</cp:coreProperties>
</file>