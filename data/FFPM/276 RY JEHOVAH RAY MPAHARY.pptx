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276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Jehovah, </a:t>
            </a:r>
            <a:r>
              <a:rPr lang="en-US" sz="6000" dirty="0" err="1" smtClean="0">
                <a:latin typeface="Cambria" pitchFamily="18" charset="0"/>
              </a:rPr>
              <a:t>RAy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Mpahary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Mpamelona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Tsapanay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manary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Mpitondra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anay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276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He, </a:t>
            </a:r>
            <a:r>
              <a:rPr lang="en-US" sz="6600" dirty="0" err="1" smtClean="0">
                <a:latin typeface="Cambria" pitchFamily="18" charset="0"/>
              </a:rPr>
              <a:t>mandrotsa-pitahiana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Sesehena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fifaliana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mpamonponao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276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Noteneninao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Notarihinao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nitobaka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vokatra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azonay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276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isan-taona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aoreno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foana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asanay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0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276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71480"/>
            <a:ext cx="9144064" cy="628652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5800" dirty="0" smtClean="0">
                <a:latin typeface="Cambria" pitchFamily="18" charset="0"/>
              </a:rPr>
              <a:t>3. </a:t>
            </a:r>
            <a:r>
              <a:rPr lang="en-US" sz="58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O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re, 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fanatitray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anie</a:t>
            </a:r>
            <a:r>
              <a:rPr lang="en-US" sz="6600" dirty="0" smtClean="0">
                <a:latin typeface="Cambria" pitchFamily="18" charset="0"/>
              </a:rPr>
              <a:t> 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hitombo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Handrosoan'ny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hanitrao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276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hamasino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hiasanao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ampidino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Hampahery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hanavao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104</Words>
  <PresentationFormat>Affichage à l'écran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276 </vt:lpstr>
      <vt:lpstr>HIRA 276 </vt:lpstr>
      <vt:lpstr>HIRA 276 </vt:lpstr>
      <vt:lpstr>HIRA 276 </vt:lpstr>
      <vt:lpstr>HIRA 276 </vt:lpstr>
      <vt:lpstr>HIRA 276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Alahady 30 Sept 2012</dc:title>
  <dc:creator>M</dc:creator>
  <cp:lastModifiedBy>M</cp:lastModifiedBy>
  <cp:revision>4</cp:revision>
  <dcterms:created xsi:type="dcterms:W3CDTF">2012-10-03T08:01:55Z</dcterms:created>
  <dcterms:modified xsi:type="dcterms:W3CDTF">2014-09-14T09:52:27Z</dcterms:modified>
</cp:coreProperties>
</file>