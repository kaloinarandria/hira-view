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1" autoAdjust="0"/>
    <p:restoredTop sz="94660"/>
  </p:normalViewPr>
  <p:slideViewPr>
    <p:cSldViewPr>
      <p:cViewPr varScale="1">
        <p:scale>
          <a:sx n="69" d="100"/>
          <a:sy n="69" d="100"/>
        </p:scale>
        <p:origin x="140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08/09/2019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anjelinao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mitoetra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Mifamaly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 :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429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428736"/>
            <a:ext cx="8786842" cy="42862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500042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sz="4000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71543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sz="4000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Zava-manana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samy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mankalaza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manambara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</a:t>
            </a:r>
            <a:endParaRPr lang="fr-FR" sz="4000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B0F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B0F0"/>
                </a:solidFill>
                <a:latin typeface="Cambria" pitchFamily="18" charset="0"/>
              </a:rPr>
              <a:t>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28604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hatsarana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fitahianao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omenao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rgbClr val="00B0F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B0F0"/>
                </a:solidFill>
                <a:latin typeface="Cambria" pitchFamily="18" charset="0"/>
              </a:rPr>
              <a:t>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B0F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B0F0"/>
                </a:solidFill>
                <a:latin typeface="Cambria" pitchFamily="18" charset="0"/>
              </a:rPr>
              <a:t>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28604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Andriananahary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indrindra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ta-ankalaza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fahendrena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fiantrana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fr-FR" b="1" dirty="0" err="1" smtClean="0">
                <a:solidFill>
                  <a:srgbClr val="00B0F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B0F0"/>
                </a:solidFill>
                <a:latin typeface="Cambria" pitchFamily="18" charset="0"/>
              </a:rPr>
              <a:t> 1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214422"/>
            <a:ext cx="8786842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Masina</a:t>
            </a:r>
            <a:r>
              <a:rPr lang="en-US" sz="7200" dirty="0" smtClean="0"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Andriananahary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Telo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153</Words>
  <Application>Microsoft Office PowerPoint</Application>
  <PresentationFormat>Affichage à l'écran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Thème Office</vt:lpstr>
      <vt:lpstr>HIRA 1</vt:lpstr>
      <vt:lpstr>HIRA 1</vt:lpstr>
      <vt:lpstr>HIRA 1</vt:lpstr>
      <vt:lpstr>HIRA 1</vt:lpstr>
      <vt:lpstr>HIRA 1</vt:lpstr>
      <vt:lpstr>HIRA 1</vt:lpstr>
      <vt:lpstr>Hira 1</vt:lpstr>
      <vt:lpstr>Hira 1</vt:lpstr>
      <vt:lpstr>Hira 1</vt:lpstr>
      <vt:lpstr>Hira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7</dc:title>
  <dc:creator>M</dc:creator>
  <cp:lastModifiedBy>FJKM Mandrosoa ILAFY</cp:lastModifiedBy>
  <cp:revision>8</cp:revision>
  <dcterms:created xsi:type="dcterms:W3CDTF">2012-10-21T19:49:29Z</dcterms:created>
  <dcterms:modified xsi:type="dcterms:W3CDTF">2019-09-08T14:42:35Z</dcterms:modified>
</cp:coreProperties>
</file>