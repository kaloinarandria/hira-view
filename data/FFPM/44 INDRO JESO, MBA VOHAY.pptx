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1" r:id="rId5"/>
    <p:sldId id="258" r:id="rId6"/>
    <p:sldId id="262" r:id="rId7"/>
    <p:sldId id="259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52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01/07/2013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92867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358346" cy="6143644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Indro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vohay</a:t>
            </a:r>
            <a:r>
              <a:rPr lang="en-US" sz="6600" dirty="0" smtClean="0">
                <a:latin typeface="Cambria" pitchFamily="18" charset="0"/>
              </a:rPr>
              <a:t>;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vohay</a:t>
            </a:r>
            <a:r>
              <a:rPr lang="en-US" sz="6600" dirty="0" smtClean="0">
                <a:latin typeface="Cambria" pitchFamily="18" charset="0"/>
              </a:rPr>
              <a:t> !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Avy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sakaizanay</a:t>
            </a:r>
            <a:r>
              <a:rPr lang="en-US" sz="6600" dirty="0" smtClean="0">
                <a:latin typeface="Cambria" pitchFamily="18" charset="0"/>
              </a:rPr>
              <a:t>,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vohay</a:t>
            </a:r>
            <a:r>
              <a:rPr lang="en-US" sz="6600" dirty="0" smtClean="0">
                <a:latin typeface="Cambria" pitchFamily="18" charset="0"/>
              </a:rPr>
              <a:t> !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92867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44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Lay </a:t>
            </a:r>
            <a:r>
              <a:rPr lang="en-US" sz="6600" dirty="0" err="1" smtClean="0">
                <a:latin typeface="Cambria" pitchFamily="18" charset="0"/>
              </a:rPr>
              <a:t>Malala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fahizay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sitraky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Ray,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Tonga 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indray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vohay</a:t>
            </a:r>
            <a:r>
              <a:rPr lang="en-US" sz="6600" dirty="0" smtClean="0">
                <a:latin typeface="Cambria" pitchFamily="18" charset="0"/>
              </a:rPr>
              <a:t> !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Indro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vohay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vohay</a:t>
            </a:r>
            <a:r>
              <a:rPr lang="en-US" sz="6600" dirty="0" smtClean="0">
                <a:latin typeface="Cambria" pitchFamily="18" charset="0"/>
              </a:rPr>
              <a:t> !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tia</a:t>
            </a:r>
            <a:r>
              <a:rPr lang="en-US" sz="6600" dirty="0" smtClean="0">
                <a:latin typeface="Cambria" pitchFamily="18" charset="0"/>
              </a:rPr>
              <a:t> ka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hajao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vohay</a:t>
            </a:r>
            <a:r>
              <a:rPr lang="en-US" sz="6600" dirty="0" smtClean="0">
                <a:latin typeface="Cambria" pitchFamily="18" charset="0"/>
              </a:rPr>
              <a:t> !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714480" y="428604"/>
            <a:ext cx="5357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err="1" smtClean="0">
                <a:solidFill>
                  <a:srgbClr val="0070C0"/>
                </a:solidFill>
                <a:latin typeface="Cambria" pitchFamily="18" charset="0"/>
                <a:ea typeface="+mj-ea"/>
                <a:cs typeface="+mj-cs"/>
              </a:rPr>
              <a:t>Hira</a:t>
            </a:r>
            <a:r>
              <a:rPr lang="fr-FR" sz="4400" b="1" dirty="0" smtClean="0">
                <a:solidFill>
                  <a:srgbClr val="0070C0"/>
                </a:solidFill>
                <a:latin typeface="Cambria" pitchFamily="18" charset="0"/>
                <a:ea typeface="+mj-ea"/>
                <a:cs typeface="+mj-cs"/>
              </a:rPr>
              <a:t> 44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214422"/>
            <a:ext cx="9144000" cy="53578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Honina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ety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sakaiza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hatrery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vohay</a:t>
            </a:r>
            <a:r>
              <a:rPr lang="en-US" sz="6600" dirty="0" smtClean="0">
                <a:latin typeface="Cambria" pitchFamily="18" charset="0"/>
              </a:rPr>
              <a:t> !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357290" y="285728"/>
            <a:ext cx="57864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err="1" smtClean="0">
                <a:solidFill>
                  <a:srgbClr val="0070C0"/>
                </a:solidFill>
                <a:latin typeface="Cambria" pitchFamily="18" charset="0"/>
                <a:ea typeface="+mj-ea"/>
                <a:cs typeface="+mj-cs"/>
              </a:rPr>
              <a:t>Hira</a:t>
            </a:r>
            <a:r>
              <a:rPr lang="fr-FR" sz="4400" b="1" dirty="0" smtClean="0">
                <a:solidFill>
                  <a:srgbClr val="0070C0"/>
                </a:solidFill>
                <a:latin typeface="Cambria" pitchFamily="18" charset="0"/>
                <a:ea typeface="+mj-ea"/>
                <a:cs typeface="+mj-cs"/>
              </a:rPr>
              <a:t> 44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Indro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vohay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vohay</a:t>
            </a:r>
            <a:r>
              <a:rPr lang="en-US" sz="6600" dirty="0" smtClean="0">
                <a:latin typeface="Cambria" pitchFamily="18" charset="0"/>
              </a:rPr>
              <a:t> !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Mbola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tia</a:t>
            </a:r>
            <a:r>
              <a:rPr lang="en-US" sz="6600" dirty="0" smtClean="0">
                <a:latin typeface="Cambria" pitchFamily="18" charset="0"/>
              </a:rPr>
              <a:t> ka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vohay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vohay</a:t>
            </a:r>
            <a:r>
              <a:rPr lang="en-US" sz="6600" dirty="0" smtClean="0">
                <a:latin typeface="Cambria" pitchFamily="18" charset="0"/>
              </a:rPr>
              <a:t> !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00100" y="500042"/>
            <a:ext cx="65008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 err="1" smtClean="0">
                <a:solidFill>
                  <a:srgbClr val="0070C0"/>
                </a:solidFill>
                <a:latin typeface="Cambria" pitchFamily="18" charset="0"/>
                <a:ea typeface="+mj-ea"/>
                <a:cs typeface="+mj-cs"/>
              </a:rPr>
              <a:t>Hira</a:t>
            </a:r>
            <a:r>
              <a:rPr lang="fr-FR" sz="4400" b="1" dirty="0" smtClean="0">
                <a:solidFill>
                  <a:srgbClr val="0070C0"/>
                </a:solidFill>
                <a:latin typeface="Cambria" pitchFamily="18" charset="0"/>
                <a:ea typeface="+mj-ea"/>
                <a:cs typeface="+mj-cs"/>
              </a:rPr>
              <a:t> 44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071546"/>
            <a:ext cx="8858280" cy="55007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tia</a:t>
            </a:r>
            <a:r>
              <a:rPr lang="en-US" sz="6600" dirty="0" smtClean="0">
                <a:latin typeface="Cambria" pitchFamily="18" charset="0"/>
              </a:rPr>
              <a:t> ka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mandao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Raha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ela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sao</a:t>
            </a:r>
            <a:r>
              <a:rPr lang="fr-FR" sz="6600" dirty="0" smtClean="0">
                <a:latin typeface="Cambria" pitchFamily="18" charset="0"/>
              </a:rPr>
              <a:t> dia lao;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Moa </a:t>
            </a:r>
            <a:r>
              <a:rPr lang="en-US" sz="6600" dirty="0" err="1" smtClean="0">
                <a:latin typeface="Cambria" pitchFamily="18" charset="0"/>
              </a:rPr>
              <a:t>holavinao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?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vohay</a:t>
            </a:r>
            <a:r>
              <a:rPr lang="en-US" sz="6600" dirty="0" smtClean="0">
                <a:latin typeface="Cambria" pitchFamily="18" charset="0"/>
              </a:rPr>
              <a:t> !</a:t>
            </a:r>
            <a:endParaRPr lang="fr-FR" sz="6600" dirty="0" smtClean="0">
              <a:latin typeface="Cambria" pitchFamily="18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928662" y="214290"/>
            <a:ext cx="68580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err="1" smtClean="0">
                <a:solidFill>
                  <a:srgbClr val="0070C0"/>
                </a:solidFill>
                <a:latin typeface="Cambria" pitchFamily="18" charset="0"/>
                <a:ea typeface="+mj-ea"/>
                <a:cs typeface="+mj-cs"/>
              </a:rPr>
              <a:t>Hira</a:t>
            </a:r>
            <a:r>
              <a:rPr lang="fr-FR" sz="4400" b="1" dirty="0" smtClean="0">
                <a:solidFill>
                  <a:srgbClr val="0070C0"/>
                </a:solidFill>
                <a:latin typeface="Cambria" pitchFamily="18" charset="0"/>
                <a:ea typeface="+mj-ea"/>
                <a:cs typeface="+mj-cs"/>
              </a:rPr>
              <a:t> 44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Eo</a:t>
            </a:r>
            <a:r>
              <a:rPr lang="en-US" sz="6600" dirty="0" smtClean="0">
                <a:latin typeface="Cambria" pitchFamily="18" charset="0"/>
              </a:rPr>
              <a:t> am-</a:t>
            </a:r>
            <a:r>
              <a:rPr lang="en-US" sz="6600" dirty="0" err="1" smtClean="0">
                <a:latin typeface="Cambria" pitchFamily="18" charset="0"/>
              </a:rPr>
              <a:t>baravaranao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vohay</a:t>
            </a:r>
            <a:r>
              <a:rPr lang="en-US" sz="6600" dirty="0" smtClean="0">
                <a:latin typeface="Cambria" pitchFamily="18" charset="0"/>
              </a:rPr>
              <a:t> !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ditra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vohay</a:t>
            </a:r>
            <a:r>
              <a:rPr lang="en-US" sz="6600" dirty="0" smtClean="0">
                <a:latin typeface="Cambria" pitchFamily="18" charset="0"/>
              </a:rPr>
              <a:t> !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285852" y="214290"/>
            <a:ext cx="58579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err="1" smtClean="0">
                <a:solidFill>
                  <a:srgbClr val="0070C0"/>
                </a:solidFill>
                <a:latin typeface="Cambria" pitchFamily="18" charset="0"/>
                <a:ea typeface="+mj-ea"/>
                <a:cs typeface="+mj-cs"/>
              </a:rPr>
              <a:t>Hira</a:t>
            </a:r>
            <a:r>
              <a:rPr lang="fr-FR" sz="4400" b="1" dirty="0" smtClean="0">
                <a:solidFill>
                  <a:srgbClr val="0070C0"/>
                </a:solidFill>
                <a:latin typeface="Cambria" pitchFamily="18" charset="0"/>
                <a:ea typeface="+mj-ea"/>
                <a:cs typeface="+mj-cs"/>
              </a:rPr>
              <a:t> 44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647968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He ! </a:t>
            </a:r>
            <a:r>
              <a:rPr lang="en-US" sz="6600" dirty="0" err="1" smtClean="0">
                <a:latin typeface="Cambria" pitchFamily="18" charset="0"/>
              </a:rPr>
              <a:t>Mandona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mora</a:t>
            </a:r>
            <a:r>
              <a:rPr lang="en-US" sz="6600" dirty="0" smtClean="0">
                <a:latin typeface="Cambria" pitchFamily="18" charset="0"/>
              </a:rPr>
              <a:t> re,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Na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lehibe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niandry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ela</a:t>
            </a:r>
            <a:r>
              <a:rPr lang="en-US" sz="6600" dirty="0" smtClean="0">
                <a:latin typeface="Cambria" pitchFamily="18" charset="0"/>
              </a:rPr>
              <a:t> be;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vohay</a:t>
            </a:r>
            <a:r>
              <a:rPr lang="en-US" sz="6600" dirty="0" smtClean="0">
                <a:latin typeface="Cambria" pitchFamily="18" charset="0"/>
              </a:rPr>
              <a:t> !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285852" y="0"/>
            <a:ext cx="66437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err="1" smtClean="0">
                <a:solidFill>
                  <a:srgbClr val="0070C0"/>
                </a:solidFill>
                <a:latin typeface="Cambria" pitchFamily="18" charset="0"/>
                <a:ea typeface="+mj-ea"/>
                <a:cs typeface="+mj-cs"/>
              </a:rPr>
              <a:t>Hira</a:t>
            </a:r>
            <a:r>
              <a:rPr lang="fr-FR" sz="4400" b="1" dirty="0" smtClean="0">
                <a:solidFill>
                  <a:srgbClr val="0070C0"/>
                </a:solidFill>
                <a:latin typeface="Cambria" pitchFamily="18" charset="0"/>
                <a:ea typeface="+mj-ea"/>
                <a:cs typeface="+mj-cs"/>
              </a:rPr>
              <a:t> 44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158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44</vt:lpstr>
      <vt:lpstr>Hira 44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</dc:title>
  <dc:creator>M</dc:creator>
  <cp:lastModifiedBy>M</cp:lastModifiedBy>
  <cp:revision>4</cp:revision>
  <dcterms:created xsi:type="dcterms:W3CDTF">2012-10-02T21:52:07Z</dcterms:created>
  <dcterms:modified xsi:type="dcterms:W3CDTF">2013-07-01T18:47:54Z</dcterms:modified>
</cp:coreProperties>
</file>