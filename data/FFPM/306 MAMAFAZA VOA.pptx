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6" r:id="rId2"/>
    <p:sldId id="297" r:id="rId3"/>
    <p:sldId id="298" r:id="rId4"/>
    <p:sldId id="299" r:id="rId5"/>
    <p:sldId id="300" r:id="rId6"/>
    <p:sldId id="301" r:id="rId7"/>
    <p:sldId id="302" r:id="rId8"/>
    <p:sldId id="303" r:id="rId9"/>
    <p:sldId id="304" r:id="rId10"/>
    <p:sldId id="305" r:id="rId11"/>
    <p:sldId id="306" r:id="rId12"/>
    <p:sldId id="307" r:id="rId1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9074" autoAdjust="0"/>
    <p:restoredTop sz="94660"/>
  </p:normalViewPr>
  <p:slideViewPr>
    <p:cSldViewPr>
      <p:cViewPr varScale="1">
        <p:scale>
          <a:sx n="61" d="100"/>
          <a:sy n="61" d="100"/>
        </p:scale>
        <p:origin x="-90" y="-1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306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Mamafaza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voa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ka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aza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malaina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Fa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fantatrao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re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ho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vanona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306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Na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amin'ny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hariva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na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amin'ny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maraina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Mamafaza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voa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mijanona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306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:,: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Matokia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re,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matokia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re,</a:t>
            </a:r>
          </a:p>
          <a:p>
            <a:pPr>
              <a:buNone/>
            </a:pP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Hisy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amboara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ho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anie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.:,: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306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Mamafaza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voa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amin'ny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mahantra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Ka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aza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mifidy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hasian-tsoa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306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Fa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mazoto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sady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feno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antra</a:t>
            </a:r>
            <a:endParaRPr lang="es-ES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homen'ny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valisoa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306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1000108"/>
            <a:ext cx="8929718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:,: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Matokia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re,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matokia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re,</a:t>
            </a:r>
          </a:p>
          <a:p>
            <a:pPr>
              <a:buNone/>
            </a:pP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Hisy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amboara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ho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anie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.:,: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306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1000108"/>
            <a:ext cx="8929718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Mamafaza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voa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amin'ny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malemy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Hatanjaho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'reo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reraka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am-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po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306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Asehoy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Jesosy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loharanon-kery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anovozy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'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ilain'ny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306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1000108"/>
            <a:ext cx="8929718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:,: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Matokia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re,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matokia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re,</a:t>
            </a:r>
          </a:p>
          <a:p>
            <a:pPr>
              <a:buNone/>
            </a:pP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Hisy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amboara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ho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anie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.:,: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306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Miasà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sakaiza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milofosa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tsara</a:t>
            </a:r>
            <a:endParaRPr lang="es-ES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Dieny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misy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asa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azonao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atao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306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Matahora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sao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vita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ilay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anjara</a:t>
            </a:r>
            <a:endParaRPr lang="es-ES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lzay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napetraky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306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:,: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Matokia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re,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matokia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re,</a:t>
            </a:r>
          </a:p>
          <a:p>
            <a:pPr>
              <a:buNone/>
            </a:pP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Hisy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amboara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ho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anie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.:,: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185</Words>
  <PresentationFormat>Affichage à l'écran (4:3)</PresentationFormat>
  <Paragraphs>36</Paragraphs>
  <Slides>12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3" baseType="lpstr">
      <vt:lpstr>Thème Office</vt:lpstr>
      <vt:lpstr>HIRA 306</vt:lpstr>
      <vt:lpstr>HIRA 306</vt:lpstr>
      <vt:lpstr>HIRA 306</vt:lpstr>
      <vt:lpstr>HIRA 306</vt:lpstr>
      <vt:lpstr>HIRA 306</vt:lpstr>
      <vt:lpstr>HIRA 306</vt:lpstr>
      <vt:lpstr>HIRA 306</vt:lpstr>
      <vt:lpstr>HIRA 306</vt:lpstr>
      <vt:lpstr>HIRA 306</vt:lpstr>
      <vt:lpstr>HIRA 306</vt:lpstr>
      <vt:lpstr>HIRA 306</vt:lpstr>
      <vt:lpstr>HIRA 306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298</dc:title>
  <dc:creator>M</dc:creator>
  <cp:lastModifiedBy>M</cp:lastModifiedBy>
  <cp:revision>11</cp:revision>
  <dcterms:created xsi:type="dcterms:W3CDTF">2012-11-04T17:25:30Z</dcterms:created>
  <dcterms:modified xsi:type="dcterms:W3CDTF">2014-07-27T05:33:39Z</dcterms:modified>
</cp:coreProperties>
</file>