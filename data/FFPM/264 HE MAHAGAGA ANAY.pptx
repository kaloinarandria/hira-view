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1. He! </a:t>
            </a:r>
            <a:r>
              <a:rPr lang="en-US" sz="6600" b="1" dirty="0" err="1" smtClean="0">
                <a:latin typeface="Cambria" pitchFamily="18" charset="0"/>
              </a:rPr>
              <a:t>mahagaga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fitiavana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Nasehonao</a:t>
            </a:r>
            <a:r>
              <a:rPr lang="en-US" sz="6600" b="1" dirty="0" smtClean="0">
                <a:latin typeface="Cambria" pitchFamily="18" charset="0"/>
              </a:rPr>
              <a:t>, </a:t>
            </a:r>
            <a:r>
              <a:rPr lang="en-US" sz="6600" b="1" dirty="0" err="1" smtClean="0">
                <a:latin typeface="Cambria" pitchFamily="18" charset="0"/>
              </a:rPr>
              <a:t>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Jeso</a:t>
            </a:r>
            <a:r>
              <a:rPr lang="en-US" sz="6600" b="1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Mba</a:t>
            </a:r>
            <a:r>
              <a:rPr lang="en-US" sz="6600" b="1" dirty="0" smtClean="0">
                <a:latin typeface="Cambria" pitchFamily="18" charset="0"/>
              </a:rPr>
              <a:t> ho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2.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fijalianao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Ilay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Golgota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Indrisy</a:t>
            </a:r>
            <a:r>
              <a:rPr lang="en-US" sz="6600" b="1" dirty="0" smtClean="0">
                <a:latin typeface="Cambria" pitchFamily="18" charset="0"/>
              </a:rPr>
              <a:t>! </a:t>
            </a:r>
            <a:r>
              <a:rPr lang="en-US" sz="6600" b="1" dirty="0" err="1" smtClean="0">
                <a:latin typeface="Cambria" pitchFamily="18" charset="0"/>
              </a:rPr>
              <a:t>lalina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takoa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ngidiny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3. Na </a:t>
            </a:r>
            <a:r>
              <a:rPr lang="en-US" sz="6600" b="1" dirty="0" err="1" smtClean="0">
                <a:latin typeface="Cambria" pitchFamily="18" charset="0"/>
              </a:rPr>
              <a:t>mafy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aza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izay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Tsy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nandosiranao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Nataonao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tsinontsinona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tenanao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4.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fitiavanao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Fa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tsy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fantsika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anton'ny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nihantonanao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Tao </a:t>
            </a:r>
            <a:r>
              <a:rPr lang="en-US" sz="6600" b="1" dirty="0" err="1" smtClean="0">
                <a:latin typeface="Cambria" pitchFamily="18" charset="0"/>
              </a:rPr>
              <a:t>Golgota</a:t>
            </a:r>
            <a:r>
              <a:rPr lang="en-US" sz="6600" b="1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5.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ra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nalatsakao</a:t>
            </a:r>
            <a:r>
              <a:rPr lang="en-US" sz="66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vidin'ny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ainay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fijaliana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nentinao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avotray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6. </a:t>
            </a:r>
            <a:r>
              <a:rPr lang="en-US" sz="6600" b="1" dirty="0" err="1" smtClean="0">
                <a:latin typeface="Cambria" pitchFamily="18" charset="0"/>
              </a:rPr>
              <a:t>Tsaroanay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izao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Derainay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avokoa</a:t>
            </a:r>
            <a:r>
              <a:rPr lang="en-US" sz="66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Ilay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fitiavanao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Tompo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soa</a:t>
            </a:r>
            <a:r>
              <a:rPr lang="en-US" sz="6600" b="1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264</vt:lpstr>
      <vt:lpstr>HIRA 264</vt:lpstr>
      <vt:lpstr>HIRA 264</vt:lpstr>
      <vt:lpstr>HIRA 264</vt:lpstr>
      <vt:lpstr>HIRA 264</vt:lpstr>
      <vt:lpstr>HIRA 264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262</dc:title>
  <dc:creator>M</dc:creator>
  <cp:lastModifiedBy>M</cp:lastModifiedBy>
  <cp:revision>4</cp:revision>
  <dcterms:created xsi:type="dcterms:W3CDTF">2012-12-02T00:42:34Z</dcterms:created>
  <dcterms:modified xsi:type="dcterms:W3CDTF">2014-09-14T05:01:17Z</dcterms:modified>
</cp:coreProperties>
</file>