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718" autoAdjust="0"/>
    <p:restoredTop sz="94660"/>
  </p:normalViewPr>
  <p:slideViewPr>
    <p:cSldViewPr>
      <p:cViewPr varScale="1">
        <p:scale>
          <a:sx n="60" d="100"/>
          <a:sy n="60" d="100"/>
        </p:scale>
        <p:origin x="-27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14/06/2014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14/06/2014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14/06/2014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14/06/2014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/>
              <a:t>HIRA 824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1. </a:t>
            </a: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Andriamanitra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nahary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Isaoranay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Anaranao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Nasehonao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miharihary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herin'ny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fitiavanao</a:t>
            </a:r>
            <a:r>
              <a:rPr lang="fr-FR" sz="6600" dirty="0" smtClean="0">
                <a:latin typeface="Cambria" pitchFamily="18" charset="0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/>
              <a:t>HIRA 824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 Fa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Fiangonanao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najoro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Ho </a:t>
            </a:r>
            <a:r>
              <a:rPr lang="fr-FR" sz="6600" dirty="0" err="1" smtClean="0">
                <a:latin typeface="Cambria" pitchFamily="18" charset="0"/>
              </a:rPr>
              <a:t>fiorenam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pahamarinana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Dia </a:t>
            </a:r>
            <a:r>
              <a:rPr lang="fr-FR" sz="6600" dirty="0" err="1" smtClean="0">
                <a:latin typeface="Cambria" pitchFamily="18" charset="0"/>
              </a:rPr>
              <a:t>vatolampy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hikoro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andry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azo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ifikirana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/>
              <a:t>HIRA 824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9215502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2.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teninao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Jeso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Mpandresy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No </a:t>
            </a:r>
            <a:r>
              <a:rPr lang="fr-FR" sz="6600" dirty="0" err="1" smtClean="0">
                <a:latin typeface="Cambria" pitchFamily="18" charset="0"/>
              </a:rPr>
              <a:t>nifaharan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dRasalama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Tanaty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memy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nifanesy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fiakarana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malama</a:t>
            </a:r>
            <a:r>
              <a:rPr lang="fr-FR" sz="6600" dirty="0" smtClean="0">
                <a:latin typeface="Cambria" pitchFamily="18" charset="0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/>
              <a:t>HIRA 824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 Fa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Fiangonanao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najoro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Ho </a:t>
            </a:r>
            <a:r>
              <a:rPr lang="fr-FR" sz="6600" dirty="0" err="1" smtClean="0">
                <a:latin typeface="Cambria" pitchFamily="18" charset="0"/>
              </a:rPr>
              <a:t>fiorenam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pahamarinana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Dia </a:t>
            </a:r>
            <a:r>
              <a:rPr lang="fr-FR" sz="6600" dirty="0" err="1" smtClean="0">
                <a:latin typeface="Cambria" pitchFamily="18" charset="0"/>
              </a:rPr>
              <a:t>vatolampy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hikoro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andry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azo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ifikirana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b="1" dirty="0" smtClean="0"/>
              <a:t>HIRA 824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3.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tranomaizim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pijaliana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Nampian'ny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lefona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mifofo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Nanjary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hiram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pihobiana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Nandresy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lahatra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nofo</a:t>
            </a:r>
            <a:r>
              <a:rPr lang="fr-FR" sz="6600" dirty="0" smtClean="0">
                <a:latin typeface="Cambria" pitchFamily="18" charset="0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/>
              <a:t>HIRA 824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 Fa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Fiangonanao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najoro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Ho </a:t>
            </a:r>
            <a:r>
              <a:rPr lang="fr-FR" sz="6600" dirty="0" err="1" smtClean="0">
                <a:latin typeface="Cambria" pitchFamily="18" charset="0"/>
              </a:rPr>
              <a:t>fiorenam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pahamarinana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Dia </a:t>
            </a:r>
            <a:r>
              <a:rPr lang="fr-FR" sz="6600" dirty="0" err="1" smtClean="0">
                <a:latin typeface="Cambria" pitchFamily="18" charset="0"/>
              </a:rPr>
              <a:t>vatolampy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hikoro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andry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azo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ifikirana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/>
              <a:t>HIRA 824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4</a:t>
            </a:r>
            <a:r>
              <a:rPr lang="fr-FR" sz="6600" dirty="0" smtClean="0">
                <a:latin typeface="Cambria" pitchFamily="18" charset="0"/>
              </a:rPr>
              <a:t>. </a:t>
            </a:r>
            <a:r>
              <a:rPr lang="fr-FR" sz="6600" dirty="0" err="1" smtClean="0">
                <a:latin typeface="Cambria" pitchFamily="18" charset="0"/>
              </a:rPr>
              <a:t>Ilay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nantsoina</a:t>
            </a:r>
            <a:r>
              <a:rPr lang="fr-FR" sz="6600" dirty="0" smtClean="0">
                <a:latin typeface="Cambria" pitchFamily="18" charset="0"/>
              </a:rPr>
              <a:t> ho </a:t>
            </a:r>
            <a:r>
              <a:rPr lang="fr-FR" sz="6600" dirty="0" err="1" smtClean="0">
                <a:latin typeface="Cambria" pitchFamily="18" charset="0"/>
              </a:rPr>
              <a:t>maritiora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Fitarikandro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nanazava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Namerovero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miora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Nandroaka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aizina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hisava</a:t>
            </a:r>
            <a:r>
              <a:rPr lang="fr-FR" sz="6600" dirty="0" smtClean="0">
                <a:latin typeface="Cambria" pitchFamily="18" charset="0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/>
              <a:t>HIRA 824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 Fa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Fiangonanao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najoro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Ho </a:t>
            </a:r>
            <a:r>
              <a:rPr lang="fr-FR" sz="6600" dirty="0" err="1" smtClean="0">
                <a:latin typeface="Cambria" pitchFamily="18" charset="0"/>
              </a:rPr>
              <a:t>fiorenam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pahamarinana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Dia </a:t>
            </a:r>
            <a:r>
              <a:rPr lang="fr-FR" sz="6600" dirty="0" err="1" smtClean="0">
                <a:latin typeface="Cambria" pitchFamily="18" charset="0"/>
              </a:rPr>
              <a:t>vatolampy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hikoro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andry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azo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ifikirana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151</Words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824</vt:lpstr>
      <vt:lpstr>HIRA 824</vt:lpstr>
      <vt:lpstr>HIRA 824</vt:lpstr>
      <vt:lpstr>HIRA 824</vt:lpstr>
      <vt:lpstr>HIRA 824</vt:lpstr>
      <vt:lpstr>HIRA 824</vt:lpstr>
      <vt:lpstr>HIRA 824</vt:lpstr>
      <vt:lpstr>HIRA 824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691</dc:title>
  <dc:creator>M</dc:creator>
  <cp:lastModifiedBy>M</cp:lastModifiedBy>
  <cp:revision>24</cp:revision>
  <dcterms:created xsi:type="dcterms:W3CDTF">2012-12-02T01:28:21Z</dcterms:created>
  <dcterms:modified xsi:type="dcterms:W3CDTF">2014-06-14T18:51:05Z</dcterms:modified>
</cp:coreProperties>
</file>