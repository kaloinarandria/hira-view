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5424" autoAdjust="0"/>
  </p:normalViewPr>
  <p:slideViewPr>
    <p:cSldViewPr>
      <p:cViewPr varScale="1">
        <p:scale>
          <a:sx n="57" d="100"/>
          <a:sy n="57" d="100"/>
        </p:scale>
        <p:origin x="-79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636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hatoninay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Tompon'ny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mihainoa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636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ampangino</a:t>
            </a:r>
            <a:r>
              <a:rPr lang="en-US" sz="6600" dirty="0" smtClean="0">
                <a:latin typeface="Cambria" pitchFamily="18" charset="0"/>
              </a:rPr>
              <a:t> re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anatinay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renay</a:t>
            </a:r>
            <a:r>
              <a:rPr lang="en-US" sz="6600" dirty="0" smtClean="0">
                <a:latin typeface="Cambria" pitchFamily="18" charset="0"/>
              </a:rPr>
              <a:t>:,: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636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fanavaozanao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hitovy</a:t>
            </a:r>
            <a:r>
              <a:rPr lang="en-US" sz="6600" dirty="0" smtClean="0">
                <a:latin typeface="Cambria" pitchFamily="18" charset="0"/>
              </a:rPr>
              <a:t>:,:.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Toe-</a:t>
            </a:r>
            <a:r>
              <a:rPr lang="en-US" sz="6600" dirty="0" err="1" smtClean="0">
                <a:latin typeface="Cambria" pitchFamily="18" charset="0"/>
              </a:rPr>
              <a:t>tsaina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636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adinay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tahotray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resy</a:t>
            </a:r>
            <a:r>
              <a:rPr lang="en-US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miankina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636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tafionao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mpandresy</a:t>
            </a:r>
            <a:r>
              <a:rPr lang="en-US" sz="6600" dirty="0" smtClean="0">
                <a:latin typeface="Cambria" pitchFamily="18" charset="0"/>
              </a:rPr>
              <a:t>:,: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mpianatrao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636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hirehetanay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636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7.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tanterakay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anjaranay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manomeza</a:t>
            </a:r>
            <a:r>
              <a:rPr lang="en-US" sz="6600" dirty="0" smtClean="0">
                <a:latin typeface="Cambria" pitchFamily="18" charset="0"/>
              </a:rPr>
              <a:t>:,: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136</Words>
  <PresentationFormat>Affichage à l'écran (4:3)</PresentationFormat>
  <Paragraphs>36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636 </vt:lpstr>
      <vt:lpstr>HIRA 636 </vt:lpstr>
      <vt:lpstr>HIRA 636 </vt:lpstr>
      <vt:lpstr>HIRA 636 </vt:lpstr>
      <vt:lpstr>HIRA 636 </vt:lpstr>
      <vt:lpstr>HIRA 636 </vt:lpstr>
      <vt:lpstr>HIRA 636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627 : 1 , 2</dc:title>
  <dc:creator>M</dc:creator>
  <cp:lastModifiedBy>M</cp:lastModifiedBy>
  <cp:revision>7</cp:revision>
  <dcterms:created xsi:type="dcterms:W3CDTF">2012-10-03T07:52:32Z</dcterms:created>
  <dcterms:modified xsi:type="dcterms:W3CDTF">2013-04-21T03:12:34Z</dcterms:modified>
</cp:coreProperties>
</file>