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0" d="100"/>
          <a:sy n="40" d="100"/>
        </p:scale>
        <p:origin x="-114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voninahitrao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Kristy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nonenanao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Maro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hanompo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mahasambatra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Nanam-boninahitra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Tao an-</a:t>
            </a:r>
            <a:r>
              <a:rPr lang="en-US" sz="6600" dirty="0" err="1" smtClean="0">
                <a:latin typeface="Cambria" pitchFamily="18" charset="0"/>
              </a:rPr>
              <a:t>dapan</a:t>
            </a:r>
            <a:r>
              <a:rPr lang="en-US" sz="6600" dirty="0" smtClean="0">
                <a:latin typeface="Cambria" pitchFamily="18" charset="0"/>
              </a:rPr>
              <a:t>-</a:t>
            </a:r>
            <a:r>
              <a:rPr lang="en-US" sz="6600" dirty="0" err="1" smtClean="0">
                <a:latin typeface="Cambria" pitchFamily="18" charset="0"/>
              </a:rPr>
              <a:t>dRainao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voninahitra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nialanao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haren</a:t>
            </a:r>
            <a:r>
              <a:rPr lang="en-US" sz="6600" dirty="0" smtClean="0">
                <a:latin typeface="Cambria" pitchFamily="18" charset="0"/>
              </a:rPr>
              <a:t>'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nojerenao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nahery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hanavotra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 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Honina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amin-tany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'</a:t>
            </a:r>
            <a:r>
              <a:rPr lang="en-US" sz="6600" dirty="0" err="1" smtClean="0">
                <a:latin typeface="Cambria" pitchFamily="18" charset="0"/>
              </a:rPr>
              <a:t>Hahazoan'ny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iany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Sarotra ny lalanao,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Be ny zava-mafy,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Loza no nanjo Anao.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Maro no nandrafy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Saotra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aterinay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Vavaka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aman-dera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hihira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Vitanao ny asanao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Namonjenao aina,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indro ny Anaranao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Velona ao an-tsaina.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139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78</vt:lpstr>
      <vt:lpstr>HIRA 78</vt:lpstr>
      <vt:lpstr>HIRA 78</vt:lpstr>
      <vt:lpstr>HIRA 78</vt:lpstr>
      <vt:lpstr>HIRA 78</vt:lpstr>
      <vt:lpstr>HIRA 78</vt:lpstr>
      <vt:lpstr>HIRA 78</vt:lpstr>
      <vt:lpstr>HIRA 78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8</cp:revision>
  <dcterms:created xsi:type="dcterms:W3CDTF">2012-12-08T21:27:25Z</dcterms:created>
  <dcterms:modified xsi:type="dcterms:W3CDTF">2013-07-02T16:11:51Z</dcterms:modified>
</cp:coreProperties>
</file>