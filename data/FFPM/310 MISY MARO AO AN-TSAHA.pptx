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92" r:id="rId3"/>
    <p:sldId id="294" r:id="rId4"/>
    <p:sldId id="296" r:id="rId5"/>
    <p:sldId id="298" r:id="rId6"/>
    <p:sldId id="300" r:id="rId7"/>
    <p:sldId id="301" r:id="rId8"/>
    <p:sldId id="303" r:id="rId9"/>
    <p:sldId id="30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1. </a:t>
            </a:r>
            <a:r>
              <a:rPr lang="en-US" sz="5400" dirty="0" err="1" smtClean="0">
                <a:latin typeface="Cambria" pitchFamily="18" charset="0"/>
              </a:rPr>
              <a:t>Misy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maro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ao</a:t>
            </a:r>
            <a:r>
              <a:rPr lang="en-US" sz="5400" dirty="0" smtClean="0">
                <a:latin typeface="Cambria" pitchFamily="18" charset="0"/>
              </a:rPr>
              <a:t> an-</a:t>
            </a:r>
            <a:r>
              <a:rPr lang="en-US" sz="5400" dirty="0" err="1" smtClean="0">
                <a:latin typeface="Cambria" pitchFamily="18" charset="0"/>
              </a:rPr>
              <a:t>tsaha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mitaraina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ento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Jiro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mbà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hankao</a:t>
            </a:r>
            <a:r>
              <a:rPr lang="en-US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misy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atoandro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maraina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maizina</a:t>
            </a:r>
            <a:r>
              <a:rPr lang="en-US" sz="5400" dirty="0" smtClean="0">
                <a:latin typeface="Cambria" pitchFamily="18" charset="0"/>
              </a:rPr>
              <a:t> re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ao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42861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428604"/>
            <a:ext cx="885828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olo-marobe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maniry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 hoe: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midina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mankaty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Itondray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Baiboly</a:t>
            </a:r>
            <a:r>
              <a:rPr lang="en-US" sz="6000" dirty="0" smtClean="0">
                <a:latin typeface="Cambria" pitchFamily="18" charset="0"/>
              </a:rPr>
              <a:t> re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'reo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ta-handre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An'i</a:t>
            </a:r>
            <a:r>
              <a:rPr lang="en-US" sz="6000" dirty="0" smtClean="0">
                <a:latin typeface="Cambria" pitchFamily="18" charset="0"/>
              </a:rPr>
              <a:t> Kristy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"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r>
              <a:rPr lang="en-US" sz="6000" dirty="0" smtClean="0">
                <a:latin typeface="Cambria" pitchFamily="18" charset="0"/>
              </a:rPr>
              <a:t>", </a:t>
            </a:r>
            <a:r>
              <a:rPr lang="en-US" sz="6000" dirty="0" err="1" smtClean="0">
                <a:latin typeface="Cambria" pitchFamily="18" charset="0"/>
              </a:rPr>
              <a:t>hoy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amin'izao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tontolo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Mitsangàna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àry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mitsangàna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homba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hitarika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jamba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ampifalio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mahantra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ilazao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lamba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miova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mety</a:t>
            </a:r>
            <a:r>
              <a:rPr lang="en-US" sz="6000" dirty="0" smtClean="0">
                <a:latin typeface="Cambria" pitchFamily="18" charset="0"/>
              </a:rPr>
              <a:t> lo;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mofon'aina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ranon'aina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Asehoy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hitany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Andriamanitra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danitra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Ambarao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fantany</a:t>
            </a:r>
            <a:r>
              <a:rPr lang="en-US" sz="6000" dirty="0" smtClean="0">
                <a:latin typeface="Cambria" pitchFamily="18" charset="0"/>
              </a:rPr>
              <a:t>: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428604"/>
            <a:ext cx="8786842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mofon'aina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ranon'aina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Asehoy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hitany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Andriamanitra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danitra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Ambarao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fantany</a:t>
            </a:r>
            <a:r>
              <a:rPr lang="en-US" sz="6000" dirty="0" smtClean="0">
                <a:latin typeface="Cambria" pitchFamily="18" charset="0"/>
              </a:rPr>
              <a:t>: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"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r>
              <a:rPr lang="en-US" sz="6000" dirty="0" smtClean="0">
                <a:latin typeface="Cambria" pitchFamily="18" charset="0"/>
              </a:rPr>
              <a:t>", </a:t>
            </a:r>
            <a:r>
              <a:rPr lang="en-US" sz="6000" dirty="0" err="1" smtClean="0">
                <a:latin typeface="Cambria" pitchFamily="18" charset="0"/>
              </a:rPr>
              <a:t>hoy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amin'izao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tontolo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Mitsangàna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àry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mitsangàna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homba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hanatanjaka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osa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Omeo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toky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ketraka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anjaranao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ataovy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tontosa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reraka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357166"/>
            <a:ext cx="8929718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Mandehana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vitao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asanao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tambinao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Mbola</a:t>
            </a:r>
            <a:r>
              <a:rPr lang="en-US" sz="6000" dirty="0" smtClean="0">
                <a:latin typeface="Cambria" pitchFamily="18" charset="0"/>
              </a:rPr>
              <a:t> any </a:t>
            </a:r>
            <a:r>
              <a:rPr lang="en-US" sz="6000" dirty="0" err="1" smtClean="0">
                <a:latin typeface="Cambria" pitchFamily="18" charset="0"/>
              </a:rPr>
              <a:t>ihany</a:t>
            </a:r>
            <a:r>
              <a:rPr lang="en-US" sz="6000" dirty="0" smtClean="0">
                <a:latin typeface="Cambria" pitchFamily="18" charset="0"/>
              </a:rPr>
              <a:t> re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handraisan-tamby</a:t>
            </a:r>
            <a:r>
              <a:rPr lang="en-US" sz="6000" dirty="0" smtClean="0">
                <a:latin typeface="Cambria" pitchFamily="18" charset="0"/>
              </a:rPr>
              <a:t> be,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ety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"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r>
              <a:rPr lang="en-US" sz="6000" dirty="0" smtClean="0">
                <a:latin typeface="Cambria" pitchFamily="18" charset="0"/>
              </a:rPr>
              <a:t>", </a:t>
            </a:r>
            <a:r>
              <a:rPr lang="en-US" sz="6000" dirty="0" err="1" smtClean="0">
                <a:latin typeface="Cambria" pitchFamily="18" charset="0"/>
              </a:rPr>
              <a:t>hoy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mandehana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amin'izao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tontolo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Mitsangàna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àry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mitsangàna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homba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265</Words>
  <PresentationFormat>Affichage à l'écran (4:3)</PresentationFormat>
  <Paragraphs>57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310</vt:lpstr>
      <vt:lpstr>HIRA 310</vt:lpstr>
      <vt:lpstr>HIRA 310</vt:lpstr>
      <vt:lpstr>HIRA 310</vt:lpstr>
      <vt:lpstr>HIRA 310</vt:lpstr>
      <vt:lpstr>HIRA 310</vt:lpstr>
      <vt:lpstr>HIRA 310</vt:lpstr>
      <vt:lpstr>HIRA 310</vt:lpstr>
      <vt:lpstr>HIRA 310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7</cp:revision>
  <dcterms:created xsi:type="dcterms:W3CDTF">2012-11-04T17:25:30Z</dcterms:created>
  <dcterms:modified xsi:type="dcterms:W3CDTF">2014-08-04T21:42:27Z</dcterms:modified>
</cp:coreProperties>
</file>