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98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473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</a:t>
            </a:r>
            <a:r>
              <a:rPr lang="en-US" sz="6600" dirty="0" smtClean="0">
                <a:latin typeface="Cambria" pitchFamily="18" charset="0"/>
              </a:rPr>
              <a:t>. </a:t>
            </a:r>
            <a:r>
              <a:rPr lang="en-US" sz="6600" dirty="0" err="1" smtClean="0">
                <a:latin typeface="Cambria" pitchFamily="18" charset="0"/>
              </a:rPr>
              <a:t>Mombà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ô 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maizina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alina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473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vonjy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tia</a:t>
            </a:r>
            <a:r>
              <a:rPr lang="en-US" sz="6600" dirty="0" smtClean="0">
                <a:latin typeface="Cambria" pitchFamily="18" charset="0"/>
              </a:rPr>
              <a:t> ô ! </a:t>
            </a:r>
            <a:r>
              <a:rPr lang="en-US" sz="6600" dirty="0" err="1" smtClean="0">
                <a:latin typeface="Cambria" pitchFamily="18" charset="0"/>
              </a:rPr>
              <a:t>Mombà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 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473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Mandalo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andronay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ety</a:t>
            </a:r>
            <a:r>
              <a:rPr lang="en-US" sz="6600" dirty="0" smtClean="0">
                <a:latin typeface="Cambria" pitchFamily="18" charset="0"/>
              </a:rPr>
              <a:t> 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mihalò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fifalianay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473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Miovaovao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rehetra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miova</a:t>
            </a:r>
            <a:r>
              <a:rPr lang="en-US" sz="6600" dirty="0" smtClean="0">
                <a:latin typeface="Cambria" pitchFamily="18" charset="0"/>
              </a:rPr>
              <a:t> ô ! </a:t>
            </a:r>
            <a:r>
              <a:rPr lang="en-US" sz="6600" dirty="0" err="1" smtClean="0">
                <a:latin typeface="Cambria" pitchFamily="18" charset="0"/>
              </a:rPr>
              <a:t>Mombà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473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mivahiny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mihevitra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helokay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473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Aoka</a:t>
            </a:r>
            <a:r>
              <a:rPr lang="en-US" sz="6600" dirty="0" smtClean="0">
                <a:latin typeface="Cambria" pitchFamily="18" charset="0"/>
              </a:rPr>
              <a:t> ho be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famindranao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ô ! </a:t>
            </a:r>
            <a:r>
              <a:rPr lang="en-US" sz="6600" dirty="0" err="1" smtClean="0">
                <a:latin typeface="Cambria" pitchFamily="18" charset="0"/>
              </a:rPr>
              <a:t>Mombà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473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mahaleo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mora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resy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mora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kivy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473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! </a:t>
            </a:r>
            <a:r>
              <a:rPr lang="en-US" sz="6600" dirty="0" err="1" smtClean="0">
                <a:latin typeface="Cambria" pitchFamily="18" charset="0"/>
              </a:rPr>
              <a:t>Aoka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honenanao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Ety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dasin'ny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mpanomponao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473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teninao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fifalianay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masonao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mitari-dalana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473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herinao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tanjakay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Sakaiza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 ô 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mombà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473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6.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ombanao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afa-tahotra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mety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kivy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mamoy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 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473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fahoriana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Haninona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arovanao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473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7. </a:t>
            </a:r>
            <a:r>
              <a:rPr lang="en-US" sz="6600" dirty="0" err="1" smtClean="0">
                <a:latin typeface="Cambria" pitchFamily="18" charset="0"/>
              </a:rPr>
              <a:t>Rehefa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fotoana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Hitànay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maizina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473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Aoka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tavanao</a:t>
            </a:r>
            <a:r>
              <a:rPr lang="en-US" sz="6600" smtClean="0">
                <a:latin typeface="Cambria" pitchFamily="18" charset="0"/>
              </a:rPr>
              <a:t> </a:t>
            </a:r>
            <a:endParaRPr lang="en-US" sz="660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smtClean="0">
                <a:latin typeface="Cambria" pitchFamily="18" charset="0"/>
              </a:rPr>
              <a:t>hazava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Amin'izany</a:t>
            </a:r>
            <a:r>
              <a:rPr lang="en-US" sz="6600" dirty="0" smtClean="0">
                <a:latin typeface="Cambria" pitchFamily="18" charset="0"/>
              </a:rPr>
              <a:t> re </a:t>
            </a:r>
            <a:r>
              <a:rPr lang="en-US" sz="6600" dirty="0" err="1" smtClean="0">
                <a:latin typeface="Cambria" pitchFamily="18" charset="0"/>
              </a:rPr>
              <a:t>mombà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205</Words>
  <PresentationFormat>Affichage à l'écran (4:3)</PresentationFormat>
  <Paragraphs>45</Paragraphs>
  <Slides>14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5" baseType="lpstr">
      <vt:lpstr>Thème Office</vt:lpstr>
      <vt:lpstr>HIRA 473</vt:lpstr>
      <vt:lpstr>HIRA 473</vt:lpstr>
      <vt:lpstr>HIRA 473</vt:lpstr>
      <vt:lpstr>HIRA 473</vt:lpstr>
      <vt:lpstr>HIRA 473</vt:lpstr>
      <vt:lpstr>HIRA 473</vt:lpstr>
      <vt:lpstr>HIRA 473</vt:lpstr>
      <vt:lpstr>HIRA 473</vt:lpstr>
      <vt:lpstr>HIRA 473</vt:lpstr>
      <vt:lpstr>HIRA 473</vt:lpstr>
      <vt:lpstr>HIRA 473</vt:lpstr>
      <vt:lpstr>HIRA 473</vt:lpstr>
      <vt:lpstr>HIRA 473</vt:lpstr>
      <vt:lpstr>HIRA 473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471</dc:title>
  <dc:creator>M</dc:creator>
  <cp:lastModifiedBy>M</cp:lastModifiedBy>
  <cp:revision>3</cp:revision>
  <dcterms:created xsi:type="dcterms:W3CDTF">2012-12-08T20:40:55Z</dcterms:created>
  <dcterms:modified xsi:type="dcterms:W3CDTF">2013-01-17T22:53:08Z</dcterms:modified>
</cp:coreProperties>
</file>