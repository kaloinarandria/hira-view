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2" r:id="rId5"/>
    <p:sldId id="258" r:id="rId6"/>
    <p:sldId id="263" r:id="rId7"/>
    <p:sldId id="259" r:id="rId8"/>
    <p:sldId id="264" r:id="rId9"/>
    <p:sldId id="260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66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23/02/2013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/>
              <a:t>Hira</a:t>
            </a:r>
            <a:r>
              <a:rPr lang="fr-FR" b="1" dirty="0" smtClean="0"/>
              <a:t> 482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35837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Jehovah ô! </a:t>
            </a:r>
            <a:r>
              <a:rPr lang="en-US" sz="7200" dirty="0" err="1" smtClean="0">
                <a:latin typeface="Cambria" pitchFamily="18" charset="0"/>
              </a:rPr>
              <a:t>Hianao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nandinika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fantatrao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toe-</a:t>
            </a:r>
            <a:r>
              <a:rPr lang="en-US" sz="7200" dirty="0" err="1" smtClean="0">
                <a:latin typeface="Cambria" pitchFamily="18" charset="0"/>
              </a:rPr>
              <a:t>piainako</a:t>
            </a:r>
            <a:r>
              <a:rPr lang="en-US" sz="7200" dirty="0" smtClean="0">
                <a:latin typeface="Cambria" pitchFamily="18" charset="0"/>
              </a:rPr>
              <a:t>;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/>
              <a:t>Hira</a:t>
            </a:r>
            <a:r>
              <a:rPr lang="fr-FR" b="1" dirty="0" smtClean="0"/>
              <a:t> 482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miafina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:,: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/>
              <a:t>Hira</a:t>
            </a:r>
            <a:r>
              <a:rPr lang="fr-FR" b="1" dirty="0" smtClean="0"/>
              <a:t> 482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Ka </a:t>
            </a:r>
            <a:r>
              <a:rPr lang="en-US" sz="7200" dirty="0" err="1" smtClean="0">
                <a:latin typeface="Cambria" pitchFamily="18" charset="0"/>
              </a:rPr>
              <a:t>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mipetraka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mandeha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rehetra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ataoko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hitanao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/>
              <a:t>Hira</a:t>
            </a:r>
            <a:r>
              <a:rPr lang="fr-FR" b="1" dirty="0" smtClean="0"/>
              <a:t> 482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He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fantatrao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lalana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haleha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tananao</a:t>
            </a:r>
            <a:r>
              <a:rPr lang="en-US" sz="6600" dirty="0" smtClean="0">
                <a:latin typeface="Cambria" pitchFamily="18" charset="0"/>
              </a:rPr>
              <a:t>. :,: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/>
              <a:t>Hira</a:t>
            </a:r>
            <a:r>
              <a:rPr lang="fr-FR" b="1" dirty="0" smtClean="0"/>
              <a:t> 482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Na </a:t>
            </a:r>
            <a:r>
              <a:rPr lang="en-US" sz="7200" dirty="0" err="1" smtClean="0">
                <a:latin typeface="Cambria" pitchFamily="18" charset="0"/>
              </a:rPr>
              <a:t>velona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eny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maty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aza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tenako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eo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imasonao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/>
              <a:t>Hira</a:t>
            </a:r>
            <a:r>
              <a:rPr lang="fr-FR" b="1" dirty="0" smtClean="0"/>
              <a:t> 482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:,: Ka </a:t>
            </a:r>
            <a:r>
              <a:rPr lang="en-US" sz="7200" dirty="0" err="1" smtClean="0">
                <a:latin typeface="Cambria" pitchFamily="18" charset="0"/>
              </a:rPr>
              <a:t>toerana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aiza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lalana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mankaiza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No </a:t>
            </a:r>
            <a:r>
              <a:rPr lang="en-US" sz="7200" dirty="0" err="1" smtClean="0">
                <a:latin typeface="Cambria" pitchFamily="18" charset="0"/>
              </a:rPr>
              <a:t>hialako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hitanao</a:t>
            </a:r>
            <a:r>
              <a:rPr lang="en-US" sz="7200" dirty="0" smtClean="0">
                <a:latin typeface="Cambria" pitchFamily="18" charset="0"/>
              </a:rPr>
              <a:t>? :,: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/>
              <a:t>Hira</a:t>
            </a:r>
            <a:r>
              <a:rPr lang="fr-FR" b="1" dirty="0" smtClean="0"/>
              <a:t> 482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4.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! </a:t>
            </a:r>
            <a:r>
              <a:rPr lang="en-US" sz="7200" dirty="0" err="1" smtClean="0">
                <a:latin typeface="Cambria" pitchFamily="18" charset="0"/>
              </a:rPr>
              <a:t>tena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mahagaga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loatra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asanao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fisainanao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smtClean="0">
                <a:latin typeface="Cambria" pitchFamily="18" charset="0"/>
              </a:rPr>
              <a:t>;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/>
              <a:t>Hira</a:t>
            </a:r>
            <a:r>
              <a:rPr lang="fr-FR" b="1" dirty="0" smtClean="0"/>
              <a:t> 482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:,: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misy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saina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mety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mahatratra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fahendrenao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herinao</a:t>
            </a:r>
            <a:r>
              <a:rPr lang="en-US" sz="7200" dirty="0" smtClean="0">
                <a:latin typeface="Cambria" pitchFamily="18" charset="0"/>
              </a:rPr>
              <a:t>. :,: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/>
              <a:t>Hira</a:t>
            </a:r>
            <a:r>
              <a:rPr lang="fr-FR" b="1" dirty="0" smtClean="0"/>
              <a:t> 482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5.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r>
              <a:rPr lang="en-US" sz="7200" dirty="0" smtClean="0">
                <a:latin typeface="Cambria" pitchFamily="18" charset="0"/>
              </a:rPr>
              <a:t> no </a:t>
            </a:r>
            <a:r>
              <a:rPr lang="en-US" sz="7200" dirty="0" err="1" smtClean="0">
                <a:latin typeface="Cambria" pitchFamily="18" charset="0"/>
              </a:rPr>
              <a:t>hany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zavatra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iriko</a:t>
            </a:r>
            <a:r>
              <a:rPr lang="en-US" sz="7200" dirty="0" smtClean="0">
                <a:latin typeface="Cambria" pitchFamily="18" charset="0"/>
              </a:rPr>
              <a:t> :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Velaro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indrindra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fitiavanao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/>
              <a:t>Hira</a:t>
            </a:r>
            <a:r>
              <a:rPr lang="fr-FR" b="1" dirty="0" smtClean="0"/>
              <a:t> 482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smtClean="0">
                <a:latin typeface="Cambria" pitchFamily="18" charset="0"/>
              </a:rPr>
              <a:t>:,: Hahaizako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hametraka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foko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Hionona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eo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smtClean="0">
                <a:latin typeface="Cambria" pitchFamily="18" charset="0"/>
              </a:rPr>
              <a:t>am-</a:t>
            </a:r>
            <a:r>
              <a:rPr lang="en-US" sz="7200" dirty="0" err="1" smtClean="0">
                <a:latin typeface="Cambria" pitchFamily="18" charset="0"/>
              </a:rPr>
              <a:t>pela</a:t>
            </a:r>
            <a:r>
              <a:rPr lang="en-US" sz="7200" dirty="0" smtClean="0">
                <a:latin typeface="Cambria" pitchFamily="18" charset="0"/>
              </a:rPr>
              <a:t>-</a:t>
            </a:r>
            <a:r>
              <a:rPr lang="en-US" sz="7200" dirty="0" err="1" smtClean="0">
                <a:latin typeface="Cambria" pitchFamily="18" charset="0"/>
              </a:rPr>
              <a:t>tananao</a:t>
            </a:r>
            <a:r>
              <a:rPr lang="en-US" sz="7200" dirty="0" smtClean="0">
                <a:latin typeface="Cambria" pitchFamily="18" charset="0"/>
              </a:rPr>
              <a:t> :,: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158</Words>
  <PresentationFormat>Affichage à l'écran (4:3)</PresentationFormat>
  <Paragraphs>32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482 </vt:lpstr>
      <vt:lpstr>Hira 482 </vt:lpstr>
      <vt:lpstr>Hira 482 </vt:lpstr>
      <vt:lpstr>Hira 482 </vt:lpstr>
      <vt:lpstr>Hira 482 </vt:lpstr>
      <vt:lpstr>Hira 482 </vt:lpstr>
      <vt:lpstr>Hira 482 </vt:lpstr>
      <vt:lpstr>Hira 482 </vt:lpstr>
      <vt:lpstr>Hira 482 </vt:lpstr>
      <vt:lpstr>Hira 482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481 </dc:title>
  <dc:creator>M</dc:creator>
  <cp:lastModifiedBy>M</cp:lastModifiedBy>
  <cp:revision>3</cp:revision>
  <dcterms:created xsi:type="dcterms:W3CDTF">2012-12-04T19:51:23Z</dcterms:created>
  <dcterms:modified xsi:type="dcterms:W3CDTF">2013-02-23T17:30:03Z</dcterms:modified>
</cp:coreProperties>
</file>