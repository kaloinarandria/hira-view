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4" d="100"/>
          <a:sy n="64" d="100"/>
        </p:scale>
        <p:origin x="-66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28/03/2015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28/03/2015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28/03/2015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28/03/2015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28/03/2015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28/03/2015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28/03/2015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28/03/2015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28/03/2015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28/03/2015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28/03/2015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28/03/2015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42918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642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714356"/>
            <a:ext cx="8858280" cy="614364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1.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Hitako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sakaiza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!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Jeso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no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Mpanavotra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; 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lany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fitia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Jeso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no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Mpanavotra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; 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endParaRPr lang="fr-FR" sz="66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42918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642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9286940" cy="6215082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Na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dia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saiky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lasa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aza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Ka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olona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mandao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no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mampiadana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ahy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Jeso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no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Mpanavotra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42918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642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642918"/>
            <a:ext cx="9215502" cy="6215082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2.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Raha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miady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mafy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aho</a:t>
            </a:r>
            <a:r>
              <a:rPr lang="en-US" sz="6600" b="1" smtClean="0">
                <a:solidFill>
                  <a:srgbClr val="002060"/>
                </a:solidFill>
                <a:latin typeface="Cambria" pitchFamily="18" charset="0"/>
              </a:rPr>
              <a:t>,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Jeso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no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Mpanavotra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; 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Toky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sy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Ampinga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Izy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Jeso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no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Mpanavotra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;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42918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642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158" y="642918"/>
            <a:ext cx="9144064" cy="6215082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Manome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soa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Izy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Fa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rany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mahadio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No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mahafa-keloka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ahy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Jeso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no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Mpanavotra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71480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642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28596" y="642918"/>
            <a:ext cx="9072626" cy="6215082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3. He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ilaozako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eto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Jeso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no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Mpanavotra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; 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Indro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lanitra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no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azo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Jeso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no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Mpanavotra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;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71480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642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00034" y="642918"/>
            <a:ext cx="9001188" cy="6215082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None/>
            </a:pP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Izy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no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Mpamonjy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ahy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Aina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sy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fanilo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koa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Fahendrena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mahasoa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Jeso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no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Mpanavotra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42918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642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158" y="642918"/>
            <a:ext cx="9144064" cy="6215082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None/>
            </a:pP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4.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Ray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ô!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Hianao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deraiko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Jeso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no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Mpanavotra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Hianao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naniraka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Azy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Jeso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no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Mpanavotra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71480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642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00034" y="642918"/>
            <a:ext cx="9001188" cy="6215082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None/>
            </a:pP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Hianao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Mpiaro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ahy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Mpitahiry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Tokiko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Ka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deraiko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lalandava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Jeso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no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Mpanavotra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167</Words>
  <PresentationFormat>Affichage à l'écran (4:3)</PresentationFormat>
  <Paragraphs>40</Paragraphs>
  <Slides>8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9" baseType="lpstr">
      <vt:lpstr>Thème Office</vt:lpstr>
      <vt:lpstr>HIRA 642</vt:lpstr>
      <vt:lpstr>HIRA 642</vt:lpstr>
      <vt:lpstr>HIRA 642</vt:lpstr>
      <vt:lpstr>HIRA 642</vt:lpstr>
      <vt:lpstr>HIRA 642</vt:lpstr>
      <vt:lpstr>HIRA 642</vt:lpstr>
      <vt:lpstr>HIRA 642</vt:lpstr>
      <vt:lpstr>HIRA 642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642</dc:title>
  <dc:creator>M</dc:creator>
  <cp:lastModifiedBy>M</cp:lastModifiedBy>
  <cp:revision>5</cp:revision>
  <dcterms:created xsi:type="dcterms:W3CDTF">2012-10-02T22:05:24Z</dcterms:created>
  <dcterms:modified xsi:type="dcterms:W3CDTF">2015-03-28T19:09:32Z</dcterms:modified>
</cp:coreProperties>
</file>