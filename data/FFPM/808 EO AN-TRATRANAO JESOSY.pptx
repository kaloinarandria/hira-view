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760" autoAdjust="0"/>
    <p:restoredTop sz="94660"/>
  </p:normalViewPr>
  <p:slideViewPr>
    <p:cSldViewPr>
      <p:cViewPr varScale="1">
        <p:scale>
          <a:sx n="60" d="100"/>
          <a:sy n="60" d="100"/>
        </p:scale>
        <p:origin x="-54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/>
              <a:t>HIRA  808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Eo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tratranao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mahafinaritra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mampahory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mahasambatra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/>
              <a:t>HIRA  808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aro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Afaka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tahotro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ô.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/>
              <a:t>HIRA  808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Mampifaly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mamiko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ampofoinao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/>
              <a:t>HIRA  808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Na </a:t>
            </a:r>
            <a:r>
              <a:rPr lang="fr-FR" sz="6600" dirty="0" err="1" smtClean="0">
                <a:latin typeface="Cambria" pitchFamily="18" charset="0"/>
              </a:rPr>
              <a:t>matory</a:t>
            </a:r>
            <a:r>
              <a:rPr lang="fr-FR" sz="6600" dirty="0" smtClean="0">
                <a:latin typeface="Cambria" pitchFamily="18" charset="0"/>
              </a:rPr>
              <a:t> na </a:t>
            </a:r>
            <a:r>
              <a:rPr lang="fr-FR" sz="6600" dirty="0" err="1" smtClean="0">
                <a:latin typeface="Cambria" pitchFamily="18" charset="0"/>
              </a:rPr>
              <a:t>mifoha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eo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tratranao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Mpamonjy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Hoderaiko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/>
              <a:t>HIRA  808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tamàna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lavitra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mitebiteby</a:t>
            </a:r>
            <a:r>
              <a:rPr lang="fr-FR" sz="6600" dirty="0" smtClean="0">
                <a:latin typeface="Cambria" pitchFamily="18" charset="0"/>
              </a:rPr>
              <a:t> lava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ankaikinao</a:t>
            </a:r>
            <a:r>
              <a:rPr lang="fr-FR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/>
              <a:t>HIRA  808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Eo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tratranao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hitoerako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ihany</a:t>
            </a:r>
            <a:r>
              <a:rPr lang="fr-FR" sz="6600" dirty="0" smtClean="0">
                <a:latin typeface="Cambria" pitchFamily="18" charset="0"/>
              </a:rPr>
              <a:t> e! no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Zava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mahafa</a:t>
            </a:r>
            <a:r>
              <a:rPr lang="fr-FR" sz="6600" smtClean="0">
                <a:latin typeface="Cambria" pitchFamily="18" charset="0"/>
              </a:rPr>
              <a:t>-po.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114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 808</vt:lpstr>
      <vt:lpstr>HIRA  808</vt:lpstr>
      <vt:lpstr>HIRA  808</vt:lpstr>
      <vt:lpstr>HIRA  808</vt:lpstr>
      <vt:lpstr>HIRA  808</vt:lpstr>
      <vt:lpstr>HIRA  808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24</cp:revision>
  <dcterms:created xsi:type="dcterms:W3CDTF">2012-12-02T01:28:21Z</dcterms:created>
  <dcterms:modified xsi:type="dcterms:W3CDTF">2013-02-23T17:52:19Z</dcterms:modified>
</cp:coreProperties>
</file>