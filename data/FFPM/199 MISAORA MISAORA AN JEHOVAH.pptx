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0" y="-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Misaora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Misaora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an'i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Jehovah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olona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lehibe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indrafony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maharitra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mandrakizay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Misaora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Misaora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an'i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Jesosy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olona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vitany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famonjena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misokatra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lanitra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Misaora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Misaora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olona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fahazavana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omeny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fanavaozana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</a:t>
            </a:r>
            <a:r>
              <a:rPr lang="fr-FR" sz="6000" dirty="0" smtClean="0">
                <a:latin typeface="Cambria" pitchFamily="18" charset="0"/>
              </a:rPr>
              <a:t>-po.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199</vt:lpstr>
      <vt:lpstr>HIRA 199</vt:lpstr>
      <vt:lpstr>HIRA 199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3</cp:revision>
  <dcterms:created xsi:type="dcterms:W3CDTF">2012-10-03T08:17:13Z</dcterms:created>
  <dcterms:modified xsi:type="dcterms:W3CDTF">2013-11-29T10:24:32Z</dcterms:modified>
</cp:coreProperties>
</file>