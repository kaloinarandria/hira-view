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7" r:id="rId7"/>
    <p:sldId id="260" r:id="rId8"/>
    <p:sldId id="261" r:id="rId9"/>
    <p:sldId id="268" r:id="rId10"/>
    <p:sldId id="269" r:id="rId11"/>
    <p:sldId id="262" r:id="rId12"/>
    <p:sldId id="263" r:id="rId13"/>
    <p:sldId id="270" r:id="rId14"/>
    <p:sldId id="271" r:id="rId15"/>
    <p:sldId id="264" r:id="rId16"/>
    <p:sldId id="265" r:id="rId17"/>
    <p:sldId id="272" r:id="rId18"/>
    <p:sldId id="273" r:id="rId1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297" autoAdjust="0"/>
    <p:restoredTop sz="94660"/>
  </p:normalViewPr>
  <p:slideViewPr>
    <p:cSldViewPr>
      <p:cViewPr varScale="1">
        <p:scale>
          <a:sx n="57" d="100"/>
          <a:sy n="57" d="100"/>
        </p:scale>
        <p:origin x="-27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14/05/2015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14/05/2015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14/05/2015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14/05/2015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14/05/2015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14/05/2015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14/05/2015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753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Tiako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hiaraka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Jesoa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N’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aiza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n’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aiza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hitondranao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Tiako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hiaraka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Jesoa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miantso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Hiaraka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Ô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Tompoko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manana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olon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kafa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fiainako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7200" b="1" dirty="0" smtClean="0">
                <a:solidFill>
                  <a:srgbClr val="002060"/>
                </a:solidFill>
                <a:latin typeface="Cambria" pitchFamily="18" charset="0"/>
              </a:rPr>
              <a:t>Hanara-dia Anao, </a:t>
            </a:r>
          </a:p>
          <a:p>
            <a:pPr>
              <a:buNone/>
            </a:pPr>
            <a:r>
              <a:rPr lang="pt-BR" sz="7200" b="1" dirty="0" smtClean="0">
                <a:solidFill>
                  <a:srgbClr val="002060"/>
                </a:solidFill>
                <a:latin typeface="Cambria" pitchFamily="18" charset="0"/>
              </a:rPr>
              <a:t>zay no faniriako</a:t>
            </a:r>
          </a:p>
          <a:p>
            <a:pPr>
              <a:buNone/>
            </a:pPr>
            <a:r>
              <a:rPr lang="pt-BR" sz="7200" b="1" dirty="0" smtClean="0">
                <a:solidFill>
                  <a:srgbClr val="002060"/>
                </a:solidFill>
                <a:latin typeface="Cambria" pitchFamily="18" charset="0"/>
              </a:rPr>
              <a:t>Hifikitra Aminao aho, Jesoa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Tiako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hiaraka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Jesoa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N’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aiza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n’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aiza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hitondranao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Tiako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hiaraka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Jesoa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miantso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2. Hiaraka </a:t>
            </a: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Aminao </a:t>
            </a: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aho, </a:t>
            </a:r>
          </a:p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ô ry Jesoa Tompoko</a:t>
            </a:r>
          </a:p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Hitory teny soa amin’ireo havako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7200" b="1" dirty="0" smtClean="0">
                <a:solidFill>
                  <a:srgbClr val="002060"/>
                </a:solidFill>
                <a:latin typeface="Cambria" pitchFamily="18" charset="0"/>
              </a:rPr>
              <a:t>Hanara dia Anao : zay no faniriako</a:t>
            </a:r>
          </a:p>
          <a:p>
            <a:pPr>
              <a:buNone/>
            </a:pPr>
            <a:r>
              <a:rPr lang="pt-BR" sz="7200" b="1" dirty="0" smtClean="0">
                <a:solidFill>
                  <a:srgbClr val="002060"/>
                </a:solidFill>
                <a:latin typeface="Cambria" pitchFamily="18" charset="0"/>
              </a:rPr>
              <a:t>Hanohy ny asanao aho, Jesoa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Tiako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hiaraka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Jesoa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N’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aiza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n’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aiza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hitondranao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Tiako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hiaraka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Jesoa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miantso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3. Hiaraka Aminao aho, ry Jeso Tompoko,</a:t>
            </a:r>
          </a:p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Ho zary famonjena anie ny fahoriako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7200" b="1" dirty="0" smtClean="0">
                <a:solidFill>
                  <a:srgbClr val="002060"/>
                </a:solidFill>
                <a:latin typeface="Cambria" pitchFamily="18" charset="0"/>
              </a:rPr>
              <a:t>Hanara dia Anao, zay no faniriako</a:t>
            </a:r>
          </a:p>
          <a:p>
            <a:pPr>
              <a:buNone/>
            </a:pPr>
            <a:r>
              <a:rPr lang="pt-BR" sz="7200" b="1" dirty="0" smtClean="0">
                <a:solidFill>
                  <a:srgbClr val="002060"/>
                </a:solidFill>
                <a:latin typeface="Cambria" pitchFamily="18" charset="0"/>
              </a:rPr>
              <a:t>Hifantsika Aminao aho, Jesoa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Tiako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hiaraka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Jesoa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N’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aiza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n’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aiza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hitondranao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Tiako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hiaraka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Jesoa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miantso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4.Hiaraka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Tompoko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Hibanjina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Ray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Andriamanitro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7200" b="1" dirty="0" smtClean="0">
                <a:solidFill>
                  <a:srgbClr val="002060"/>
                </a:solidFill>
                <a:latin typeface="Cambria" pitchFamily="18" charset="0"/>
              </a:rPr>
              <a:t>Hanara-dia Anao, zay no faniriako.</a:t>
            </a:r>
          </a:p>
          <a:p>
            <a:pPr>
              <a:buNone/>
            </a:pPr>
            <a:r>
              <a:rPr lang="pt-BR" sz="7200" b="1" dirty="0" smtClean="0">
                <a:solidFill>
                  <a:srgbClr val="002060"/>
                </a:solidFill>
                <a:latin typeface="Cambria" pitchFamily="18" charset="0"/>
              </a:rPr>
              <a:t>Zay misy Anao, no hisy ahy Jesoa.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Tiako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hiaraka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Jesoa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N’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aiza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n’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aiza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hitondranao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Tiako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hiaraka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Jesoa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miantso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262</Words>
  <PresentationFormat>Affichage à l'écran (4:3)</PresentationFormat>
  <Paragraphs>58</Paragraphs>
  <Slides>18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19" baseType="lpstr">
      <vt:lpstr>Thème Office</vt:lpstr>
      <vt:lpstr>HIRA 753</vt:lpstr>
      <vt:lpstr>HIRA 753</vt:lpstr>
      <vt:lpstr>HIRA 753</vt:lpstr>
      <vt:lpstr>HIRA 753</vt:lpstr>
      <vt:lpstr>HIRA 753</vt:lpstr>
      <vt:lpstr>HIRA 753</vt:lpstr>
      <vt:lpstr>HIRA 753</vt:lpstr>
      <vt:lpstr>HIRA 753</vt:lpstr>
      <vt:lpstr>HIRA 753</vt:lpstr>
      <vt:lpstr>HIRA 753</vt:lpstr>
      <vt:lpstr>HIRA 753</vt:lpstr>
      <vt:lpstr>HIRA 753</vt:lpstr>
      <vt:lpstr>HIRA 753</vt:lpstr>
      <vt:lpstr>HIRA 753</vt:lpstr>
      <vt:lpstr>HIRA 753</vt:lpstr>
      <vt:lpstr>HIRA 753</vt:lpstr>
      <vt:lpstr>HIRA 753</vt:lpstr>
      <vt:lpstr>HIRA 753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11</cp:revision>
  <dcterms:created xsi:type="dcterms:W3CDTF">2012-12-02T01:28:21Z</dcterms:created>
  <dcterms:modified xsi:type="dcterms:W3CDTF">2015-05-14T06:07:34Z</dcterms:modified>
</cp:coreProperties>
</file>