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31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20/04/2014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267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47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He,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andon'ny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maraina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Latsaka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an-</a:t>
            </a:r>
            <a:r>
              <a:rPr lang="en-US" sz="6000" dirty="0" err="1" smtClean="0">
                <a:latin typeface="Cambria" pitchFamily="18" charset="0"/>
              </a:rPr>
              <a:t>tsaha</a:t>
            </a:r>
            <a:r>
              <a:rPr lang="en-US" sz="6000" dirty="0" smtClean="0">
                <a:latin typeface="Cambria" pitchFamily="18" charset="0"/>
              </a:rPr>
              <a:t> re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mamelona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maina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maniry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rano</a:t>
            </a:r>
            <a:r>
              <a:rPr lang="en-US" sz="6000" dirty="0" smtClean="0">
                <a:latin typeface="Cambria" pitchFamily="18" charset="0"/>
              </a:rPr>
              <a:t> be!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428604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Ravoravo</a:t>
            </a:r>
            <a:r>
              <a:rPr lang="en-US" sz="6000" dirty="0" smtClean="0">
                <a:latin typeface="Cambria" pitchFamily="18" charset="0"/>
              </a:rPr>
              <a:t> e,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,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he,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mitsahatra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fahantrany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Manaroka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hazo</a:t>
            </a:r>
            <a:r>
              <a:rPr lang="en-US" sz="6000" dirty="0" smtClean="0">
                <a:latin typeface="Cambria" pitchFamily="18" charset="0"/>
              </a:rPr>
              <a:t> be!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267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karankaina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andon'aina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Manome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jentilisa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hay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Paradisa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Marobe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voaisa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Handray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lova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masina</a:t>
            </a:r>
            <a:r>
              <a:rPr lang="en-US" sz="6000" dirty="0" smtClean="0">
                <a:latin typeface="Cambria" pitchFamily="18" charset="0"/>
              </a:rPr>
              <a:t>!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267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3.Misy </a:t>
            </a:r>
            <a:r>
              <a:rPr lang="en-US" sz="6600" dirty="0" err="1" smtClean="0">
                <a:latin typeface="Cambria" pitchFamily="18" charset="0"/>
              </a:rPr>
              <a:t>lalana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mizotra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mankao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Ziona</a:t>
            </a:r>
            <a:r>
              <a:rPr lang="en-US" sz="6600" dirty="0" smtClean="0">
                <a:latin typeface="Cambria" pitchFamily="18" charset="0"/>
              </a:rPr>
              <a:t> re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no </a:t>
            </a:r>
            <a:r>
              <a:rPr lang="en-US" sz="6600" dirty="0" err="1" smtClean="0">
                <a:latin typeface="Cambria" pitchFamily="18" charset="0"/>
              </a:rPr>
              <a:t>mitanjozotra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vahiny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00042"/>
            <a:ext cx="9144000" cy="60007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Ziona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mivoha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Hidiran'ny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navotan'ny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Tsitoha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ivorian'ny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mifoha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lehibe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85794"/>
          </a:xfrm>
        </p:spPr>
        <p:txBody>
          <a:bodyPr/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267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He, </a:t>
            </a:r>
            <a:r>
              <a:rPr lang="en-US" sz="6600" dirty="0" err="1" smtClean="0">
                <a:latin typeface="Cambria" pitchFamily="18" charset="0"/>
              </a:rPr>
              <a:t>mikambana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Amim</a:t>
            </a:r>
            <a:r>
              <a:rPr lang="en-US" sz="6600" dirty="0" smtClean="0">
                <a:latin typeface="Cambria" pitchFamily="18" charset="0"/>
              </a:rPr>
              <a:t>-</a:t>
            </a:r>
            <a:r>
              <a:rPr lang="en-US" sz="6600" dirty="0" err="1" smtClean="0">
                <a:latin typeface="Cambria" pitchFamily="18" charset="0"/>
              </a:rPr>
              <a:t>pifaliam</a:t>
            </a:r>
            <a:r>
              <a:rPr lang="en-US" sz="6600" dirty="0" smtClean="0">
                <a:latin typeface="Cambria" pitchFamily="18" charset="0"/>
              </a:rPr>
              <a:t>-be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hobiny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maneno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Tahaka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rano</a:t>
            </a:r>
            <a:r>
              <a:rPr lang="en-US" sz="6600" dirty="0" smtClean="0">
                <a:latin typeface="Cambria" pitchFamily="18" charset="0"/>
              </a:rPr>
              <a:t> be!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mitovy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Eny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razana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mponina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Ziona</a:t>
            </a:r>
            <a:r>
              <a:rPr lang="en-US" sz="6600" dirty="0" smtClean="0">
                <a:latin typeface="Cambria" pitchFamily="18" charset="0"/>
              </a:rPr>
              <a:t> re!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146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267</vt:lpstr>
      <vt:lpstr>Diapositive 2</vt:lpstr>
      <vt:lpstr>Hira 267</vt:lpstr>
      <vt:lpstr>Diapositive 4</vt:lpstr>
      <vt:lpstr>Hira 267</vt:lpstr>
      <vt:lpstr>Diapositive 6</vt:lpstr>
      <vt:lpstr>Hira 267</vt:lpstr>
      <vt:lpstr>Diapositive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267</dc:title>
  <dc:creator>M</dc:creator>
  <cp:lastModifiedBy>M</cp:lastModifiedBy>
  <cp:revision>5</cp:revision>
  <dcterms:created xsi:type="dcterms:W3CDTF">2012-10-02T21:54:33Z</dcterms:created>
  <dcterms:modified xsi:type="dcterms:W3CDTF">2014-04-20T08:10:16Z</dcterms:modified>
</cp:coreProperties>
</file>