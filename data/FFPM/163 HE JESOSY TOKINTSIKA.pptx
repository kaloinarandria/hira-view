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02/08/2025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2"/>
                </a:solidFill>
                <a:latin typeface="Cambria" pitchFamily="18" charset="0"/>
              </a:rPr>
              <a:t>HIRA 163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>
                <a:latin typeface="Cambria" pitchFamily="18" charset="0"/>
              </a:rPr>
              <a:t>1. He </a:t>
            </a:r>
            <a:r>
              <a:rPr lang="en-US" sz="7200" dirty="0" err="1">
                <a:latin typeface="Cambria" pitchFamily="18" charset="0"/>
              </a:rPr>
              <a:t>Jesosy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Tokintsika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Tompon’ny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fiainana</a:t>
            </a:r>
            <a:r>
              <a:rPr lang="en-US" sz="7200" dirty="0">
                <a:latin typeface="Cambria" pitchFamily="18" charset="0"/>
              </a:rPr>
              <a:t>,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>
                <a:latin typeface="Cambria" pitchFamily="18" charset="0"/>
              </a:rPr>
              <a:t>Tonga </a:t>
            </a:r>
            <a:r>
              <a:rPr lang="en-US" sz="7200" dirty="0" err="1">
                <a:latin typeface="Cambria" pitchFamily="18" charset="0"/>
              </a:rPr>
              <a:t>eto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amintsika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Olon-kovangiana</a:t>
            </a:r>
            <a:r>
              <a:rPr lang="en-US" sz="7200" dirty="0">
                <a:latin typeface="Cambria" pitchFamily="18" charset="0"/>
              </a:rPr>
              <a:t>, 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tx2"/>
                </a:solidFill>
                <a:latin typeface="Cambria" pitchFamily="18" charset="0"/>
              </a:rPr>
              <a:t>HIRA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Izy</a:t>
            </a:r>
            <a:r>
              <a:rPr lang="en-US" sz="7200" dirty="0">
                <a:latin typeface="Cambria" pitchFamily="18" charset="0"/>
              </a:rPr>
              <a:t> no </a:t>
            </a:r>
            <a:r>
              <a:rPr lang="en-US" sz="7200" dirty="0" err="1">
                <a:latin typeface="Cambria" pitchFamily="18" charset="0"/>
              </a:rPr>
              <a:t>hitory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teny</a:t>
            </a:r>
            <a:endParaRPr lang="en-US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Soa</a:t>
            </a:r>
            <a:r>
              <a:rPr lang="en-US" sz="7200" dirty="0">
                <a:latin typeface="Cambria" pitchFamily="18" charset="0"/>
              </a:rPr>
              <a:t>, </a:t>
            </a:r>
            <a:r>
              <a:rPr lang="en-US" sz="7200" dirty="0" err="1">
                <a:latin typeface="Cambria" pitchFamily="18" charset="0"/>
              </a:rPr>
              <a:t>mahavelona</a:t>
            </a:r>
            <a:r>
              <a:rPr lang="en-US" sz="72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Fa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ny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ainy</a:t>
            </a:r>
            <a:r>
              <a:rPr lang="en-US" sz="7200" dirty="0">
                <a:latin typeface="Cambria" pitchFamily="18" charset="0"/>
              </a:rPr>
              <a:t> no </a:t>
            </a:r>
            <a:r>
              <a:rPr lang="en-US" sz="7200" dirty="0" err="1">
                <a:latin typeface="Cambria" pitchFamily="18" charset="0"/>
              </a:rPr>
              <a:t>nomeny</a:t>
            </a:r>
            <a:r>
              <a:rPr lang="en-US" sz="72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Mba</a:t>
            </a:r>
            <a:r>
              <a:rPr lang="en-US" sz="7200" dirty="0">
                <a:latin typeface="Cambria" pitchFamily="18" charset="0"/>
              </a:rPr>
              <a:t> ho </a:t>
            </a:r>
            <a:r>
              <a:rPr lang="en-US" sz="7200" dirty="0" err="1">
                <a:latin typeface="Cambria" pitchFamily="18" charset="0"/>
              </a:rPr>
              <a:t>solovoina</a:t>
            </a:r>
            <a:r>
              <a:rPr lang="en-US" sz="7200" dirty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tx2"/>
                </a:solidFill>
                <a:latin typeface="Cambria" pitchFamily="18" charset="0"/>
              </a:rPr>
              <a:t>HIRA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>
                <a:latin typeface="Cambria" pitchFamily="18" charset="0"/>
              </a:rPr>
              <a:t>2. </a:t>
            </a:r>
            <a:r>
              <a:rPr lang="en-US" sz="6600" dirty="0" err="1">
                <a:latin typeface="Cambria" pitchFamily="18" charset="0"/>
              </a:rPr>
              <a:t>Andrandraonao</a:t>
            </a:r>
            <a:r>
              <a:rPr lang="en-US" sz="6600" dirty="0">
                <a:latin typeface="Cambria" pitchFamily="18" charset="0"/>
              </a:rPr>
              <a:t> ka </a:t>
            </a:r>
            <a:r>
              <a:rPr lang="en-US" sz="6600" dirty="0" err="1">
                <a:latin typeface="Cambria" pitchFamily="18" charset="0"/>
              </a:rPr>
              <a:t>andraso</a:t>
            </a:r>
            <a:endParaRPr lang="en-US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Mazava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lehibe</a:t>
            </a:r>
            <a:r>
              <a:rPr lang="en-US" sz="6600" dirty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Ilay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tsy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hita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maso</a:t>
            </a:r>
            <a:r>
              <a:rPr lang="en-US" sz="66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Mpanazava</a:t>
            </a:r>
            <a:r>
              <a:rPr lang="en-US" sz="6600" dirty="0">
                <a:latin typeface="Cambria" pitchFamily="18" charset="0"/>
              </a:rPr>
              <a:t>, </a:t>
            </a:r>
            <a:r>
              <a:rPr lang="en-US" sz="6600" dirty="0" err="1">
                <a:latin typeface="Cambria" pitchFamily="18" charset="0"/>
              </a:rPr>
              <a:t>Mpanome</a:t>
            </a:r>
            <a:r>
              <a:rPr lang="en-US" sz="6600" dirty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tx2"/>
                </a:solidFill>
                <a:latin typeface="Cambria" pitchFamily="18" charset="0"/>
              </a:rPr>
              <a:t>HIRA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Fa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ainao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ho very,</a:t>
            </a: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Raha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tsy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arahinao</a:t>
            </a:r>
            <a:endParaRPr lang="en-US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Ilay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Mpanjaka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manan-kery</a:t>
            </a:r>
            <a:endParaRPr lang="en-US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Izay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nanavotra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anao</a:t>
            </a:r>
            <a:r>
              <a:rPr lang="en-US" sz="6600" dirty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tx2"/>
                </a:solidFill>
                <a:latin typeface="Cambria" pitchFamily="18" charset="0"/>
              </a:rPr>
              <a:t>HIRA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>
                <a:latin typeface="Cambria" pitchFamily="18" charset="0"/>
              </a:rPr>
              <a:t>3. </a:t>
            </a:r>
            <a:r>
              <a:rPr lang="en-US" sz="7200" dirty="0" err="1">
                <a:latin typeface="Cambria" pitchFamily="18" charset="0"/>
              </a:rPr>
              <a:t>Eto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afovoantsika</a:t>
            </a:r>
            <a:endParaRPr lang="en-US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Ilay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Mazava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tokana</a:t>
            </a:r>
            <a:r>
              <a:rPr lang="en-US" sz="7200" dirty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Sambatra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izay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mahita</a:t>
            </a:r>
            <a:endParaRPr lang="en-US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Azy</a:t>
            </a:r>
            <a:r>
              <a:rPr lang="en-US" sz="7200" dirty="0">
                <a:latin typeface="Cambria" pitchFamily="18" charset="0"/>
              </a:rPr>
              <a:t>, </a:t>
            </a:r>
            <a:r>
              <a:rPr lang="en-US" sz="7200" dirty="0" err="1">
                <a:latin typeface="Cambria" pitchFamily="18" charset="0"/>
              </a:rPr>
              <a:t>fa</a:t>
            </a:r>
            <a:r>
              <a:rPr lang="en-US" sz="7200" dirty="0">
                <a:latin typeface="Cambria" pitchFamily="18" charset="0"/>
              </a:rPr>
              <a:t> ho </a:t>
            </a:r>
            <a:r>
              <a:rPr lang="en-US" sz="7200" dirty="0" err="1">
                <a:latin typeface="Cambria" pitchFamily="18" charset="0"/>
              </a:rPr>
              <a:t>velona</a:t>
            </a:r>
            <a:r>
              <a:rPr lang="en-US" sz="7200" dirty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>
                <a:solidFill>
                  <a:schemeClr val="tx2"/>
                </a:solidFill>
                <a:latin typeface="Cambria" pitchFamily="18" charset="0"/>
              </a:rPr>
              <a:t>HIRA 163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Ry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Jesosy</a:t>
            </a:r>
            <a:r>
              <a:rPr lang="en-US" sz="7200" dirty="0">
                <a:latin typeface="Cambria" pitchFamily="18" charset="0"/>
              </a:rPr>
              <a:t>, </a:t>
            </a:r>
            <a:r>
              <a:rPr lang="en-US" sz="7200" dirty="0" err="1">
                <a:latin typeface="Cambria" pitchFamily="18" charset="0"/>
              </a:rPr>
              <a:t>iresaho</a:t>
            </a:r>
            <a:endParaRPr lang="en-US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Izahay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mpianatrao</a:t>
            </a:r>
            <a:r>
              <a:rPr lang="en-US" sz="72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Hafanao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sy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hatanjaho</a:t>
            </a:r>
            <a:endParaRPr lang="en-US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Ny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finoanay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Anao</a:t>
            </a:r>
            <a:r>
              <a:rPr lang="en-US" sz="7200" dirty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111</Words>
  <Application>Microsoft Office PowerPoint</Application>
  <PresentationFormat>Affichage à l'écran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HIRA 163</vt:lpstr>
      <vt:lpstr>HIRA 163</vt:lpstr>
      <vt:lpstr>HIRA 163</vt:lpstr>
      <vt:lpstr>HIRA 163</vt:lpstr>
      <vt:lpstr>HIRA 163</vt:lpstr>
      <vt:lpstr>HIRA 163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Kaloina RANDRIA</cp:lastModifiedBy>
  <cp:revision>8</cp:revision>
  <dcterms:created xsi:type="dcterms:W3CDTF">2012-10-03T08:15:06Z</dcterms:created>
  <dcterms:modified xsi:type="dcterms:W3CDTF">2025-08-02T16:45:18Z</dcterms:modified>
</cp:coreProperties>
</file>