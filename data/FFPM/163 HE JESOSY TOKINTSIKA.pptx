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0" r:id="rId4"/>
    <p:sldId id="272" r:id="rId5"/>
    <p:sldId id="273" r:id="rId6"/>
    <p:sldId id="274" r:id="rId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48" d="100"/>
          <a:sy n="48" d="100"/>
        </p:scale>
        <p:origin x="-462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pPr/>
              <a:t>25/07/2013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28662" y="0"/>
            <a:ext cx="8215338" cy="928670"/>
          </a:xfrm>
        </p:spPr>
        <p:txBody>
          <a:bodyPr>
            <a:normAutofit/>
          </a:bodyPr>
          <a:lstStyle/>
          <a:p>
            <a:pPr algn="ctr"/>
            <a:r>
              <a:rPr lang="fr-FR" b="1" dirty="0" smtClean="0">
                <a:solidFill>
                  <a:schemeClr val="tx2"/>
                </a:solidFill>
                <a:latin typeface="Cambria" pitchFamily="18" charset="0"/>
              </a:rPr>
              <a:t>HIRA </a:t>
            </a:r>
            <a:r>
              <a:rPr lang="fr-FR" b="1" dirty="0" smtClean="0">
                <a:solidFill>
                  <a:schemeClr val="tx2"/>
                </a:solidFill>
                <a:latin typeface="Cambria" pitchFamily="18" charset="0"/>
              </a:rPr>
              <a:t>163</a:t>
            </a:r>
            <a:endParaRPr lang="fr-FR" b="1" dirty="0">
              <a:solidFill>
                <a:schemeClr val="tx2"/>
              </a:solidFill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857232"/>
            <a:ext cx="9144000" cy="60007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7200" dirty="0" smtClean="0">
                <a:latin typeface="Cambria" pitchFamily="18" charset="0"/>
              </a:rPr>
              <a:t>1. He </a:t>
            </a:r>
            <a:r>
              <a:rPr lang="en-US" sz="7200" dirty="0" err="1" smtClean="0">
                <a:latin typeface="Cambria" pitchFamily="18" charset="0"/>
              </a:rPr>
              <a:t>Jesosy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Tokintsika</a:t>
            </a:r>
            <a:endParaRPr lang="fr-FR" sz="72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Tompon’ny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fiainana</a:t>
            </a:r>
            <a:r>
              <a:rPr lang="en-US" sz="7200" dirty="0" smtClean="0">
                <a:latin typeface="Cambria" pitchFamily="18" charset="0"/>
              </a:rPr>
              <a:t>,</a:t>
            </a:r>
            <a:endParaRPr lang="fr-FR" sz="72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7200" dirty="0" smtClean="0">
                <a:latin typeface="Cambria" pitchFamily="18" charset="0"/>
              </a:rPr>
              <a:t>Tonga </a:t>
            </a:r>
            <a:r>
              <a:rPr lang="en-US" sz="7200" dirty="0" err="1" smtClean="0">
                <a:latin typeface="Cambria" pitchFamily="18" charset="0"/>
              </a:rPr>
              <a:t>eto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amintsika</a:t>
            </a:r>
            <a:endParaRPr lang="fr-FR" sz="72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Olon-kovangiana</a:t>
            </a:r>
            <a:r>
              <a:rPr lang="en-US" sz="7200" dirty="0" smtClean="0">
                <a:latin typeface="Cambria" pitchFamily="18" charset="0"/>
              </a:rPr>
              <a:t>, </a:t>
            </a:r>
            <a:endParaRPr lang="fr-FR" sz="7200" dirty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28662" y="0"/>
            <a:ext cx="8215338" cy="928670"/>
          </a:xfrm>
        </p:spPr>
        <p:txBody>
          <a:bodyPr>
            <a:normAutofit/>
          </a:bodyPr>
          <a:lstStyle/>
          <a:p>
            <a:r>
              <a:rPr lang="fr-FR" b="1" dirty="0" smtClean="0">
                <a:solidFill>
                  <a:schemeClr val="tx2"/>
                </a:solidFill>
                <a:latin typeface="Cambria" pitchFamily="18" charset="0"/>
              </a:rPr>
              <a:t>HIRA </a:t>
            </a:r>
            <a:r>
              <a:rPr lang="fr-FR" b="1" dirty="0" smtClean="0">
                <a:solidFill>
                  <a:schemeClr val="tx2"/>
                </a:solidFill>
                <a:latin typeface="Cambria" pitchFamily="18" charset="0"/>
              </a:rPr>
              <a:t>163</a:t>
            </a: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5720" y="857232"/>
            <a:ext cx="8858280" cy="60007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Izy</a:t>
            </a:r>
            <a:r>
              <a:rPr lang="en-US" sz="7200" dirty="0" smtClean="0">
                <a:latin typeface="Cambria" pitchFamily="18" charset="0"/>
              </a:rPr>
              <a:t> no </a:t>
            </a:r>
            <a:r>
              <a:rPr lang="en-US" sz="7200" dirty="0" err="1" smtClean="0">
                <a:latin typeface="Cambria" pitchFamily="18" charset="0"/>
              </a:rPr>
              <a:t>hitory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teny</a:t>
            </a:r>
            <a:endParaRPr lang="en-US" sz="72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Soa</a:t>
            </a:r>
            <a:r>
              <a:rPr lang="en-US" sz="7200" dirty="0" smtClean="0">
                <a:latin typeface="Cambria" pitchFamily="18" charset="0"/>
              </a:rPr>
              <a:t>, </a:t>
            </a:r>
            <a:r>
              <a:rPr lang="en-US" sz="7200" dirty="0" err="1" smtClean="0">
                <a:latin typeface="Cambria" pitchFamily="18" charset="0"/>
              </a:rPr>
              <a:t>mahavelona</a:t>
            </a:r>
            <a:r>
              <a:rPr lang="en-US" sz="7200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Fa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ny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ainy</a:t>
            </a:r>
            <a:r>
              <a:rPr lang="en-US" sz="7200" dirty="0" smtClean="0">
                <a:latin typeface="Cambria" pitchFamily="18" charset="0"/>
              </a:rPr>
              <a:t> no </a:t>
            </a:r>
            <a:r>
              <a:rPr lang="en-US" sz="7200" dirty="0" err="1" smtClean="0">
                <a:latin typeface="Cambria" pitchFamily="18" charset="0"/>
              </a:rPr>
              <a:t>nomeny</a:t>
            </a:r>
            <a:r>
              <a:rPr lang="en-US" sz="7200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Mba</a:t>
            </a:r>
            <a:r>
              <a:rPr lang="en-US" sz="7200" dirty="0" smtClean="0">
                <a:latin typeface="Cambria" pitchFamily="18" charset="0"/>
              </a:rPr>
              <a:t> ho </a:t>
            </a:r>
            <a:r>
              <a:rPr lang="en-US" sz="7200" dirty="0" err="1" smtClean="0">
                <a:latin typeface="Cambria" pitchFamily="18" charset="0"/>
              </a:rPr>
              <a:t>solovoina</a:t>
            </a:r>
            <a:r>
              <a:rPr lang="en-US" sz="7200" dirty="0" smtClean="0">
                <a:latin typeface="Cambria" pitchFamily="18" charset="0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28662" y="0"/>
            <a:ext cx="8215338" cy="928670"/>
          </a:xfrm>
        </p:spPr>
        <p:txBody>
          <a:bodyPr>
            <a:normAutofit/>
          </a:bodyPr>
          <a:lstStyle/>
          <a:p>
            <a:r>
              <a:rPr lang="fr-FR" b="1" dirty="0" smtClean="0">
                <a:solidFill>
                  <a:schemeClr val="tx2"/>
                </a:solidFill>
                <a:latin typeface="Cambria" pitchFamily="18" charset="0"/>
              </a:rPr>
              <a:t>HIRA </a:t>
            </a:r>
            <a:r>
              <a:rPr lang="fr-FR" b="1" dirty="0" smtClean="0">
                <a:solidFill>
                  <a:schemeClr val="tx2"/>
                </a:solidFill>
                <a:latin typeface="Cambria" pitchFamily="18" charset="0"/>
              </a:rPr>
              <a:t>163</a:t>
            </a: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5720" y="857232"/>
            <a:ext cx="8858280" cy="60007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6600" dirty="0" smtClean="0">
                <a:latin typeface="Cambria" pitchFamily="18" charset="0"/>
              </a:rPr>
              <a:t>2. </a:t>
            </a:r>
            <a:r>
              <a:rPr lang="en-US" sz="6600" dirty="0" err="1" smtClean="0">
                <a:latin typeface="Cambria" pitchFamily="18" charset="0"/>
              </a:rPr>
              <a:t>Andrandraonao</a:t>
            </a:r>
            <a:r>
              <a:rPr lang="en-US" sz="6600" dirty="0" smtClean="0">
                <a:latin typeface="Cambria" pitchFamily="18" charset="0"/>
              </a:rPr>
              <a:t> ka </a:t>
            </a:r>
            <a:r>
              <a:rPr lang="en-US" sz="6600" dirty="0" err="1" smtClean="0">
                <a:latin typeface="Cambria" pitchFamily="18" charset="0"/>
              </a:rPr>
              <a:t>andraso</a:t>
            </a:r>
            <a:endParaRPr lang="en-US" sz="66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6600" dirty="0" err="1" smtClean="0">
                <a:latin typeface="Cambria" pitchFamily="18" charset="0"/>
              </a:rPr>
              <a:t>Ny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Mazava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lehibe</a:t>
            </a:r>
            <a:r>
              <a:rPr lang="en-US" sz="6600" dirty="0" smtClean="0">
                <a:latin typeface="Cambria" pitchFamily="18" charset="0"/>
              </a:rPr>
              <a:t>!</a:t>
            </a:r>
          </a:p>
          <a:p>
            <a:pPr>
              <a:buNone/>
            </a:pPr>
            <a:r>
              <a:rPr lang="en-US" sz="6600" dirty="0" err="1" smtClean="0">
                <a:latin typeface="Cambria" pitchFamily="18" charset="0"/>
              </a:rPr>
              <a:t>Dia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Ilay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tsy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hita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maso</a:t>
            </a:r>
            <a:r>
              <a:rPr lang="en-US" sz="6600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en-US" sz="6600" dirty="0" err="1" smtClean="0">
                <a:latin typeface="Cambria" pitchFamily="18" charset="0"/>
              </a:rPr>
              <a:t>Mpanazava</a:t>
            </a:r>
            <a:r>
              <a:rPr lang="en-US" sz="6600" dirty="0" smtClean="0">
                <a:latin typeface="Cambria" pitchFamily="18" charset="0"/>
              </a:rPr>
              <a:t>, </a:t>
            </a:r>
            <a:r>
              <a:rPr lang="en-US" sz="6600" dirty="0" err="1" smtClean="0">
                <a:latin typeface="Cambria" pitchFamily="18" charset="0"/>
              </a:rPr>
              <a:t>Mpanome</a:t>
            </a:r>
            <a:r>
              <a:rPr lang="en-US" sz="6600" dirty="0" smtClean="0">
                <a:latin typeface="Cambria" pitchFamily="18" charset="0"/>
              </a:rPr>
              <a:t>;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28662" y="0"/>
            <a:ext cx="8215338" cy="928670"/>
          </a:xfrm>
        </p:spPr>
        <p:txBody>
          <a:bodyPr>
            <a:normAutofit/>
          </a:bodyPr>
          <a:lstStyle/>
          <a:p>
            <a:r>
              <a:rPr lang="fr-FR" b="1" dirty="0" smtClean="0">
                <a:solidFill>
                  <a:schemeClr val="tx2"/>
                </a:solidFill>
                <a:latin typeface="Cambria" pitchFamily="18" charset="0"/>
              </a:rPr>
              <a:t>HIRA 163</a:t>
            </a: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5720" y="857232"/>
            <a:ext cx="8858280" cy="60007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6600" dirty="0" err="1" smtClean="0">
                <a:latin typeface="Cambria" pitchFamily="18" charset="0"/>
              </a:rPr>
              <a:t>Fa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ny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ainao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dia</a:t>
            </a:r>
            <a:r>
              <a:rPr lang="en-US" sz="6600" dirty="0" smtClean="0">
                <a:latin typeface="Cambria" pitchFamily="18" charset="0"/>
              </a:rPr>
              <a:t> ho very,</a:t>
            </a:r>
          </a:p>
          <a:p>
            <a:pPr>
              <a:buNone/>
            </a:pPr>
            <a:r>
              <a:rPr lang="en-US" sz="6600" dirty="0" err="1" smtClean="0">
                <a:latin typeface="Cambria" pitchFamily="18" charset="0"/>
              </a:rPr>
              <a:t>Raha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tsy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arahinao</a:t>
            </a:r>
            <a:endParaRPr lang="en-US" sz="66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6600" dirty="0" err="1" smtClean="0">
                <a:latin typeface="Cambria" pitchFamily="18" charset="0"/>
              </a:rPr>
              <a:t>Ilay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Mpanjaka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manan-kery</a:t>
            </a:r>
            <a:endParaRPr lang="en-US" sz="66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6600" dirty="0" err="1" smtClean="0">
                <a:latin typeface="Cambria" pitchFamily="18" charset="0"/>
              </a:rPr>
              <a:t>Izay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nanavotra</a:t>
            </a:r>
            <a:r>
              <a:rPr lang="en-US" sz="6600" dirty="0" smtClean="0">
                <a:latin typeface="Cambria" pitchFamily="18" charset="0"/>
              </a:rPr>
              <a:t> </a:t>
            </a:r>
            <a:r>
              <a:rPr lang="en-US" sz="6600" dirty="0" err="1" smtClean="0">
                <a:latin typeface="Cambria" pitchFamily="18" charset="0"/>
              </a:rPr>
              <a:t>anao</a:t>
            </a:r>
            <a:r>
              <a:rPr lang="en-US" sz="6600" dirty="0" smtClean="0">
                <a:latin typeface="Cambria" pitchFamily="18" charset="0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28662" y="0"/>
            <a:ext cx="8215338" cy="928670"/>
          </a:xfrm>
        </p:spPr>
        <p:txBody>
          <a:bodyPr>
            <a:normAutofit/>
          </a:bodyPr>
          <a:lstStyle/>
          <a:p>
            <a:r>
              <a:rPr lang="fr-FR" b="1" dirty="0" smtClean="0">
                <a:solidFill>
                  <a:schemeClr val="tx2"/>
                </a:solidFill>
                <a:latin typeface="Cambria" pitchFamily="18" charset="0"/>
              </a:rPr>
              <a:t>HIRA 163</a:t>
            </a: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5720" y="857232"/>
            <a:ext cx="8858280" cy="60007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7200" dirty="0" smtClean="0">
                <a:latin typeface="Cambria" pitchFamily="18" charset="0"/>
              </a:rPr>
              <a:t>3 </a:t>
            </a:r>
            <a:r>
              <a:rPr lang="en-US" sz="7200" dirty="0" err="1" smtClean="0">
                <a:latin typeface="Cambria" pitchFamily="18" charset="0"/>
              </a:rPr>
              <a:t>Eto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afovoantsika</a:t>
            </a:r>
            <a:endParaRPr lang="en-US" sz="72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Ilay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Mazava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tokana</a:t>
            </a:r>
            <a:r>
              <a:rPr lang="en-US" sz="7200" dirty="0" smtClean="0">
                <a:latin typeface="Cambria" pitchFamily="18" charset="0"/>
              </a:rPr>
              <a:t>;</a:t>
            </a: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Sambatra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izay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mahita</a:t>
            </a:r>
            <a:endParaRPr lang="en-US" sz="72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Azy</a:t>
            </a:r>
            <a:r>
              <a:rPr lang="en-US" sz="7200" dirty="0" smtClean="0">
                <a:latin typeface="Cambria" pitchFamily="18" charset="0"/>
              </a:rPr>
              <a:t>, </a:t>
            </a:r>
            <a:r>
              <a:rPr lang="en-US" sz="7200" dirty="0" err="1" smtClean="0">
                <a:latin typeface="Cambria" pitchFamily="18" charset="0"/>
              </a:rPr>
              <a:t>fa</a:t>
            </a:r>
            <a:r>
              <a:rPr lang="en-US" sz="7200" dirty="0" smtClean="0">
                <a:latin typeface="Cambria" pitchFamily="18" charset="0"/>
              </a:rPr>
              <a:t> ho </a:t>
            </a:r>
            <a:r>
              <a:rPr lang="en-US" sz="7200" dirty="0" err="1" smtClean="0">
                <a:latin typeface="Cambria" pitchFamily="18" charset="0"/>
              </a:rPr>
              <a:t>velona</a:t>
            </a:r>
            <a:r>
              <a:rPr lang="en-US" sz="7200" dirty="0" smtClean="0">
                <a:latin typeface="Cambria" pitchFamily="18" charset="0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28662" y="0"/>
            <a:ext cx="8215338" cy="928670"/>
          </a:xfrm>
        </p:spPr>
        <p:txBody>
          <a:bodyPr>
            <a:normAutofit/>
          </a:bodyPr>
          <a:lstStyle/>
          <a:p>
            <a:r>
              <a:rPr lang="fr-FR" b="1" smtClean="0">
                <a:solidFill>
                  <a:schemeClr val="tx2"/>
                </a:solidFill>
                <a:latin typeface="Cambria" pitchFamily="18" charset="0"/>
              </a:rPr>
              <a:t>HIRA 163</a:t>
            </a:r>
            <a:endParaRPr lang="fr-FR" dirty="0">
              <a:latin typeface="Cambria" pitchFamily="18" charset="0"/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5720" y="857232"/>
            <a:ext cx="8858280" cy="60007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Ry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Jesosy</a:t>
            </a:r>
            <a:r>
              <a:rPr lang="en-US" sz="7200" dirty="0" smtClean="0">
                <a:latin typeface="Cambria" pitchFamily="18" charset="0"/>
              </a:rPr>
              <a:t>, </a:t>
            </a:r>
            <a:r>
              <a:rPr lang="en-US" sz="7200" dirty="0" err="1" smtClean="0">
                <a:latin typeface="Cambria" pitchFamily="18" charset="0"/>
              </a:rPr>
              <a:t>iresaho</a:t>
            </a:r>
            <a:endParaRPr lang="en-US" sz="72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Izahay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mpianatrao</a:t>
            </a:r>
            <a:r>
              <a:rPr lang="en-US" sz="7200" dirty="0" smtClean="0">
                <a:latin typeface="Cambria" pitchFamily="18" charset="0"/>
              </a:rPr>
              <a:t>,</a:t>
            </a: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Hafanao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sy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hatanjaho</a:t>
            </a:r>
            <a:endParaRPr lang="en-US" sz="7200" dirty="0" smtClean="0">
              <a:latin typeface="Cambria" pitchFamily="18" charset="0"/>
            </a:endParaRPr>
          </a:p>
          <a:p>
            <a:pPr>
              <a:buNone/>
            </a:pPr>
            <a:r>
              <a:rPr lang="en-US" sz="7200" dirty="0" err="1" smtClean="0">
                <a:latin typeface="Cambria" pitchFamily="18" charset="0"/>
              </a:rPr>
              <a:t>Ny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finoanay</a:t>
            </a:r>
            <a:r>
              <a:rPr lang="en-US" sz="7200" dirty="0" smtClean="0">
                <a:latin typeface="Cambria" pitchFamily="18" charset="0"/>
              </a:rPr>
              <a:t> </a:t>
            </a:r>
            <a:r>
              <a:rPr lang="en-US" sz="7200" dirty="0" err="1" smtClean="0">
                <a:latin typeface="Cambria" pitchFamily="18" charset="0"/>
              </a:rPr>
              <a:t>Anao</a:t>
            </a:r>
            <a:r>
              <a:rPr lang="en-US" sz="7200" dirty="0" smtClean="0">
                <a:latin typeface="Cambria" pitchFamily="18" charset="0"/>
              </a:rPr>
              <a:t>.</a:t>
            </a:r>
          </a:p>
          <a:p>
            <a:pPr>
              <a:buNone/>
            </a:pPr>
            <a:r>
              <a:rPr lang="en-US" sz="7200" dirty="0" smtClean="0">
                <a:latin typeface="Cambria" pitchFamily="18" charset="0"/>
              </a:rPr>
              <a:t> 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109</Words>
  <PresentationFormat>Affichage à l'écran (4:3)</PresentationFormat>
  <Paragraphs>31</Paragraphs>
  <Slides>6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7" baseType="lpstr">
      <vt:lpstr>Thème Office</vt:lpstr>
      <vt:lpstr>HIRA 163</vt:lpstr>
      <vt:lpstr>HIRA 163</vt:lpstr>
      <vt:lpstr>HIRA 163</vt:lpstr>
      <vt:lpstr>HIRA 163</vt:lpstr>
      <vt:lpstr>HIRA 163</vt:lpstr>
      <vt:lpstr>HIRA 163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HIRA 175</dc:title>
  <dc:creator>M</dc:creator>
  <cp:lastModifiedBy>M</cp:lastModifiedBy>
  <cp:revision>7</cp:revision>
  <dcterms:created xsi:type="dcterms:W3CDTF">2012-10-03T08:15:06Z</dcterms:created>
  <dcterms:modified xsi:type="dcterms:W3CDTF">2013-07-25T18:28:07Z</dcterms:modified>
</cp:coreProperties>
</file>