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7043" autoAdjust="0"/>
    <p:restoredTop sz="94660"/>
  </p:normalViewPr>
  <p:slideViewPr>
    <p:cSldViewPr>
      <p:cViewPr varScale="1">
        <p:scale>
          <a:sx n="34" d="100"/>
          <a:sy n="34" d="100"/>
        </p:scale>
        <p:origin x="-84" y="-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1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Tafavory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ka </a:t>
            </a:r>
            <a:r>
              <a:rPr lang="en-US" sz="7200" dirty="0" err="1" smtClean="0">
                <a:latin typeface="Cambria" pitchFamily="18" charset="0"/>
              </a:rPr>
              <a:t>manatona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Zanahary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nahary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1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raiso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zanakao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lavina</a:t>
            </a:r>
            <a:r>
              <a:rPr lang="en-US" sz="7200" dirty="0" smtClean="0">
                <a:latin typeface="Cambria" pitchFamily="18" charset="0"/>
              </a:rPr>
              <a:t> re,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1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Tafavory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ka </a:t>
            </a:r>
            <a:r>
              <a:rPr lang="en-US" sz="7200" dirty="0" err="1" smtClean="0">
                <a:latin typeface="Cambria" pitchFamily="18" charset="0"/>
              </a:rPr>
              <a:t>miantso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1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Mihainoa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Mitenena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mitady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1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Tafavory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ka </a:t>
            </a:r>
            <a:r>
              <a:rPr lang="en-US" sz="7200" dirty="0" err="1" smtClean="0">
                <a:latin typeface="Cambria" pitchFamily="18" charset="0"/>
              </a:rPr>
              <a:t>miandry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Mpananatra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1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Aidino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Afonao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fahizay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Areheto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</Words>
  <PresentationFormat>Affichage à l'écran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224</vt:lpstr>
      <vt:lpstr>HIRA 224</vt:lpstr>
      <vt:lpstr>HIRA 224</vt:lpstr>
      <vt:lpstr>HIRA 224</vt:lpstr>
      <vt:lpstr>HIRA 224</vt:lpstr>
      <vt:lpstr>HIRA 224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2014-05-05T08:11:51Z</dcterms:modified>
</cp:coreProperties>
</file>