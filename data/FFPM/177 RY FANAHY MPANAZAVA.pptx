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4" r:id="rId4"/>
    <p:sldId id="267" r:id="rId5"/>
    <p:sldId id="263" r:id="rId6"/>
    <p:sldId id="268" r:id="rId7"/>
    <p:sldId id="265" r:id="rId8"/>
    <p:sldId id="26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Mitariha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Hianaranay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nampanoratinao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32" y="857232"/>
            <a:ext cx="8858280" cy="6000768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:.: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hifaly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tarihinao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:.: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matanjaka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ampianarinao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mpianatrao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hangia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angano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tantara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hamily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478634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sakano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handavanay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:.: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Baiboly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fanilo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Hanatonanay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177 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tsilovy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miankina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109</Words>
  <PresentationFormat>Affichage à l'écran (4:3)</PresentationFormat>
  <Paragraphs>34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177  </vt:lpstr>
      <vt:lpstr>HIRA 177 </vt:lpstr>
      <vt:lpstr>HIRA 177 </vt:lpstr>
      <vt:lpstr>HIRA 177 </vt:lpstr>
      <vt:lpstr>HIRA 177 </vt:lpstr>
      <vt:lpstr>HIRA 177 </vt:lpstr>
      <vt:lpstr>HIRA 177 </vt:lpstr>
      <vt:lpstr>HIRA 177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3</cp:revision>
  <dcterms:created xsi:type="dcterms:W3CDTF">2012-11-11T21:19:33Z</dcterms:created>
  <dcterms:modified xsi:type="dcterms:W3CDTF">2014-06-03T19:36:51Z</dcterms:modified>
</cp:coreProperties>
</file>