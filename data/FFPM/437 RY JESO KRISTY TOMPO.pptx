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56" d="100"/>
          <a:sy n="56" d="100"/>
        </p:scale>
        <p:origin x="-98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17/01/2013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17/01/2013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17/01/2013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17/01/2013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437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1.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Kristy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O! </a:t>
            </a:r>
            <a:r>
              <a:rPr lang="en-US" sz="6600" dirty="0" err="1" smtClean="0">
                <a:latin typeface="Cambria" pitchFamily="18" charset="0"/>
              </a:rPr>
              <a:t>Ampio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olonao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Ampianaro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hanompo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sitrakao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437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Malemy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aho</a:t>
            </a:r>
            <a:r>
              <a:rPr lang="en-US" sz="6600" dirty="0" smtClean="0">
                <a:latin typeface="Cambria" pitchFamily="18" charset="0"/>
              </a:rPr>
              <a:t> re,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omeo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herinao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hivily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hania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hanara-dia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437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smtClean="0">
                <a:latin typeface="Cambria" pitchFamily="18" charset="0"/>
              </a:rPr>
              <a:t>O! </a:t>
            </a:r>
            <a:r>
              <a:rPr lang="en-US" sz="6600" dirty="0" err="1" smtClean="0">
                <a:latin typeface="Cambria" pitchFamily="18" charset="0"/>
              </a:rPr>
              <a:t>vonjeo</a:t>
            </a:r>
            <a:r>
              <a:rPr lang="en-US" sz="6600" dirty="0" smtClean="0">
                <a:latin typeface="Cambria" pitchFamily="18" charset="0"/>
              </a:rPr>
              <a:t>, O! </a:t>
            </a:r>
            <a:r>
              <a:rPr lang="en-US" sz="6600" dirty="0" err="1" smtClean="0">
                <a:latin typeface="Cambria" pitchFamily="18" charset="0"/>
              </a:rPr>
              <a:t>vonjeo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tantano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jereo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Aza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afoy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izahay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Hianao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Avotray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437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2.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diovy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Mpamonjy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lehibe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ambeno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arovy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Sao </a:t>
            </a: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very </a:t>
            </a:r>
            <a:r>
              <a:rPr lang="en-US" sz="6600" dirty="0" err="1" smtClean="0">
                <a:latin typeface="Cambria" pitchFamily="18" charset="0"/>
              </a:rPr>
              <a:t>aho</a:t>
            </a:r>
            <a:r>
              <a:rPr lang="en-US" sz="6600" dirty="0" smtClean="0">
                <a:latin typeface="Cambria" pitchFamily="18" charset="0"/>
              </a:rPr>
              <a:t> re,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437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Iriko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indrindra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koa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hitombo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hamoa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voka-tsoa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rehetra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Ho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ô!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437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smtClean="0">
                <a:latin typeface="Cambria" pitchFamily="18" charset="0"/>
              </a:rPr>
              <a:t>O! </a:t>
            </a:r>
            <a:r>
              <a:rPr lang="en-US" sz="6600" dirty="0" err="1" smtClean="0">
                <a:latin typeface="Cambria" pitchFamily="18" charset="0"/>
              </a:rPr>
              <a:t>vonjeo</a:t>
            </a:r>
            <a:r>
              <a:rPr lang="en-US" sz="6600" dirty="0" smtClean="0">
                <a:latin typeface="Cambria" pitchFamily="18" charset="0"/>
              </a:rPr>
              <a:t>, O! </a:t>
            </a:r>
            <a:r>
              <a:rPr lang="en-US" sz="6600" dirty="0" err="1" smtClean="0">
                <a:latin typeface="Cambria" pitchFamily="18" charset="0"/>
              </a:rPr>
              <a:t>vonjeo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tantano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jereo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Aza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afoy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izahay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Hianao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Avotray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437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3.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raisonao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Ho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tokoa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anananay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rehetra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anarano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437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maty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Hianao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Noho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fitiavanao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hainay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hadinoina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fitiavanao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anay</a:t>
            </a:r>
            <a:r>
              <a:rPr lang="en-US" sz="6600" dirty="0" smtClean="0">
                <a:latin typeface="Cambria" pitchFamily="18" charset="0"/>
              </a:rPr>
              <a:t> :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437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smtClean="0">
                <a:latin typeface="Cambria" pitchFamily="18" charset="0"/>
              </a:rPr>
              <a:t>O! </a:t>
            </a:r>
            <a:r>
              <a:rPr lang="en-US" sz="6600" dirty="0" err="1" smtClean="0">
                <a:latin typeface="Cambria" pitchFamily="18" charset="0"/>
              </a:rPr>
              <a:t>vonjeo</a:t>
            </a:r>
            <a:r>
              <a:rPr lang="en-US" sz="6600" dirty="0" smtClean="0">
                <a:latin typeface="Cambria" pitchFamily="18" charset="0"/>
              </a:rPr>
              <a:t>, O! </a:t>
            </a:r>
            <a:r>
              <a:rPr lang="en-US" sz="6600" dirty="0" err="1" smtClean="0">
                <a:latin typeface="Cambria" pitchFamily="18" charset="0"/>
              </a:rPr>
              <a:t>vonjeo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tantano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jereo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Aza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afoy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izahay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Hianao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Avotray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204</Words>
  <PresentationFormat>Affichage à l'écran (4:3)</PresentationFormat>
  <Paragraphs>45</Paragraphs>
  <Slides>9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0" baseType="lpstr">
      <vt:lpstr>Thème Office</vt:lpstr>
      <vt:lpstr>HIRA 437 </vt:lpstr>
      <vt:lpstr>HIRA 437 </vt:lpstr>
      <vt:lpstr>HIRA 437 </vt:lpstr>
      <vt:lpstr>HIRA 437 </vt:lpstr>
      <vt:lpstr>HIRA 437 </vt:lpstr>
      <vt:lpstr>HIRA 437 </vt:lpstr>
      <vt:lpstr>HIRA 437 </vt:lpstr>
      <vt:lpstr>HIRA 437 </vt:lpstr>
      <vt:lpstr>HIRA 437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428</dc:title>
  <dc:creator>M</dc:creator>
  <cp:lastModifiedBy>M</cp:lastModifiedBy>
  <cp:revision>4</cp:revision>
  <dcterms:created xsi:type="dcterms:W3CDTF">2012-12-08T21:12:16Z</dcterms:created>
  <dcterms:modified xsi:type="dcterms:W3CDTF">2013-01-17T22:23:00Z</dcterms:modified>
</cp:coreProperties>
</file>