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02" y="-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577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Jeso Sakaizanay, 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Sakaiza rahateo!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Indreto izahay, vonjeo, 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Fa be ny adinay</a:t>
            </a:r>
            <a:endParaRPr lang="fi-FI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577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1. Jeso Sakaizanay,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Sakaiza rahateo!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Indreto izahay, vonjeo, 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Fa be ny adinay </a:t>
            </a:r>
            <a:endParaRPr lang="fi-FI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577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2. Jeso Sakaizanay, 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Sakaiza be fitia!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Tariho izahay hanao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Ny zava-tianao </a:t>
            </a:r>
            <a:endParaRPr lang="fi-FI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577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3. Jeso Sakaizanay,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Sakaiza tsy mandao!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Na dia mpanota aza re 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lzahay mpanomponao</a:t>
            </a:r>
            <a:endParaRPr lang="fi-FI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577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4. Jeso Sakaizanay,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Sakaiza tsy mamoy,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Na ory na finaritra 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Izahay ankehitrio </a:t>
            </a:r>
            <a:endParaRPr lang="fi-FI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577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5. Jeso Sakaizanay,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Omaly sy anio,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Ka mbola ho Sakaizanay </a:t>
            </a:r>
          </a:p>
          <a:p>
            <a:pPr>
              <a:buNone/>
            </a:pPr>
            <a:r>
              <a:rPr lang="fi-FI" sz="7200" smtClean="0">
                <a:latin typeface="Cambria" pitchFamily="18" charset="0"/>
              </a:rPr>
              <a:t>Mandrakizay doria</a:t>
            </a:r>
            <a:endParaRPr lang="fi-FI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104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577</vt:lpstr>
      <vt:lpstr>HIRA 577</vt:lpstr>
      <vt:lpstr>HIRA 577</vt:lpstr>
      <vt:lpstr>HIRA 577</vt:lpstr>
      <vt:lpstr>HIRA 577</vt:lpstr>
      <vt:lpstr>HIRA 577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550</dc:title>
  <dc:creator>M</dc:creator>
  <cp:lastModifiedBy>M</cp:lastModifiedBy>
  <cp:revision>7</cp:revision>
  <dcterms:created xsi:type="dcterms:W3CDTF">2012-12-08T21:04:49Z</dcterms:created>
  <dcterms:modified xsi:type="dcterms:W3CDTF">2013-10-16T16:12:47Z</dcterms:modified>
</cp:coreProperties>
</file>