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64" autoAdjust="0"/>
    <p:restoredTop sz="94660"/>
  </p:normalViewPr>
  <p:slideViewPr>
    <p:cSldViewPr>
      <p:cViewPr varScale="1">
        <p:scale>
          <a:sx n="57" d="100"/>
          <a:sy n="57" d="100"/>
        </p:scale>
        <p:origin x="-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714356"/>
            <a:ext cx="9144000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avelao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an'ny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fanjakan'ny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Ray!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714356"/>
            <a:ext cx="8929750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ifalianay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Ka dia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rarana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zazakelinay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714356"/>
            <a:ext cx="9144000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batisa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Trotrony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voaisa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714356"/>
            <a:ext cx="8929750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Atsangany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handova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fahasambarana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Fiainan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miova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fiadanana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714356"/>
            <a:ext cx="9144000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Sakaizanay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malaza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Finaritra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Miankina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714356"/>
            <a:ext cx="8929750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Ampio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ondrikelinao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anatrehanao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88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252</vt:lpstr>
      <vt:lpstr>Hira 252</vt:lpstr>
      <vt:lpstr>Hira 252</vt:lpstr>
      <vt:lpstr>Hira 252</vt:lpstr>
      <vt:lpstr>Hira 252</vt:lpstr>
      <vt:lpstr>Hira 252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235 </dc:title>
  <dc:creator>M</dc:creator>
  <cp:lastModifiedBy>M</cp:lastModifiedBy>
  <cp:revision>9</cp:revision>
  <dcterms:created xsi:type="dcterms:W3CDTF">2012-11-26T19:15:45Z</dcterms:created>
  <dcterms:modified xsi:type="dcterms:W3CDTF">2014-09-28T07:08:14Z</dcterms:modified>
</cp:coreProperties>
</file>