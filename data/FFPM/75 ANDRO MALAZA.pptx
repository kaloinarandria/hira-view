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58" r:id="rId5"/>
    <p:sldId id="259" r:id="rId6"/>
    <p:sldId id="266" r:id="rId7"/>
    <p:sldId id="260" r:id="rId8"/>
    <p:sldId id="261" r:id="rId9"/>
    <p:sldId id="262" r:id="rId10"/>
    <p:sldId id="267" r:id="rId11"/>
    <p:sldId id="263" r:id="rId12"/>
    <p:sldId id="264" r:id="rId1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0346" autoAdjust="0"/>
    <p:restoredTop sz="94660"/>
  </p:normalViewPr>
  <p:slideViewPr>
    <p:cSldViewPr>
      <p:cViewPr varScale="1">
        <p:scale>
          <a:sx n="55" d="100"/>
          <a:sy n="55" d="100"/>
        </p:scale>
        <p:origin x="-156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928670"/>
            <a:ext cx="8786842" cy="592933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Andro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malaza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sady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'Lay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andro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'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nisehoan'i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: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928670"/>
            <a:ext cx="8786842" cy="592933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'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nantenain'ny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mpaminany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hampiseho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fihavanana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928670"/>
            <a:ext cx="8786842" cy="5929330"/>
          </a:xfrm>
        </p:spPr>
        <p:txBody>
          <a:bodyPr vert="horz" lIns="91440" tIns="45720" rIns="91440" bIns="45720" rtlCol="0">
            <a:normAutofit fontScale="92500"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Mifalia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mihobia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mafy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Efa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tonga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Mpanavotrao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Avia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ka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miderà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Derao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Zaza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1785926"/>
            <a:ext cx="8786842" cy="5072074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;,: Hobio, hobio, 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Fa Tompontsika io.:,;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928670"/>
            <a:ext cx="8786842" cy="592933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2.Anjely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maro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nihoby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Mpiandry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ondry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nitsaoka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Azy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928670"/>
            <a:ext cx="8786842" cy="592933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olon-kendry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nanasina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Azy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Andeha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hankalaza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Azy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: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928670"/>
            <a:ext cx="8786842" cy="5929330"/>
          </a:xfrm>
        </p:spPr>
        <p:txBody>
          <a:bodyPr vert="horz" lIns="91440" tIns="45720" rIns="91440" bIns="45720" rtlCol="0">
            <a:normAutofit fontScale="92500"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Mifalia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mihobia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mafy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Efa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tonga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Mpanavotrao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Avia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ka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miderà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Derao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Zaza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1785926"/>
            <a:ext cx="8786842" cy="5072074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;,: Hobio, hobio, 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Fa Tompontsika io.:,;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928670"/>
            <a:ext cx="8786842" cy="592933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Dera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haja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atolotray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'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teraka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anio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928670"/>
            <a:ext cx="8786842" cy="592933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mandraisa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fanatitray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zava-mani-pofona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: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928670"/>
            <a:ext cx="8786842" cy="5929330"/>
          </a:xfrm>
        </p:spPr>
        <p:txBody>
          <a:bodyPr vert="horz" lIns="91440" tIns="45720" rIns="91440" bIns="45720" rtlCol="0">
            <a:normAutofit fontScale="92500"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Mifalia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mihobia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mafy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Efa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tonga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Mpanavotrao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Avia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ka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miderà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Derao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Zaza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1785926"/>
            <a:ext cx="8786842" cy="507207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;,: Hobio, hobio, 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Fa Tompontsika io.:,;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180</Words>
  <PresentationFormat>Affichage à l'écran (4:3)</PresentationFormat>
  <Paragraphs>42</Paragraphs>
  <Slides>12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3" baseType="lpstr">
      <vt:lpstr>Thème Office</vt:lpstr>
      <vt:lpstr>HIRA 75</vt:lpstr>
      <vt:lpstr>HIRA 75</vt:lpstr>
      <vt:lpstr>HIRA 75</vt:lpstr>
      <vt:lpstr>HIRA 75</vt:lpstr>
      <vt:lpstr>HIRA 75</vt:lpstr>
      <vt:lpstr>HIRA 75</vt:lpstr>
      <vt:lpstr>HIRA 75</vt:lpstr>
      <vt:lpstr>HIRA 75</vt:lpstr>
      <vt:lpstr>HIRA 75</vt:lpstr>
      <vt:lpstr>HIRA 75</vt:lpstr>
      <vt:lpstr>HIRA 75</vt:lpstr>
      <vt:lpstr>HIRA 75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68</dc:title>
  <dc:creator>M</dc:creator>
  <cp:lastModifiedBy>M</cp:lastModifiedBy>
  <cp:revision>10</cp:revision>
  <dcterms:created xsi:type="dcterms:W3CDTF">2012-12-08T21:27:25Z</dcterms:created>
  <dcterms:modified xsi:type="dcterms:W3CDTF">2014-12-14T07:01:13Z</dcterms:modified>
</cp:coreProperties>
</file>