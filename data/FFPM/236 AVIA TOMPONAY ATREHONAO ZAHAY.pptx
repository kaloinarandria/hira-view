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64" autoAdjust="0"/>
    <p:restoredTop sz="94660"/>
  </p:normalViewPr>
  <p:slideViewPr>
    <p:cSldViewPr>
      <p:cViewPr varScale="1">
        <p:scale>
          <a:sx n="39" d="100"/>
          <a:sy n="39" d="100"/>
        </p:scale>
        <p:origin x="-102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Atrehonao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Fiderana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Tongava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tranonay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Atrehonao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ka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vavanay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hidera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diovinao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Atrehonao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Ampidino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Fanahinao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àty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tranonay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Ampionao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Hilaza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500098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Atrehonao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Fiderana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Avotray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Ray!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deranay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Efao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hatakay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236</vt:lpstr>
      <vt:lpstr>Hira 236</vt:lpstr>
      <vt:lpstr>Hira 236</vt:lpstr>
      <vt:lpstr>Hira 236</vt:lpstr>
      <vt:lpstr>Hira 236</vt:lpstr>
      <vt:lpstr>Hira 236</vt:lpstr>
      <vt:lpstr>Hira 236</vt:lpstr>
      <vt:lpstr>Hira 236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5</cp:revision>
  <dcterms:created xsi:type="dcterms:W3CDTF">2012-11-26T19:15:45Z</dcterms:created>
  <dcterms:modified xsi:type="dcterms:W3CDTF">2014-05-12T09:28:14Z</dcterms:modified>
</cp:coreProperties>
</file>