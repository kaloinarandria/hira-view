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2606" autoAdjust="0"/>
    <p:restoredTop sz="94660"/>
  </p:normalViewPr>
  <p:slideViewPr>
    <p:cSldViewPr>
      <p:cViewPr varScale="1">
        <p:scale>
          <a:sx n="52" d="100"/>
          <a:sy n="52" d="100"/>
        </p:scale>
        <p:origin x="-19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Ziona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mihainoa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Injay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mampifoha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ampakarina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Mbola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alim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-be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ihany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fotoana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malalanao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Antsoiny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Alao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jironao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velomy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miaingà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hivoaka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Hitsena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Mpampakatra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715536" cy="6215082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2. He,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Ziona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ravoravo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reny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antso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avo</a:t>
            </a:r>
            <a:endParaRPr lang="en-US" sz="63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velona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hobiny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: </a:t>
            </a:r>
          </a:p>
          <a:p>
            <a:pPr marL="996696" indent="-914400"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Indro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Kristy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Hanafaka anay mpanompo, </a:t>
            </a: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Halainy hampakariny. </a:t>
            </a: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He, faly re ny fo!</a:t>
            </a: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Avia, Tompo ô!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O,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hosana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Mihaingo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hitsena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Kristy,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malalanao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es-ES" sz="63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s-ES" sz="6300" b="1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r>
              <a:rPr lang="es-ES" sz="63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6300" b="1" dirty="0" err="1" smtClean="0">
                <a:solidFill>
                  <a:srgbClr val="002060"/>
                </a:solidFill>
                <a:latin typeface="Cambria" pitchFamily="18" charset="0"/>
              </a:rPr>
              <a:t>hoby</a:t>
            </a:r>
            <a:r>
              <a:rPr lang="es-ES" sz="63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6300" b="1" dirty="0" err="1" smtClean="0">
                <a:solidFill>
                  <a:srgbClr val="002060"/>
                </a:solidFill>
                <a:latin typeface="Cambria" pitchFamily="18" charset="0"/>
              </a:rPr>
              <a:t>fiderana</a:t>
            </a:r>
            <a:r>
              <a:rPr lang="es-E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s-ES" sz="6300" b="1" dirty="0" err="1" smtClean="0">
                <a:solidFill>
                  <a:srgbClr val="002060"/>
                </a:solidFill>
                <a:latin typeface="Cambria" pitchFamily="18" charset="0"/>
              </a:rPr>
              <a:t>Asandratray</a:t>
            </a:r>
            <a:r>
              <a:rPr lang="es-E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3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s-E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300" b="1" dirty="0" err="1" smtClean="0">
                <a:solidFill>
                  <a:srgbClr val="002060"/>
                </a:solidFill>
                <a:latin typeface="Cambria" pitchFamily="18" charset="0"/>
              </a:rPr>
              <a:t>hitsenana</a:t>
            </a:r>
            <a:r>
              <a:rPr lang="es-E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s-ES" sz="63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s-ES" sz="63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63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s-E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3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s-ES" sz="6300" b="1" dirty="0" smtClean="0">
                <a:solidFill>
                  <a:srgbClr val="002060"/>
                </a:solidFill>
                <a:latin typeface="Cambria" pitchFamily="18" charset="0"/>
              </a:rPr>
              <a:t> ô</a:t>
            </a:r>
            <a:r>
              <a:rPr lang="es-ES" sz="63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es-ES" sz="63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s-ES" sz="63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3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s-E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3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s-E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300" b="1" dirty="0" err="1" smtClean="0">
                <a:solidFill>
                  <a:srgbClr val="002060"/>
                </a:solidFill>
                <a:latin typeface="Cambria" pitchFamily="18" charset="0"/>
              </a:rPr>
              <a:t>mitomany</a:t>
            </a:r>
            <a:endParaRPr lang="es-ES" sz="63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9429784" cy="6143644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mirana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mankany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Am-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pampakaram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badinao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Mahafinaritra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	</a:t>
            </a:r>
          </a:p>
          <a:p>
            <a:pPr marL="996696" indent="-914400"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hiran-danitra</a:t>
            </a:r>
            <a:endParaRPr lang="en-US" sz="63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47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9144000" cy="5500702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Ilaozanay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trano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lay, </a:t>
            </a: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Miakatra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dianay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159</Words>
  <PresentationFormat>Affichage à l'écran (4:3)</PresentationFormat>
  <Paragraphs>42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47</vt:lpstr>
      <vt:lpstr>HIRA 47</vt:lpstr>
      <vt:lpstr>HIRA 47</vt:lpstr>
      <vt:lpstr>HIRA 47</vt:lpstr>
      <vt:lpstr>HIRA 47</vt:lpstr>
      <vt:lpstr>HIRA 47</vt:lpstr>
      <vt:lpstr>HIRA 47</vt:lpstr>
      <vt:lpstr>HIRA 47</vt:lpstr>
      <vt:lpstr>HIRA 47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</dc:title>
  <dc:creator>M</dc:creator>
  <cp:lastModifiedBy>M</cp:lastModifiedBy>
  <cp:revision>16</cp:revision>
  <dcterms:created xsi:type="dcterms:W3CDTF">2012-10-02T21:52:07Z</dcterms:created>
  <dcterms:modified xsi:type="dcterms:W3CDTF">2014-12-14T07:06:38Z</dcterms:modified>
</cp:coreProperties>
</file>