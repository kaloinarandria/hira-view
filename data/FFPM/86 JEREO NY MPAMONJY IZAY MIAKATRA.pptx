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9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Jereo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miakatra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jerosalema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avotra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Na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be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ratsy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Mikendry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hamonjy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tiany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hatao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biby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manan-daza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nitaingenany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hitady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laza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nihaviany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Kanefa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manan-kery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Handresy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ratrany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irery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aina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Ilay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voasatro-tsilo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Noho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helokao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mety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maniry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Mpanjakanao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sarobidy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Omeny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lanitra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nihidy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Misokatra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Ampio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haiko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Hatolotra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ô,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voninahitrao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Velariko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anoloanao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foiko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hodiovinao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Hosana</a:t>
            </a:r>
            <a:r>
              <a:rPr lang="en-US" sz="7200" dirty="0" smtClean="0">
                <a:latin typeface="Cambria" pitchFamily="18" charset="0"/>
              </a:rPr>
              <a:t> !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Hiraiko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mamin'ny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tra-bonjy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fiderana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86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Hosana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tsara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Soava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Handresy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devoly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anton-dianao</a:t>
            </a:r>
            <a:r>
              <a:rPr lang="en-US" sz="720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173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86</vt:lpstr>
      <vt:lpstr>HIRA 86</vt:lpstr>
      <vt:lpstr>HIRA 86</vt:lpstr>
      <vt:lpstr>HIRA 86</vt:lpstr>
      <vt:lpstr>HIRA 86</vt:lpstr>
      <vt:lpstr>HIRA 86</vt:lpstr>
      <vt:lpstr>HIRA 86</vt:lpstr>
      <vt:lpstr>HIRA 86</vt:lpstr>
      <vt:lpstr>HIRA 86</vt:lpstr>
      <vt:lpstr>HIRA 86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13</cp:revision>
  <dcterms:created xsi:type="dcterms:W3CDTF">2012-12-08T21:27:25Z</dcterms:created>
  <dcterms:modified xsi:type="dcterms:W3CDTF">2013-08-18T03:10:08Z</dcterms:modified>
</cp:coreProperties>
</file>