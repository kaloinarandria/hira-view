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1. Misaotra Anao, izahay ry Ray,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sitrakao homena ho anay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Ny Zanakao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Malalanao</a:t>
            </a:r>
            <a:endParaRPr lang="it-IT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'Lay Tokanao, no he natolotrao.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Atolotray ny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saotranay</a:t>
            </a:r>
            <a:endParaRPr lang="it-IT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O! raisonao anie Jehovah Ray.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2. Misaotra Anao, Jesosinay,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Ny fitiavanao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tsarovanay</a:t>
            </a:r>
            <a:endParaRPr lang="it-IT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Nalatsakao ny rànao soa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Hanavotra aina ny mpanota voa;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Atolotray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ny saotranay</a:t>
            </a:r>
            <a:endParaRPr lang="it-IT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Ka raisonao e, ry Jesosinay.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3. Misaotra Anao, Fanahy koa,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Mamelona sy monina ao am-po,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Havaozy ao anaty 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Ho tonga lapanao madio sy vao.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Atolotray ny saotranay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Ka raiso, ry Fanahy tokinay.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111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31</vt:lpstr>
      <vt:lpstr>HIRA 31</vt:lpstr>
      <vt:lpstr>HIRA 31</vt:lpstr>
      <vt:lpstr>HIRA 31</vt:lpstr>
      <vt:lpstr>HIRA 31</vt:lpstr>
      <vt:lpstr>HIRA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16</cp:revision>
  <dcterms:created xsi:type="dcterms:W3CDTF">2012-10-02T21:34:15Z</dcterms:created>
  <dcterms:modified xsi:type="dcterms:W3CDTF">2014-06-01T19:16:07Z</dcterms:modified>
</cp:coreProperties>
</file>