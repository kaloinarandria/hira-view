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206" autoAdjust="0"/>
    <p:restoredTop sz="94660"/>
  </p:normalViewPr>
  <p:slideViewPr>
    <p:cSldViewPr>
      <p:cViewPr varScale="1">
        <p:scale>
          <a:sx n="37" d="100"/>
          <a:sy n="37" d="100"/>
        </p:scale>
        <p:origin x="-84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1285884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Finaritra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didy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70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esorinao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hohavaozinao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hifidy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sarobidy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76" y="1285884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rakitra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mpandefitra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manan-kery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70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 !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voasoratra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avotry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90" y="1285884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vatsinay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Manohana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Sakafo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mahasoa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52" y="1071570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hivelomanay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parany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azonay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lovan'ny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</Words>
  <PresentationFormat>Affichage à l'écran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214 </vt:lpstr>
      <vt:lpstr>HIRA 214 </vt:lpstr>
      <vt:lpstr>HIRA 214 </vt:lpstr>
      <vt:lpstr>HIRA 214 </vt:lpstr>
      <vt:lpstr>HIRA 214 </vt:lpstr>
      <vt:lpstr>HIRA 214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2014-05-05T07:24:49Z</dcterms:modified>
</cp:coreProperties>
</file>