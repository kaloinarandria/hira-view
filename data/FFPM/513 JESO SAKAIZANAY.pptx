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102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sakaizanay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Sady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mahafoy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Mety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Sakaizanay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Avotray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Noho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helokay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Afaka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Sakaizanay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Aronay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Reraka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Noho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adinay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herinay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Sakaizanay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Lalanay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Lalana</a:t>
            </a:r>
            <a:r>
              <a:rPr lang="es-ES" sz="6600" dirty="0" smtClean="0">
                <a:latin typeface="Cambria" pitchFamily="18" charset="0"/>
              </a:rPr>
              <a:t> marina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Hahatongavanay</a:t>
            </a:r>
            <a:endParaRPr lang="es-E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Any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an-danitra</a:t>
            </a:r>
            <a:r>
              <a:rPr lang="es-E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Jeso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anay</a:t>
            </a:r>
            <a:endParaRPr lang="es-E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5. </a:t>
            </a:r>
            <a:r>
              <a:rPr lang="es-ES" sz="6600" dirty="0" err="1" smtClean="0">
                <a:latin typeface="Cambria" pitchFamily="18" charset="0"/>
              </a:rPr>
              <a:t>Jeso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Sakaizanay</a:t>
            </a:r>
            <a:r>
              <a:rPr lang="es-E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Jeso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anay</a:t>
            </a:r>
            <a:r>
              <a:rPr lang="es-E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Manana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izahay</a:t>
            </a:r>
            <a:r>
              <a:rPr lang="es-E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Jeso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anay</a:t>
            </a:r>
            <a:r>
              <a:rPr lang="es-E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513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Jeso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Sakaizanay</a:t>
            </a:r>
            <a:endParaRPr lang="es-E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No </a:t>
            </a:r>
            <a:r>
              <a:rPr lang="es-ES" sz="6600" dirty="0" err="1" smtClean="0">
                <a:latin typeface="Cambria" pitchFamily="18" charset="0"/>
              </a:rPr>
              <a:t>hovantaninay</a:t>
            </a:r>
            <a:endParaRPr lang="es-E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Any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an-danitra</a:t>
            </a:r>
            <a:r>
              <a:rPr lang="es-E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Jeso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anay</a:t>
            </a:r>
            <a:r>
              <a:rPr lang="es-ES" sz="660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152</Words>
  <PresentationFormat>Affichage à l'écran (4:3)</PresentationFormat>
  <Paragraphs>50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513</vt:lpstr>
      <vt:lpstr>HIRA 513</vt:lpstr>
      <vt:lpstr>HIRA 513</vt:lpstr>
      <vt:lpstr>HIRA 513</vt:lpstr>
      <vt:lpstr>HIRA 513</vt:lpstr>
      <vt:lpstr>HIRA 513</vt:lpstr>
      <vt:lpstr>HIRA 513</vt:lpstr>
      <vt:lpstr>HIRA 513</vt:lpstr>
      <vt:lpstr>HIRA 513</vt:lpstr>
      <vt:lpstr>HIRA 513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515</dc:title>
  <dc:creator>M</dc:creator>
  <cp:lastModifiedBy>M</cp:lastModifiedBy>
  <cp:revision>4</cp:revision>
  <dcterms:created xsi:type="dcterms:W3CDTF">2012-12-02T11:05:16Z</dcterms:created>
  <dcterms:modified xsi:type="dcterms:W3CDTF">2013-01-18T18:27:50Z</dcterms:modified>
</cp:coreProperties>
</file>