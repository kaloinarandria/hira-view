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22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</a:rPr>
              <a:t>Hira</a:t>
            </a:r>
            <a:r>
              <a:rPr lang="fr-FR" b="1" dirty="0" smtClean="0">
                <a:solidFill>
                  <a:srgbClr val="0070C0"/>
                </a:solidFill>
              </a:rPr>
              <a:t> </a:t>
            </a:r>
            <a:r>
              <a:rPr lang="fr-FR" b="1" dirty="0" smtClean="0">
                <a:solidFill>
                  <a:srgbClr val="0070C0"/>
                </a:solidFill>
              </a:rPr>
              <a:t>100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42876" y="1071546"/>
            <a:ext cx="9786974" cy="578645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1. Moa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nisy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Fahoriana</a:t>
            </a:r>
            <a:r>
              <a:rPr lang="en-US" sz="6600" dirty="0" smtClean="0">
                <a:latin typeface="Cambria" pitchFamily="18" charset="0"/>
              </a:rPr>
              <a:t> toy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?</a:t>
            </a: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'Lay </a:t>
            </a:r>
            <a:r>
              <a:rPr lang="en-US" sz="6600" dirty="0" err="1" smtClean="0">
                <a:latin typeface="Cambria" pitchFamily="18" charset="0"/>
              </a:rPr>
              <a:t>Mpanisy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Mpanjaka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</a:rPr>
              <a:t>Hira</a:t>
            </a:r>
            <a:r>
              <a:rPr lang="fr-FR" b="1" dirty="0" smtClean="0">
                <a:solidFill>
                  <a:srgbClr val="0070C0"/>
                </a:solidFill>
              </a:rPr>
              <a:t> </a:t>
            </a:r>
            <a:r>
              <a:rPr lang="fr-FR" b="1" dirty="0" smtClean="0">
                <a:solidFill>
                  <a:srgbClr val="0070C0"/>
                </a:solidFill>
              </a:rPr>
              <a:t>100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42876" y="1071546"/>
            <a:ext cx="9786974" cy="578645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Entina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meloka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Entina</a:t>
            </a:r>
            <a:r>
              <a:rPr lang="en-US" sz="6600" dirty="0" smtClean="0">
                <a:latin typeface="Cambria" pitchFamily="18" charset="0"/>
              </a:rPr>
              <a:t> any </a:t>
            </a:r>
            <a:r>
              <a:rPr lang="en-US" sz="6600" dirty="0" err="1" smtClean="0">
                <a:latin typeface="Cambria" pitchFamily="18" charset="0"/>
              </a:rPr>
              <a:t>Kalvary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</a:rPr>
              <a:t>Hira</a:t>
            </a:r>
            <a:r>
              <a:rPr lang="fr-FR" b="1" dirty="0" smtClean="0">
                <a:solidFill>
                  <a:srgbClr val="0070C0"/>
                </a:solidFill>
              </a:rPr>
              <a:t> </a:t>
            </a:r>
            <a:r>
              <a:rPr lang="fr-FR" b="1" dirty="0" smtClean="0">
                <a:solidFill>
                  <a:srgbClr val="0070C0"/>
                </a:solidFill>
              </a:rPr>
              <a:t>100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42876" y="1071546"/>
            <a:ext cx="9786974" cy="578645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2. He,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lanivoany</a:t>
            </a:r>
            <a:endParaRPr lang="en-US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Voatsindi</a:t>
            </a:r>
            <a:r>
              <a:rPr lang="en-US" sz="6600" dirty="0" smtClean="0">
                <a:latin typeface="Cambria" pitchFamily="18" charset="0"/>
              </a:rPr>
              <a:t>-on-</a:t>
            </a:r>
            <a:r>
              <a:rPr lang="en-US" sz="6600" dirty="0" err="1" smtClean="0">
                <a:latin typeface="Cambria" pitchFamily="18" charset="0"/>
              </a:rPr>
              <a:t>defona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Tongotra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aman-tanany</a:t>
            </a:r>
            <a:endParaRPr lang="en-US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Voafantsika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avokoa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</a:rPr>
              <a:t>Hira</a:t>
            </a:r>
            <a:r>
              <a:rPr lang="fr-FR" b="1" dirty="0" smtClean="0">
                <a:solidFill>
                  <a:srgbClr val="0070C0"/>
                </a:solidFill>
              </a:rPr>
              <a:t> </a:t>
            </a:r>
            <a:r>
              <a:rPr lang="fr-FR" b="1" dirty="0" smtClean="0">
                <a:solidFill>
                  <a:srgbClr val="0070C0"/>
                </a:solidFill>
              </a:rPr>
              <a:t>100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42876" y="1071546"/>
            <a:ext cx="9786974" cy="578645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Eny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ainy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Foiny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Kalvary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</a:rPr>
              <a:t>Hira</a:t>
            </a:r>
            <a:r>
              <a:rPr lang="fr-FR" b="1" dirty="0" smtClean="0">
                <a:solidFill>
                  <a:srgbClr val="0070C0"/>
                </a:solidFill>
              </a:rPr>
              <a:t> </a:t>
            </a:r>
            <a:r>
              <a:rPr lang="fr-FR" b="1" dirty="0" smtClean="0">
                <a:solidFill>
                  <a:srgbClr val="0070C0"/>
                </a:solidFill>
              </a:rPr>
              <a:t>100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42876" y="1071546"/>
            <a:ext cx="9786974" cy="578645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Mafy</a:t>
            </a:r>
            <a:r>
              <a:rPr lang="en-US" sz="6600" dirty="0" smtClean="0">
                <a:latin typeface="Cambria" pitchFamily="18" charset="0"/>
              </a:rPr>
              <a:t> '</a:t>
            </a:r>
            <a:r>
              <a:rPr lang="en-US" sz="6600" dirty="0" err="1" smtClean="0">
                <a:latin typeface="Cambria" pitchFamily="18" charset="0"/>
              </a:rPr>
              <a:t>zay</a:t>
            </a:r>
            <a:r>
              <a:rPr lang="en-US" sz="6600" dirty="0" smtClean="0">
                <a:latin typeface="Cambria" pitchFamily="18" charset="0"/>
              </a:rPr>
              <a:t> ,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ô!</a:t>
            </a: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Mafy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zakanao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fitiavanao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niaretanao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!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</a:rPr>
              <a:t>Hira</a:t>
            </a:r>
            <a:r>
              <a:rPr lang="fr-FR" b="1" dirty="0" smtClean="0">
                <a:solidFill>
                  <a:srgbClr val="0070C0"/>
                </a:solidFill>
              </a:rPr>
              <a:t> </a:t>
            </a:r>
            <a:r>
              <a:rPr lang="fr-FR" b="1" dirty="0" smtClean="0">
                <a:solidFill>
                  <a:srgbClr val="0070C0"/>
                </a:solidFill>
              </a:rPr>
              <a:t>100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42876" y="1071546"/>
            <a:ext cx="9786974" cy="578645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Menatra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ô,</a:t>
            </a: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hadino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Kalvary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</a:rPr>
              <a:t>Hira</a:t>
            </a:r>
            <a:r>
              <a:rPr lang="fr-FR" b="1" dirty="0" smtClean="0">
                <a:solidFill>
                  <a:srgbClr val="0070C0"/>
                </a:solidFill>
              </a:rPr>
              <a:t> </a:t>
            </a:r>
            <a:r>
              <a:rPr lang="fr-FR" b="1" dirty="0" smtClean="0">
                <a:solidFill>
                  <a:srgbClr val="0070C0"/>
                </a:solidFill>
              </a:rPr>
              <a:t>100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42876" y="1071546"/>
            <a:ext cx="9786974" cy="578645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Taomy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ô!</a:t>
            </a: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ho any </a:t>
            </a:r>
            <a:r>
              <a:rPr lang="en-US" sz="6600" dirty="0" err="1" smtClean="0">
                <a:latin typeface="Cambria" pitchFamily="18" charset="0"/>
              </a:rPr>
              <a:t>Kalvary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 marL="914400" indent="-914400"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madio</a:t>
            </a:r>
            <a:endParaRPr lang="en-US" sz="66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diovinao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anio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</a:rPr>
              <a:t>Hira</a:t>
            </a:r>
            <a:r>
              <a:rPr lang="fr-FR" b="1" dirty="0" smtClean="0">
                <a:solidFill>
                  <a:srgbClr val="0070C0"/>
                </a:solidFill>
              </a:rPr>
              <a:t> </a:t>
            </a:r>
            <a:r>
              <a:rPr lang="fr-FR" b="1" dirty="0" smtClean="0">
                <a:solidFill>
                  <a:srgbClr val="0070C0"/>
                </a:solidFill>
              </a:rPr>
              <a:t>100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42876" y="1071546"/>
            <a:ext cx="9786974" cy="578645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Ento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ô!</a:t>
            </a:r>
          </a:p>
          <a:p>
            <a:pPr marL="914400" indent="-914400">
              <a:buNone/>
            </a:pPr>
            <a:r>
              <a:rPr lang="en-US" sz="6600" dirty="0" err="1" smtClean="0">
                <a:latin typeface="Cambria" pitchFamily="18" charset="0"/>
              </a:rPr>
              <a:t>Ento</a:t>
            </a:r>
            <a:r>
              <a:rPr lang="en-US" sz="6600" dirty="0" smtClean="0">
                <a:latin typeface="Cambria" pitchFamily="18" charset="0"/>
              </a:rPr>
              <a:t> any </a:t>
            </a:r>
            <a:r>
              <a:rPr lang="en-US" sz="6600" dirty="0" err="1" smtClean="0">
                <a:latin typeface="Cambria" pitchFamily="18" charset="0"/>
              </a:rPr>
              <a:t>Kalvary</a:t>
            </a:r>
            <a:r>
              <a:rPr lang="en-US" sz="660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132</Words>
  <PresentationFormat>Affichage à l'écran (4:3)</PresentationFormat>
  <Paragraphs>32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100</vt:lpstr>
      <vt:lpstr>Hira 100</vt:lpstr>
      <vt:lpstr>Hira 100</vt:lpstr>
      <vt:lpstr>Hira 100</vt:lpstr>
      <vt:lpstr>Hira 100</vt:lpstr>
      <vt:lpstr>Hira 100</vt:lpstr>
      <vt:lpstr>Hira 100</vt:lpstr>
      <vt:lpstr>Hira 100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107</dc:title>
  <dc:creator>M</dc:creator>
  <cp:lastModifiedBy>M</cp:lastModifiedBy>
  <cp:revision>4</cp:revision>
  <dcterms:created xsi:type="dcterms:W3CDTF">2012-11-04T17:19:04Z</dcterms:created>
  <dcterms:modified xsi:type="dcterms:W3CDTF">2013-08-18T16:04:07Z</dcterms:modified>
</cp:coreProperties>
</file>