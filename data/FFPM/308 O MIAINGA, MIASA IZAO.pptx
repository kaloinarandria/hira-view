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6" r:id="rId2"/>
    <p:sldId id="297" r:id="rId3"/>
    <p:sldId id="298" r:id="rId4"/>
    <p:sldId id="299" r:id="rId5"/>
    <p:sldId id="300" r:id="rId6"/>
    <p:sldId id="301" r:id="rId7"/>
    <p:sldId id="303" r:id="rId8"/>
    <p:sldId id="302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1" d="100"/>
          <a:sy n="61" d="100"/>
        </p:scale>
        <p:origin x="-56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</a:t>
            </a:r>
            <a:r>
              <a:rPr lang="fr-FR" sz="4800" b="1" dirty="0" smtClean="0">
                <a:solidFill>
                  <a:srgbClr val="0070C0"/>
                </a:solidFill>
              </a:rPr>
              <a:t>308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71406" y="642918"/>
            <a:ext cx="9215502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000" dirty="0" smtClean="0">
                <a:latin typeface="Cambria" pitchFamily="18" charset="0"/>
              </a:rPr>
              <a:t>1. O! </a:t>
            </a:r>
            <a:r>
              <a:rPr lang="es-ES" sz="6000" dirty="0" err="1" smtClean="0">
                <a:latin typeface="Cambria" pitchFamily="18" charset="0"/>
              </a:rPr>
              <a:t>miaingà</a:t>
            </a:r>
            <a:r>
              <a:rPr lang="es-ES" sz="6000" dirty="0" smtClean="0">
                <a:latin typeface="Cambria" pitchFamily="18" charset="0"/>
              </a:rPr>
              <a:t>, </a:t>
            </a:r>
            <a:r>
              <a:rPr lang="es-ES" sz="6000" dirty="0" err="1" smtClean="0">
                <a:latin typeface="Cambria" pitchFamily="18" charset="0"/>
              </a:rPr>
              <a:t>miasà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izao</a:t>
            </a:r>
            <a:r>
              <a:rPr lang="es-E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Irak'i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Jesosy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hianao</a:t>
            </a:r>
            <a:r>
              <a:rPr lang="es-ES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masoandro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miposaka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ao</a:t>
            </a:r>
            <a:endParaRPr lang="es-E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Mba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hanazava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dianao</a:t>
            </a:r>
            <a:r>
              <a:rPr lang="es-ES" sz="60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s-ES" sz="6000" dirty="0" smtClean="0">
                <a:latin typeface="Cambria" pitchFamily="18" charset="0"/>
              </a:rPr>
              <a:t>:,: </a:t>
            </a:r>
            <a:r>
              <a:rPr lang="es-ES" sz="6000" dirty="0" err="1" smtClean="0">
                <a:latin typeface="Cambria" pitchFamily="18" charset="0"/>
              </a:rPr>
              <a:t>Ka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dia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mazotoa</a:t>
            </a:r>
            <a:r>
              <a:rPr lang="es-ES" sz="6000" dirty="0" smtClean="0">
                <a:latin typeface="Cambria" pitchFamily="18" charset="0"/>
              </a:rPr>
              <a:t> ô.:.: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</a:t>
            </a:r>
            <a:r>
              <a:rPr lang="fr-FR" sz="4800" b="1" dirty="0" smtClean="0">
                <a:solidFill>
                  <a:srgbClr val="0070C0"/>
                </a:solidFill>
              </a:rPr>
              <a:t>308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71406" y="642918"/>
            <a:ext cx="9215502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000" dirty="0" smtClean="0">
                <a:latin typeface="Cambria" pitchFamily="18" charset="0"/>
              </a:rPr>
              <a:t>O! </a:t>
            </a:r>
            <a:r>
              <a:rPr lang="es-ES" sz="6000" dirty="0" err="1" smtClean="0">
                <a:latin typeface="Cambria" pitchFamily="18" charset="0"/>
              </a:rPr>
              <a:t>miaingà</a:t>
            </a:r>
            <a:r>
              <a:rPr lang="es-ES" sz="6000" dirty="0" smtClean="0">
                <a:latin typeface="Cambria" pitchFamily="18" charset="0"/>
              </a:rPr>
              <a:t>, </a:t>
            </a:r>
            <a:r>
              <a:rPr lang="es-ES" sz="6000" dirty="0" err="1" smtClean="0">
                <a:latin typeface="Cambria" pitchFamily="18" charset="0"/>
              </a:rPr>
              <a:t>miasà</a:t>
            </a:r>
            <a:r>
              <a:rPr lang="es-ES" sz="6000" dirty="0" smtClean="0">
                <a:latin typeface="Cambria" pitchFamily="18" charset="0"/>
              </a:rPr>
              <a:t>, </a:t>
            </a:r>
            <a:r>
              <a:rPr lang="es-ES" sz="6000" dirty="0" err="1" smtClean="0">
                <a:latin typeface="Cambria" pitchFamily="18" charset="0"/>
              </a:rPr>
              <a:t>mitoria</a:t>
            </a:r>
            <a:r>
              <a:rPr lang="es-E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000" dirty="0" smtClean="0">
                <a:latin typeface="Cambria" pitchFamily="18" charset="0"/>
              </a:rPr>
              <a:t>Aza </a:t>
            </a:r>
            <a:r>
              <a:rPr lang="es-ES" sz="6000" dirty="0" err="1" smtClean="0">
                <a:latin typeface="Cambria" pitchFamily="18" charset="0"/>
              </a:rPr>
              <a:t>ho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kivy</a:t>
            </a:r>
            <a:r>
              <a:rPr lang="es-ES" sz="6000" dirty="0" smtClean="0">
                <a:latin typeface="Cambria" pitchFamily="18" charset="0"/>
              </a:rPr>
              <a:t>, fa </a:t>
            </a:r>
            <a:r>
              <a:rPr lang="es-ES" sz="6000" dirty="0" err="1" smtClean="0">
                <a:latin typeface="Cambria" pitchFamily="18" charset="0"/>
              </a:rPr>
              <a:t>m</a:t>
            </a:r>
            <a:r>
              <a:rPr lang="es-ES" sz="6000" dirty="0" err="1" smtClean="0">
                <a:latin typeface="Cambria" pitchFamily="18" charset="0"/>
              </a:rPr>
              <a:t>ba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mihafia</a:t>
            </a:r>
            <a:endParaRPr lang="es-E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Dia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mba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lazao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nataony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taty</a:t>
            </a:r>
            <a:r>
              <a:rPr lang="es-E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Mba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hanazava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maizina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aty</a:t>
            </a:r>
            <a:r>
              <a:rPr lang="es-E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</a:t>
            </a:r>
            <a:r>
              <a:rPr lang="fr-FR" sz="4800" b="1" dirty="0" smtClean="0">
                <a:solidFill>
                  <a:srgbClr val="0070C0"/>
                </a:solidFill>
              </a:rPr>
              <a:t>308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71406" y="642918"/>
            <a:ext cx="9215502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000" dirty="0" smtClean="0">
                <a:latin typeface="Cambria" pitchFamily="18" charset="0"/>
              </a:rPr>
              <a:t>2. O! </a:t>
            </a:r>
            <a:r>
              <a:rPr lang="es-ES" sz="6000" dirty="0" err="1" smtClean="0">
                <a:latin typeface="Cambria" pitchFamily="18" charset="0"/>
              </a:rPr>
              <a:t>miaingà</a:t>
            </a:r>
            <a:r>
              <a:rPr lang="es-ES" sz="6000" dirty="0" smtClean="0">
                <a:latin typeface="Cambria" pitchFamily="18" charset="0"/>
              </a:rPr>
              <a:t>, </a:t>
            </a:r>
            <a:r>
              <a:rPr lang="es-ES" sz="6000" dirty="0" err="1" smtClean="0">
                <a:latin typeface="Cambria" pitchFamily="18" charset="0"/>
              </a:rPr>
              <a:t>miasà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izao</a:t>
            </a:r>
            <a:r>
              <a:rPr lang="es-E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Ka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afafazo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voanao</a:t>
            </a:r>
            <a:endParaRPr lang="es-E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000" dirty="0" smtClean="0">
                <a:latin typeface="Cambria" pitchFamily="18" charset="0"/>
              </a:rPr>
              <a:t>Ho </a:t>
            </a:r>
            <a:r>
              <a:rPr lang="es-ES" sz="6000" dirty="0" err="1" smtClean="0">
                <a:latin typeface="Cambria" pitchFamily="18" charset="0"/>
              </a:rPr>
              <a:t>ao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an-tany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mahantra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ao</a:t>
            </a:r>
            <a:r>
              <a:rPr lang="es-E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Jeso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Mpamonjy</a:t>
            </a:r>
            <a:r>
              <a:rPr lang="es-ES" sz="6000" dirty="0" smtClean="0">
                <a:latin typeface="Cambria" pitchFamily="18" charset="0"/>
              </a:rPr>
              <a:t> no </a:t>
            </a:r>
            <a:r>
              <a:rPr lang="es-ES" sz="6000" dirty="0" err="1" smtClean="0">
                <a:latin typeface="Cambria" pitchFamily="18" charset="0"/>
              </a:rPr>
              <a:t>aronao</a:t>
            </a:r>
            <a:endParaRPr lang="es-E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000" dirty="0" smtClean="0">
                <a:latin typeface="Cambria" pitchFamily="18" charset="0"/>
              </a:rPr>
              <a:t>:,: </a:t>
            </a:r>
            <a:r>
              <a:rPr lang="es-ES" sz="6000" dirty="0" err="1" smtClean="0">
                <a:latin typeface="Cambria" pitchFamily="18" charset="0"/>
              </a:rPr>
              <a:t>Hitahy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nyasanao</a:t>
            </a:r>
            <a:r>
              <a:rPr lang="es-ES" sz="6000" dirty="0" smtClean="0">
                <a:latin typeface="Cambria" pitchFamily="18" charset="0"/>
              </a:rPr>
              <a:t>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</a:t>
            </a:r>
            <a:r>
              <a:rPr lang="fr-FR" sz="4800" b="1" dirty="0" smtClean="0">
                <a:solidFill>
                  <a:srgbClr val="0070C0"/>
                </a:solidFill>
              </a:rPr>
              <a:t>308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71406" y="642918"/>
            <a:ext cx="9215502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000" dirty="0" smtClean="0">
                <a:latin typeface="Cambria" pitchFamily="18" charset="0"/>
              </a:rPr>
              <a:t>O! </a:t>
            </a:r>
            <a:r>
              <a:rPr lang="es-ES" sz="6000" dirty="0" err="1" smtClean="0">
                <a:latin typeface="Cambria" pitchFamily="18" charset="0"/>
              </a:rPr>
              <a:t>miaingà</a:t>
            </a:r>
            <a:r>
              <a:rPr lang="es-ES" sz="6000" dirty="0" smtClean="0">
                <a:latin typeface="Cambria" pitchFamily="18" charset="0"/>
              </a:rPr>
              <a:t>, </a:t>
            </a:r>
            <a:r>
              <a:rPr lang="es-ES" sz="6000" dirty="0" err="1" smtClean="0">
                <a:latin typeface="Cambria" pitchFamily="18" charset="0"/>
              </a:rPr>
              <a:t>miasà</a:t>
            </a:r>
            <a:r>
              <a:rPr lang="es-ES" sz="6000" dirty="0" smtClean="0">
                <a:latin typeface="Cambria" pitchFamily="18" charset="0"/>
              </a:rPr>
              <a:t>, </a:t>
            </a:r>
            <a:r>
              <a:rPr lang="es-ES" sz="6000" dirty="0" err="1" smtClean="0">
                <a:latin typeface="Cambria" pitchFamily="18" charset="0"/>
              </a:rPr>
              <a:t>mitoria</a:t>
            </a:r>
            <a:r>
              <a:rPr lang="es-E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000" dirty="0" smtClean="0">
                <a:latin typeface="Cambria" pitchFamily="18" charset="0"/>
              </a:rPr>
              <a:t>Aza </a:t>
            </a:r>
            <a:r>
              <a:rPr lang="es-ES" sz="6000" dirty="0" err="1" smtClean="0">
                <a:latin typeface="Cambria" pitchFamily="18" charset="0"/>
              </a:rPr>
              <a:t>ho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kivy</a:t>
            </a:r>
            <a:r>
              <a:rPr lang="es-ES" sz="6000" dirty="0" smtClean="0">
                <a:latin typeface="Cambria" pitchFamily="18" charset="0"/>
              </a:rPr>
              <a:t>, fa </a:t>
            </a:r>
            <a:r>
              <a:rPr lang="es-ES" sz="6000" dirty="0" err="1" smtClean="0">
                <a:latin typeface="Cambria" pitchFamily="18" charset="0"/>
              </a:rPr>
              <a:t>m</a:t>
            </a:r>
            <a:r>
              <a:rPr lang="es-ES" sz="6000" dirty="0" err="1" smtClean="0">
                <a:latin typeface="Cambria" pitchFamily="18" charset="0"/>
              </a:rPr>
              <a:t>ba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mihafia</a:t>
            </a:r>
            <a:endParaRPr lang="es-E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Dia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mba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lazao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nataony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taty</a:t>
            </a:r>
            <a:r>
              <a:rPr lang="es-E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Mba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hanazava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maizina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aty</a:t>
            </a:r>
            <a:r>
              <a:rPr lang="es-E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</a:t>
            </a:r>
            <a:r>
              <a:rPr lang="fr-FR" sz="4800" b="1" dirty="0" smtClean="0">
                <a:solidFill>
                  <a:srgbClr val="0070C0"/>
                </a:solidFill>
              </a:rPr>
              <a:t>308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71406" y="642918"/>
            <a:ext cx="9215502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000" dirty="0" smtClean="0">
                <a:latin typeface="Cambria" pitchFamily="18" charset="0"/>
              </a:rPr>
              <a:t>3. O! </a:t>
            </a:r>
            <a:r>
              <a:rPr lang="es-ES" sz="6000" dirty="0" err="1" smtClean="0">
                <a:latin typeface="Cambria" pitchFamily="18" charset="0"/>
              </a:rPr>
              <a:t>miaingà</a:t>
            </a:r>
            <a:r>
              <a:rPr lang="es-ES" sz="6000" dirty="0" smtClean="0">
                <a:latin typeface="Cambria" pitchFamily="18" charset="0"/>
              </a:rPr>
              <a:t>, </a:t>
            </a:r>
            <a:r>
              <a:rPr lang="es-ES" sz="6000" dirty="0" err="1" smtClean="0">
                <a:latin typeface="Cambria" pitchFamily="18" charset="0"/>
              </a:rPr>
              <a:t>miasà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izao</a:t>
            </a:r>
            <a:r>
              <a:rPr lang="es-E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Aoka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hiezaka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fatratra</a:t>
            </a:r>
            <a:r>
              <a:rPr lang="es-ES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Jeso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hanambina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anao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aty</a:t>
            </a:r>
            <a:endParaRPr lang="es-E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Mandra-pahazo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vokatra</a:t>
            </a:r>
            <a:endParaRPr lang="es-E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000" dirty="0" smtClean="0">
                <a:latin typeface="Cambria" pitchFamily="18" charset="0"/>
              </a:rPr>
              <a:t>:,: </a:t>
            </a:r>
            <a:r>
              <a:rPr lang="es-ES" sz="6000" dirty="0" err="1" smtClean="0">
                <a:latin typeface="Cambria" pitchFamily="18" charset="0"/>
              </a:rPr>
              <a:t>Zay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valin'ny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asanao</a:t>
            </a:r>
            <a:r>
              <a:rPr lang="es-ES" sz="6000" dirty="0" smtClean="0">
                <a:latin typeface="Cambria" pitchFamily="18" charset="0"/>
              </a:rPr>
              <a:t>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</a:t>
            </a:r>
            <a:r>
              <a:rPr lang="fr-FR" sz="4800" b="1" dirty="0" smtClean="0">
                <a:solidFill>
                  <a:srgbClr val="0070C0"/>
                </a:solidFill>
              </a:rPr>
              <a:t>308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71406" y="642918"/>
            <a:ext cx="9215502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000" dirty="0" smtClean="0">
                <a:latin typeface="Cambria" pitchFamily="18" charset="0"/>
              </a:rPr>
              <a:t>O! </a:t>
            </a:r>
            <a:r>
              <a:rPr lang="es-ES" sz="6000" dirty="0" err="1" smtClean="0">
                <a:latin typeface="Cambria" pitchFamily="18" charset="0"/>
              </a:rPr>
              <a:t>miaingà</a:t>
            </a:r>
            <a:r>
              <a:rPr lang="es-ES" sz="6000" dirty="0" smtClean="0">
                <a:latin typeface="Cambria" pitchFamily="18" charset="0"/>
              </a:rPr>
              <a:t>, </a:t>
            </a:r>
            <a:r>
              <a:rPr lang="es-ES" sz="6000" dirty="0" err="1" smtClean="0">
                <a:latin typeface="Cambria" pitchFamily="18" charset="0"/>
              </a:rPr>
              <a:t>miasà</a:t>
            </a:r>
            <a:r>
              <a:rPr lang="es-ES" sz="6000" dirty="0" smtClean="0">
                <a:latin typeface="Cambria" pitchFamily="18" charset="0"/>
              </a:rPr>
              <a:t>, </a:t>
            </a:r>
            <a:r>
              <a:rPr lang="es-ES" sz="6000" dirty="0" err="1" smtClean="0">
                <a:latin typeface="Cambria" pitchFamily="18" charset="0"/>
              </a:rPr>
              <a:t>mitoria</a:t>
            </a:r>
            <a:r>
              <a:rPr lang="es-E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000" dirty="0" smtClean="0">
                <a:latin typeface="Cambria" pitchFamily="18" charset="0"/>
              </a:rPr>
              <a:t>Aza </a:t>
            </a:r>
            <a:r>
              <a:rPr lang="es-ES" sz="6000" dirty="0" err="1" smtClean="0">
                <a:latin typeface="Cambria" pitchFamily="18" charset="0"/>
              </a:rPr>
              <a:t>ho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kivy</a:t>
            </a:r>
            <a:r>
              <a:rPr lang="es-ES" sz="6000" dirty="0" smtClean="0">
                <a:latin typeface="Cambria" pitchFamily="18" charset="0"/>
              </a:rPr>
              <a:t>, fa </a:t>
            </a:r>
            <a:r>
              <a:rPr lang="es-ES" sz="6000" dirty="0" err="1" smtClean="0">
                <a:latin typeface="Cambria" pitchFamily="18" charset="0"/>
              </a:rPr>
              <a:t>m</a:t>
            </a:r>
            <a:r>
              <a:rPr lang="es-ES" sz="6000" dirty="0" err="1" smtClean="0">
                <a:latin typeface="Cambria" pitchFamily="18" charset="0"/>
              </a:rPr>
              <a:t>ba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mihafia</a:t>
            </a:r>
            <a:endParaRPr lang="es-E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Dia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mba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lazao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nataony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taty</a:t>
            </a:r>
            <a:r>
              <a:rPr lang="es-E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Mba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hanazava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maizina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aty</a:t>
            </a:r>
            <a:r>
              <a:rPr lang="es-E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</a:t>
            </a:r>
            <a:r>
              <a:rPr lang="fr-FR" sz="4800" b="1" dirty="0" smtClean="0">
                <a:solidFill>
                  <a:srgbClr val="0070C0"/>
                </a:solidFill>
              </a:rPr>
              <a:t>308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71406" y="642918"/>
            <a:ext cx="9215502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000" dirty="0" smtClean="0">
                <a:latin typeface="Cambria" pitchFamily="18" charset="0"/>
              </a:rPr>
              <a:t>4. O! </a:t>
            </a:r>
            <a:r>
              <a:rPr lang="es-ES" sz="6000" dirty="0" err="1" smtClean="0">
                <a:latin typeface="Cambria" pitchFamily="18" charset="0"/>
              </a:rPr>
              <a:t>miaingà</a:t>
            </a:r>
            <a:r>
              <a:rPr lang="es-ES" sz="6000" dirty="0" smtClean="0">
                <a:latin typeface="Cambria" pitchFamily="18" charset="0"/>
              </a:rPr>
              <a:t>, </a:t>
            </a:r>
            <a:r>
              <a:rPr lang="es-ES" sz="6000" dirty="0" err="1" smtClean="0">
                <a:latin typeface="Cambria" pitchFamily="18" charset="0"/>
              </a:rPr>
              <a:t>miasà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izao</a:t>
            </a:r>
            <a:r>
              <a:rPr lang="es-E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000" dirty="0" smtClean="0">
                <a:latin typeface="Cambria" pitchFamily="18" charset="0"/>
              </a:rPr>
              <a:t>Fa '</a:t>
            </a:r>
            <a:r>
              <a:rPr lang="es-ES" sz="6000" dirty="0" err="1" smtClean="0">
                <a:latin typeface="Cambria" pitchFamily="18" charset="0"/>
              </a:rPr>
              <a:t>mby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akaiky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Tomponao</a:t>
            </a:r>
            <a:endParaRPr lang="es-E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Mba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hanome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valisoa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anao</a:t>
            </a:r>
            <a:r>
              <a:rPr lang="es-E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Araka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izay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voa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nafafinao</a:t>
            </a:r>
            <a:r>
              <a:rPr lang="es-ES" sz="60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s-ES" sz="6000" dirty="0" smtClean="0">
                <a:latin typeface="Cambria" pitchFamily="18" charset="0"/>
              </a:rPr>
              <a:t>:,: </a:t>
            </a:r>
            <a:r>
              <a:rPr lang="es-ES" sz="6000" dirty="0" err="1" smtClean="0">
                <a:latin typeface="Cambria" pitchFamily="18" charset="0"/>
              </a:rPr>
              <a:t>Ka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dia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miasà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izao</a:t>
            </a:r>
            <a:r>
              <a:rPr lang="es-ES" sz="6000" dirty="0" smtClean="0">
                <a:latin typeface="Cambria" pitchFamily="18" charset="0"/>
              </a:rPr>
              <a:t>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</a:t>
            </a:r>
            <a:r>
              <a:rPr lang="fr-FR" sz="4800" b="1" dirty="0" smtClean="0">
                <a:solidFill>
                  <a:srgbClr val="0070C0"/>
                </a:solidFill>
              </a:rPr>
              <a:t>308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71406" y="642918"/>
            <a:ext cx="9215502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000" dirty="0" smtClean="0">
                <a:latin typeface="Cambria" pitchFamily="18" charset="0"/>
              </a:rPr>
              <a:t>O! </a:t>
            </a:r>
            <a:r>
              <a:rPr lang="es-ES" sz="6000" dirty="0" err="1" smtClean="0">
                <a:latin typeface="Cambria" pitchFamily="18" charset="0"/>
              </a:rPr>
              <a:t>miaingà</a:t>
            </a:r>
            <a:r>
              <a:rPr lang="es-ES" sz="6000" dirty="0" smtClean="0">
                <a:latin typeface="Cambria" pitchFamily="18" charset="0"/>
              </a:rPr>
              <a:t>, </a:t>
            </a:r>
            <a:r>
              <a:rPr lang="es-ES" sz="6000" dirty="0" err="1" smtClean="0">
                <a:latin typeface="Cambria" pitchFamily="18" charset="0"/>
              </a:rPr>
              <a:t>miasà</a:t>
            </a:r>
            <a:r>
              <a:rPr lang="es-ES" sz="6000" dirty="0" smtClean="0">
                <a:latin typeface="Cambria" pitchFamily="18" charset="0"/>
              </a:rPr>
              <a:t>, </a:t>
            </a:r>
            <a:r>
              <a:rPr lang="es-ES" sz="6000" dirty="0" err="1" smtClean="0">
                <a:latin typeface="Cambria" pitchFamily="18" charset="0"/>
              </a:rPr>
              <a:t>mitoria</a:t>
            </a:r>
            <a:r>
              <a:rPr lang="es-E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000" dirty="0" smtClean="0">
                <a:latin typeface="Cambria" pitchFamily="18" charset="0"/>
              </a:rPr>
              <a:t>Aza </a:t>
            </a:r>
            <a:r>
              <a:rPr lang="es-ES" sz="6000" dirty="0" err="1" smtClean="0">
                <a:latin typeface="Cambria" pitchFamily="18" charset="0"/>
              </a:rPr>
              <a:t>ho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kivy</a:t>
            </a:r>
            <a:r>
              <a:rPr lang="es-ES" sz="6000" dirty="0" smtClean="0">
                <a:latin typeface="Cambria" pitchFamily="18" charset="0"/>
              </a:rPr>
              <a:t>, fa </a:t>
            </a:r>
            <a:r>
              <a:rPr lang="es-ES" sz="6000" dirty="0" err="1" smtClean="0">
                <a:latin typeface="Cambria" pitchFamily="18" charset="0"/>
              </a:rPr>
              <a:t>m</a:t>
            </a:r>
            <a:r>
              <a:rPr lang="es-ES" sz="6000" dirty="0" err="1" smtClean="0">
                <a:latin typeface="Cambria" pitchFamily="18" charset="0"/>
              </a:rPr>
              <a:t>ba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mihafia</a:t>
            </a:r>
            <a:endParaRPr lang="es-E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Dia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mba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lazao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nataony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taty</a:t>
            </a:r>
            <a:r>
              <a:rPr lang="es-E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Mba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hanazava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maizina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aty</a:t>
            </a:r>
            <a:r>
              <a:rPr lang="es-E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238</Words>
  <PresentationFormat>Affichage à l'écran (4:3)</PresentationFormat>
  <Paragraphs>44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308</vt:lpstr>
      <vt:lpstr>Hira 308</vt:lpstr>
      <vt:lpstr>Hira 308</vt:lpstr>
      <vt:lpstr>Hira 308</vt:lpstr>
      <vt:lpstr>Hira 308</vt:lpstr>
      <vt:lpstr>Hira 308</vt:lpstr>
      <vt:lpstr>Hira 308</vt:lpstr>
      <vt:lpstr>Hira 308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298</dc:title>
  <dc:creator>M</dc:creator>
  <cp:lastModifiedBy>M</cp:lastModifiedBy>
  <cp:revision>7</cp:revision>
  <dcterms:created xsi:type="dcterms:W3CDTF">2012-11-04T17:25:30Z</dcterms:created>
  <dcterms:modified xsi:type="dcterms:W3CDTF">2013-05-21T16:50:27Z</dcterms:modified>
</cp:coreProperties>
</file>