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142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1. Tafatsangana tokoa,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Jeso Kristy Tompo soa, Haleloia!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142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8000" dirty="0" smtClean="0">
                <a:latin typeface="Cambria" pitchFamily="18" charset="0"/>
              </a:rPr>
              <a:t>Maty nefa </a:t>
            </a:r>
            <a:r>
              <a:rPr lang="sv-SE" sz="7200" dirty="0" smtClean="0">
                <a:latin typeface="Cambria" pitchFamily="18" charset="0"/>
              </a:rPr>
              <a:t>velona, Haleloia</a:t>
            </a:r>
            <a:r>
              <a:rPr lang="sv-SE" sz="8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sv-SE" sz="8000" dirty="0" smtClean="0">
                <a:latin typeface="Cambria" pitchFamily="18" charset="0"/>
              </a:rPr>
              <a:t>Mihirà ry olona, 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142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8000" dirty="0" smtClean="0">
                <a:latin typeface="Cambria" pitchFamily="18" charset="0"/>
              </a:rPr>
              <a:t>2. Foana ny fasana, </a:t>
            </a:r>
          </a:p>
          <a:p>
            <a:pPr>
              <a:buNone/>
            </a:pPr>
            <a:r>
              <a:rPr lang="sv-SE" sz="80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r>
              <a:rPr lang="sv-SE" sz="8000" dirty="0" smtClean="0">
                <a:latin typeface="Cambria" pitchFamily="18" charset="0"/>
              </a:rPr>
              <a:t>Indro, Jeso velona, </a:t>
            </a:r>
          </a:p>
          <a:p>
            <a:pPr>
              <a:buNone/>
            </a:pPr>
            <a:r>
              <a:rPr lang="sv-SE" sz="80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142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Toky tsy mamitaka,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Mihirà ry olona,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142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3. Andro lehibe tokoa,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Andro fihobiana,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142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Afaka </a:t>
            </a:r>
            <a:r>
              <a:rPr lang="sv-SE" sz="7200" dirty="0" smtClean="0">
                <a:latin typeface="Cambria" pitchFamily="18" charset="0"/>
              </a:rPr>
              <a:t>ny tahotra,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Mihirà ry olona,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142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4.Haja, laza, aterinay,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Jeso ô! Mpanjakanay,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</a:rPr>
              <a:t> 142</a:t>
            </a:r>
            <a:endParaRPr lang="fr-FR" sz="54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Raiso re ny saotranay, 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Raiso koa ny tenanay,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Haleloia!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123</Words>
  <PresentationFormat>Affichage à l'écran (4:3)</PresentationFormat>
  <Paragraphs>37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142</vt:lpstr>
      <vt:lpstr>Hira 142</vt:lpstr>
      <vt:lpstr>Hira 142</vt:lpstr>
      <vt:lpstr>Hira 142</vt:lpstr>
      <vt:lpstr>Hira 142</vt:lpstr>
      <vt:lpstr>Hira 142</vt:lpstr>
      <vt:lpstr>Hira 142</vt:lpstr>
      <vt:lpstr>Hira 142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5</cp:revision>
  <dcterms:created xsi:type="dcterms:W3CDTF">2012-11-04T17:23:48Z</dcterms:created>
  <dcterms:modified xsi:type="dcterms:W3CDTF">2013-07-03T08:12:35Z</dcterms:modified>
</cp:coreProperties>
</file>