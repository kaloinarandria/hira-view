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Override3.xml" ContentType="application/vnd.openxmlformats-officedocument.themeOverr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33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214290"/>
            <a:ext cx="7429552" cy="1071570"/>
          </a:xfrm>
        </p:spPr>
        <p:txBody>
          <a:bodyPr>
            <a:normAutofit/>
          </a:bodyPr>
          <a:lstStyle/>
          <a:p>
            <a:pPr algn="ctr"/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175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1071546"/>
            <a:ext cx="8643966" cy="5786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Avi</a:t>
            </a:r>
            <a:r>
              <a:rPr lang="fr-FR" sz="6600" b="1" i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ô,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Masin</a:t>
            </a:r>
            <a:r>
              <a:rPr lang="fr-FR" sz="6600" b="1" i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Midina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Hitari-dalana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175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85794"/>
            <a:ext cx="921550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2.Fa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làlana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maizina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8215338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175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857232"/>
            <a:ext cx="857252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Midina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Mpanazava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Hanaisotra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aizina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anatinay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214290"/>
            <a:ext cx="7500990" cy="10715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175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71546"/>
            <a:ext cx="8786842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Avi</a:t>
            </a:r>
            <a:r>
              <a:rPr lang="en-US" sz="6600" b="1" i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6600" b="1" i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Mpananatr</a:t>
            </a:r>
            <a:r>
              <a:rPr lang="en-US" sz="6600" b="1" i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ô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Mombà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toko</a:t>
            </a:r>
            <a:r>
              <a:rPr lang="en-US" sz="6600" b="1" i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Ampahatsiarovinao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mahaso</a:t>
            </a:r>
            <a:r>
              <a:rPr lang="en-US" sz="6600" b="1" i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214290"/>
            <a:ext cx="8215338" cy="10715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175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9072626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Mpampianatra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Ampionao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 ho marina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ianaranay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214290"/>
            <a:ext cx="8215338" cy="857256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175</a:t>
            </a:r>
            <a:endParaRPr lang="fr-FR" sz="40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9286940" cy="62151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6.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Mitomoera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Anatin'ny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angatahinay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ureau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Bureau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Bureau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104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175</vt:lpstr>
      <vt:lpstr>HIRA 175</vt:lpstr>
      <vt:lpstr>HIRA 175</vt:lpstr>
      <vt:lpstr>HIRA 175</vt:lpstr>
      <vt:lpstr>HIRA 175</vt:lpstr>
      <vt:lpstr>HIRA 175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M</cp:lastModifiedBy>
  <cp:revision>7</cp:revision>
  <dcterms:created xsi:type="dcterms:W3CDTF">2012-10-03T08:15:06Z</dcterms:created>
  <dcterms:modified xsi:type="dcterms:W3CDTF">2014-06-03T19:24:02Z</dcterms:modified>
</cp:coreProperties>
</file>