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1. Jeso, Zanahary!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Masina sy tò,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Nanome ny ainao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Noho ny olonao.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2. Tsy niaro loza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Tamin-tenanao,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Fa mba tonga ory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Noho ny olonao.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3. Nentinao ny rtsy,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Soa nolavinao,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Lapa nialanao,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Noho ny olonao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4. Jeso Tomponay ô!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Tompo Masinao,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Manomeza soa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Ny mpanomponao!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5. Mamelà ny ota;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Manova ny fo;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Diovy ny maloto;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Aoka ho olonao.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13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6. Tompo ô, Tsitoha,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Vatolampinay!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Saotra aman-dera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Raiso ho </a:t>
            </a:r>
            <a:r>
              <a:rPr lang="pt-BR" sz="6600" smtClean="0">
                <a:latin typeface="Cambria" pitchFamily="18" charset="0"/>
              </a:rPr>
              <a:t>Anao</a:t>
            </a:r>
            <a:r>
              <a:rPr lang="pt-BR" sz="6600" smtClean="0">
                <a:latin typeface="Cambria" pitchFamily="18" charset="0"/>
              </a:rPr>
              <a:t>!</a:t>
            </a:r>
            <a:endParaRPr lang="pt-B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106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113</vt:lpstr>
      <vt:lpstr>Hira 113</vt:lpstr>
      <vt:lpstr>Hira 113</vt:lpstr>
      <vt:lpstr>Hira 113</vt:lpstr>
      <vt:lpstr>Hira 113</vt:lpstr>
      <vt:lpstr>Hira 113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110</dc:title>
  <dc:creator>M</dc:creator>
  <cp:lastModifiedBy>M</cp:lastModifiedBy>
  <cp:revision>5</cp:revision>
  <dcterms:created xsi:type="dcterms:W3CDTF">2012-11-04T17:22:12Z</dcterms:created>
  <dcterms:modified xsi:type="dcterms:W3CDTF">2013-07-03T05:51:23Z</dcterms:modified>
</cp:coreProperties>
</file>