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14364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Vatolampy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Vato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voafantina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fanorena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mafy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mety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levona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071546"/>
            <a:ext cx="8715404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:,: Vato mafy :,:} (in-2)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Dia itokianay.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14364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Vatolampy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Voazaha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toetra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Vato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tsiny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Sady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tsara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endrika</a:t>
            </a:r>
            <a:r>
              <a:rPr lang="fr-FR" sz="7200" dirty="0" smtClean="0">
                <a:latin typeface="Cambria" pitchFamily="18" charset="0"/>
              </a:rPr>
              <a:t>: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000108"/>
            <a:ext cx="8715404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Vato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soa</a:t>
            </a:r>
            <a:r>
              <a:rPr lang="fr-FR" sz="7200" dirty="0" smtClean="0">
                <a:latin typeface="Cambria" pitchFamily="18" charset="0"/>
              </a:rPr>
              <a:t> :,:} (in-2)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Dia </a:t>
            </a:r>
            <a:r>
              <a:rPr lang="fr-FR" sz="7200" dirty="0" err="1" smtClean="0">
                <a:latin typeface="Cambria" pitchFamily="18" charset="0"/>
              </a:rPr>
              <a:t>ifalianay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Vatolampy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Vato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fehizoronay</a:t>
            </a:r>
            <a:r>
              <a:rPr lang="fr-FR" sz="7200" dirty="0" smtClean="0">
                <a:latin typeface="Cambria" pitchFamily="18" charset="0"/>
              </a:rPr>
              <a:t>;	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Efa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nampiray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fanahy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fitianao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anay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000108"/>
            <a:ext cx="8715404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Fehizoro</a:t>
            </a:r>
            <a:r>
              <a:rPr lang="fr-FR" sz="7200" dirty="0" smtClean="0">
                <a:latin typeface="Cambria" pitchFamily="18" charset="0"/>
              </a:rPr>
              <a:t> :,:} (in2)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Vato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fampiraisana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14364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Vatolampy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miova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Manan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jara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matoky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fivadihanao</a:t>
            </a:r>
            <a:r>
              <a:rPr lang="fr-FR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509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000108"/>
            <a:ext cx="8715404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Fa ho </a:t>
            </a:r>
            <a:r>
              <a:rPr lang="fr-FR" sz="7200" dirty="0" err="1" smtClean="0">
                <a:latin typeface="Cambria" pitchFamily="18" charset="0"/>
              </a:rPr>
              <a:t>faly</a:t>
            </a:r>
            <a:r>
              <a:rPr lang="fr-FR" sz="7200" dirty="0" smtClean="0">
                <a:latin typeface="Cambria" pitchFamily="18" charset="0"/>
              </a:rPr>
              <a:t> :,: } (in-2)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hanan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kenatra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120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509</vt:lpstr>
      <vt:lpstr>HIRA 509</vt:lpstr>
      <vt:lpstr>HIRA 509</vt:lpstr>
      <vt:lpstr>HIRA 509</vt:lpstr>
      <vt:lpstr>HIRA 509</vt:lpstr>
      <vt:lpstr>HIRA 509</vt:lpstr>
      <vt:lpstr>HIRA 509</vt:lpstr>
      <vt:lpstr>HIRA 509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7</cp:revision>
  <dcterms:created xsi:type="dcterms:W3CDTF">2012-12-02T11:05:16Z</dcterms:created>
  <dcterms:modified xsi:type="dcterms:W3CDTF">2013-10-16T17:45:08Z</dcterms:modified>
</cp:coreProperties>
</file>