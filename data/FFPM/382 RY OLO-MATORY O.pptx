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98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17/01/2013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AutoNum type="arabicPeriod"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olo-matory</a:t>
            </a:r>
            <a:r>
              <a:rPr lang="en-US" sz="6000" dirty="0" smtClean="0">
                <a:latin typeface="Cambria" pitchFamily="18" charset="0"/>
              </a:rPr>
              <a:t> ô! </a:t>
            </a:r>
            <a:endParaRPr lang="en-US" sz="60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mifohaza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indro</a:t>
            </a:r>
            <a:r>
              <a:rPr lang="en-US" sz="6000" dirty="0" smtClean="0">
                <a:latin typeface="Cambria" pitchFamily="18" charset="0"/>
              </a:rPr>
              <a:t> Kristy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Fahazavana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malaza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tonga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aty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matory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atolory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hanazavany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matevina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sady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mahana</a:t>
            </a:r>
            <a:r>
              <a:rPr lang="en-US" sz="6600" dirty="0" smtClean="0">
                <a:latin typeface="Cambria" pitchFamily="18" charset="0"/>
              </a:rPr>
              <a:t> 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zavona</a:t>
            </a:r>
            <a:r>
              <a:rPr lang="en-US" sz="6600" dirty="0" smtClean="0">
                <a:latin typeface="Cambria" pitchFamily="18" charset="0"/>
              </a:rPr>
              <a:t> be;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sento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taraina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fitomaniana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anie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olo-mahantra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Jereo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Mpiantra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Henoinao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38" y="571480"/>
            <a:ext cx="964409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3. Aty dia mangetana </a:t>
            </a:r>
            <a:endParaRPr lang="pt-BR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sady </a:t>
            </a:r>
            <a:r>
              <a:rPr lang="pt-BR" sz="6600" dirty="0" smtClean="0">
                <a:latin typeface="Cambria" pitchFamily="18" charset="0"/>
              </a:rPr>
              <a:t>be ady, 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Ka maro no voa;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Tsy tambo isaina </a:t>
            </a:r>
            <a:r>
              <a:rPr lang="pt-BR" sz="6600" dirty="0" smtClean="0">
                <a:latin typeface="Cambria" pitchFamily="18" charset="0"/>
              </a:rPr>
              <a:t>ireo</a:t>
            </a:r>
          </a:p>
          <a:p>
            <a:pPr marL="1143000" indent="-1143000">
              <a:buNone/>
            </a:pPr>
            <a:r>
              <a:rPr lang="pt-BR" sz="6600" dirty="0" smtClean="0">
                <a:latin typeface="Cambria" pitchFamily="18" charset="0"/>
              </a:rPr>
              <a:t>mitady  Fiadanana </a:t>
            </a:r>
            <a:r>
              <a:rPr lang="pt-BR" sz="6600" dirty="0" smtClean="0">
                <a:latin typeface="Cambria" pitchFamily="18" charset="0"/>
              </a:rPr>
              <a:t>am-po.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tomany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ihany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manome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fahasoavany</a:t>
            </a:r>
            <a:r>
              <a:rPr lang="en-US" sz="6600" dirty="0" smtClean="0">
                <a:latin typeface="Cambria" pitchFamily="18" charset="0"/>
              </a:rPr>
              <a:t> be!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4. O, </a:t>
            </a:r>
            <a:r>
              <a:rPr lang="en-US" sz="6600" dirty="0" err="1" smtClean="0">
                <a:latin typeface="Cambria" pitchFamily="18" charset="0"/>
              </a:rPr>
              <a:t>miandrandrà</a:t>
            </a:r>
            <a:r>
              <a:rPr lang="en-US" sz="6600" dirty="0" smtClean="0">
                <a:latin typeface="Cambria" pitchFamily="18" charset="0"/>
              </a:rPr>
              <a:t> ka </a:t>
            </a:r>
            <a:r>
              <a:rPr lang="en-US" sz="6600" dirty="0" err="1" smtClean="0">
                <a:latin typeface="Cambria" pitchFamily="18" charset="0"/>
              </a:rPr>
              <a:t>jereo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ambony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atoandro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Falia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zaza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tahafo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fony</a:t>
            </a:r>
            <a:r>
              <a:rPr lang="en-US" sz="6600" dirty="0" smtClean="0">
                <a:latin typeface="Cambria" pitchFamily="18" charset="0"/>
              </a:rPr>
              <a:t>,  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derao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onja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mandoza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derao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Jehovah </a:t>
            </a:r>
            <a:r>
              <a:rPr lang="en-US" sz="6600" dirty="0" err="1" smtClean="0">
                <a:latin typeface="Cambria" pitchFamily="18" charset="0"/>
              </a:rPr>
              <a:t>Mpiaro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5. O, </a:t>
            </a:r>
            <a:r>
              <a:rPr lang="en-US" sz="6600" dirty="0" err="1" smtClean="0">
                <a:latin typeface="Cambria" pitchFamily="18" charset="0"/>
              </a:rPr>
              <a:t>mendrika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hankalazaina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Jehovah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manome</a:t>
            </a:r>
            <a:r>
              <a:rPr lang="en-US" sz="6600" dirty="0" smtClean="0">
                <a:latin typeface="Cambria" pitchFamily="18" charset="0"/>
              </a:rPr>
              <a:t> 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làlana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 </a:t>
            </a:r>
            <a:r>
              <a:rPr lang="en-US" sz="6600" dirty="0" err="1" smtClean="0">
                <a:latin typeface="Cambria" pitchFamily="18" charset="0"/>
              </a:rPr>
              <a:t>fahamarinana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r>
              <a:rPr lang="en-US" sz="6600" dirty="0" smtClean="0">
                <a:latin typeface="Cambria" pitchFamily="18" charset="0"/>
              </a:rPr>
              <a:t> 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HIRA </a:t>
            </a:r>
            <a:r>
              <a:rPr lang="fr-FR" dirty="0" smtClean="0"/>
              <a:t>382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Tsilovy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Kristy,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làla-mahitsy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Izorako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Tantano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zanakao</a:t>
            </a:r>
            <a:r>
              <a:rPr lang="en-US" sz="660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198</Words>
  <PresentationFormat>Affichage à l'écran (4:3)</PresentationFormat>
  <Paragraphs>52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382</vt:lpstr>
      <vt:lpstr>HIRA 382</vt:lpstr>
      <vt:lpstr>HIRA 382</vt:lpstr>
      <vt:lpstr>HIRA 382</vt:lpstr>
      <vt:lpstr>HIRA 382</vt:lpstr>
      <vt:lpstr>HIRA 382</vt:lpstr>
      <vt:lpstr>HIRA 382</vt:lpstr>
      <vt:lpstr>HIRA 382</vt:lpstr>
      <vt:lpstr>HIRA 382</vt:lpstr>
      <vt:lpstr>HIRA 382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377</dc:title>
  <dc:creator>M</dc:creator>
  <cp:lastModifiedBy>M</cp:lastModifiedBy>
  <cp:revision>4</cp:revision>
  <dcterms:created xsi:type="dcterms:W3CDTF">2012-12-08T20:27:02Z</dcterms:created>
  <dcterms:modified xsi:type="dcterms:W3CDTF">2013-01-17T21:36:27Z</dcterms:modified>
</cp:coreProperties>
</file>