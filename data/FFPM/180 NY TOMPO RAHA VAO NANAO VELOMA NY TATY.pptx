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3" r:id="rId3"/>
    <p:sldId id="264" r:id="rId4"/>
    <p:sldId id="265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46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180</a:t>
            </a:r>
            <a:r>
              <a:rPr lang="fr-FR" sz="4800" b="1" dirty="0" smtClean="0">
                <a:latin typeface="Cambria" pitchFamily="18" charset="0"/>
              </a:rPr>
              <a:t>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928694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1. Ny Tompo, raha vao nanao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Veloma ny taty,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Namela ny Mpananatra</a:t>
            </a:r>
          </a:p>
          <a:p>
            <a:pPr>
              <a:buNone/>
            </a:pPr>
            <a:r>
              <a:rPr lang="nn-NO" sz="6600" dirty="0" smtClean="0">
                <a:latin typeface="Cambria" pitchFamily="18" charset="0"/>
              </a:rPr>
              <a:t>Ho </a:t>
            </a:r>
            <a:r>
              <a:rPr lang="nn-NO" sz="6600" dirty="0" smtClean="0">
                <a:latin typeface="Cambria" pitchFamily="18" charset="0"/>
              </a:rPr>
              <a:t>aronay</a:t>
            </a:r>
            <a:r>
              <a:rPr lang="nn-NO" sz="6600" dirty="0" smtClean="0">
                <a:latin typeface="Cambria" pitchFamily="18" charset="0"/>
              </a:rPr>
              <a:t>.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180</a:t>
            </a:r>
            <a:r>
              <a:rPr lang="fr-FR" sz="4800" b="1" dirty="0" smtClean="0">
                <a:latin typeface="Cambria" pitchFamily="18" charset="0"/>
              </a:rPr>
              <a:t>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tonga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hanome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mahasoa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fanadiovana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180</a:t>
            </a:r>
            <a:r>
              <a:rPr lang="fr-FR" sz="4800" b="1" dirty="0" smtClean="0">
                <a:latin typeface="Cambria" pitchFamily="18" charset="0"/>
              </a:rPr>
              <a:t>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dirty="0" smtClean="0">
                <a:latin typeface="Cambria" pitchFamily="18" charset="0"/>
              </a:rPr>
              <a:t>3. </a:t>
            </a:r>
            <a:r>
              <a:rPr lang="en-US" sz="7200" dirty="0" err="1" smtClean="0">
                <a:latin typeface="Cambria" pitchFamily="18" charset="0"/>
              </a:rPr>
              <a:t>Malemy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ny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fibitsiny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Kanefa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mora</a:t>
            </a:r>
            <a:r>
              <a:rPr lang="en-US" sz="7200" dirty="0" smtClean="0">
                <a:latin typeface="Cambria" pitchFamily="18" charset="0"/>
              </a:rPr>
              <a:t> re,</a:t>
            </a: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Mahazo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fiononana</a:t>
            </a: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mandre</a:t>
            </a:r>
            <a:r>
              <a:rPr lang="en-US" sz="72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>
            <a:normAutofit/>
          </a:bodyPr>
          <a:lstStyle/>
          <a:p>
            <a:r>
              <a:rPr lang="fr-FR" sz="4800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sz="4800" b="1" dirty="0" smtClean="0">
                <a:solidFill>
                  <a:schemeClr val="tx2"/>
                </a:solidFill>
                <a:latin typeface="Cambria" pitchFamily="18" charset="0"/>
              </a:rPr>
              <a:t>180</a:t>
            </a:r>
            <a:r>
              <a:rPr lang="fr-FR" sz="4800" b="1" dirty="0" smtClean="0">
                <a:latin typeface="Cambria" pitchFamily="18" charset="0"/>
              </a:rPr>
              <a:t>  </a:t>
            </a:r>
            <a:endParaRPr lang="fr-FR" sz="4800" b="1" dirty="0">
              <a:latin typeface="Cambria" pitchFamily="18" charset="0"/>
            </a:endParaRPr>
          </a:p>
        </p:txBody>
      </p:sp>
      <p:sp>
        <p:nvSpPr>
          <p:cNvPr id="6" name="Espace réservé du contenu 5"/>
          <p:cNvSpPr>
            <a:spLocks noGrp="1"/>
          </p:cNvSpPr>
          <p:nvPr>
            <p:ph idx="1"/>
          </p:nvPr>
        </p:nvSpPr>
        <p:spPr>
          <a:xfrm>
            <a:off x="0" y="857232"/>
            <a:ext cx="950122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000" dirty="0" smtClean="0">
                <a:latin typeface="Cambria" pitchFamily="18" charset="0"/>
              </a:rPr>
              <a:t>4. </a:t>
            </a:r>
            <a:r>
              <a:rPr lang="en-US" sz="7000" dirty="0" err="1" smtClean="0">
                <a:latin typeface="Cambria" pitchFamily="18" charset="0"/>
              </a:rPr>
              <a:t>Tsinjovy</a:t>
            </a:r>
            <a:r>
              <a:rPr lang="en-US" sz="7000" dirty="0" smtClean="0">
                <a:latin typeface="Cambria" pitchFamily="18" charset="0"/>
              </a:rPr>
              <a:t>, </a:t>
            </a:r>
            <a:r>
              <a:rPr lang="en-US" sz="7000" dirty="0" err="1" smtClean="0">
                <a:latin typeface="Cambria" pitchFamily="18" charset="0"/>
              </a:rPr>
              <a:t>ry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Fanahy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smtClean="0">
                <a:latin typeface="Cambria" pitchFamily="18" charset="0"/>
              </a:rPr>
              <a:t>ô</a:t>
            </a:r>
            <a:endParaRPr lang="en-US" sz="7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000" dirty="0" smtClean="0">
                <a:latin typeface="Cambria" pitchFamily="18" charset="0"/>
              </a:rPr>
              <a:t>Ka </a:t>
            </a:r>
            <a:r>
              <a:rPr lang="en-US" sz="7000" dirty="0" err="1" smtClean="0">
                <a:latin typeface="Cambria" pitchFamily="18" charset="0"/>
              </a:rPr>
              <a:t>iantrao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izahay</a:t>
            </a:r>
            <a:endParaRPr lang="en-US" sz="7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000" dirty="0" err="1" smtClean="0">
                <a:latin typeface="Cambria" pitchFamily="18" charset="0"/>
              </a:rPr>
              <a:t>Amboary</a:t>
            </a:r>
            <a:r>
              <a:rPr lang="en-US" sz="7000" dirty="0" smtClean="0">
                <a:latin typeface="Cambria" pitchFamily="18" charset="0"/>
              </a:rPr>
              <a:t> ho </a:t>
            </a:r>
            <a:r>
              <a:rPr lang="en-US" sz="7000" dirty="0" err="1" smtClean="0">
                <a:latin typeface="Cambria" pitchFamily="18" charset="0"/>
              </a:rPr>
              <a:t>tempolinao</a:t>
            </a:r>
            <a:endParaRPr lang="en-US" sz="7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000" dirty="0" err="1" smtClean="0">
                <a:latin typeface="Cambria" pitchFamily="18" charset="0"/>
              </a:rPr>
              <a:t>Ny</a:t>
            </a:r>
            <a:r>
              <a:rPr lang="en-US" sz="7000" dirty="0" smtClean="0">
                <a:latin typeface="Cambria" pitchFamily="18" charset="0"/>
              </a:rPr>
              <a:t> </a:t>
            </a:r>
            <a:r>
              <a:rPr lang="en-US" sz="7000" dirty="0" err="1" smtClean="0">
                <a:latin typeface="Cambria" pitchFamily="18" charset="0"/>
              </a:rPr>
              <a:t>tenanay</a:t>
            </a:r>
            <a:endParaRPr lang="en-US" sz="7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72</Words>
  <PresentationFormat>Affichage à l'écran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180  </vt:lpstr>
      <vt:lpstr>Hira 180  </vt:lpstr>
      <vt:lpstr>Hira 180  </vt:lpstr>
      <vt:lpstr>Hira 180 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177  </dc:title>
  <dc:creator>M</dc:creator>
  <cp:lastModifiedBy>M</cp:lastModifiedBy>
  <cp:revision>4</cp:revision>
  <dcterms:created xsi:type="dcterms:W3CDTF">2012-11-11T21:19:33Z</dcterms:created>
  <dcterms:modified xsi:type="dcterms:W3CDTF">2013-07-26T12:00:34Z</dcterms:modified>
</cp:coreProperties>
</file>