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 du titre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12" name="Texte niveau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1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21" name="Texte niveau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22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 du titre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Texte du titre</a:t>
            </a:r>
          </a:p>
        </p:txBody>
      </p:sp>
      <p:sp>
        <p:nvSpPr>
          <p:cNvPr id="30" name="Texte niveau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31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39" name="Texte niveau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48" name="Texte niveau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9" name="Espace réservé du texte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e du titr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58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e du titre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73" name="Texte niveau 1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74" name="Espace réservé du texte 3"/>
          <p:cNvSpPr/>
          <p:nvPr>
            <p:ph type="body" sz="half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e du titre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83" name="Espace réservé pour une image 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 niveau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8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Texte du titre</a:t>
            </a:r>
          </a:p>
        </p:txBody>
      </p:sp>
      <p:sp>
        <p:nvSpPr>
          <p:cNvPr id="3" name="Texte niveau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" name="Numéro de diapositive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re 1"/>
          <p:cNvSpPr txBox="1"/>
          <p:nvPr>
            <p:ph type="title"/>
          </p:nvPr>
        </p:nvSpPr>
        <p:spPr>
          <a:xfrm>
            <a:off x="457200" y="0"/>
            <a:ext cx="8229600" cy="928669"/>
          </a:xfrm>
          <a:prstGeom prst="rect">
            <a:avLst/>
          </a:prstGeom>
        </p:spPr>
        <p:txBody>
          <a:bodyPr/>
          <a:lstStyle/>
          <a:p>
            <a:pPr/>
            <a:r>
              <a:t>HIRA 294</a:t>
            </a:r>
          </a:p>
        </p:txBody>
      </p:sp>
      <p:sp>
        <p:nvSpPr>
          <p:cNvPr id="95" name="Espace réservé du contenu 2"/>
          <p:cNvSpPr txBox="1"/>
          <p:nvPr>
            <p:ph type="body" idx="1"/>
          </p:nvPr>
        </p:nvSpPr>
        <p:spPr>
          <a:xfrm>
            <a:off x="214313" y="714356"/>
            <a:ext cx="9215472" cy="5929354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1. Ampio aho, Zanahary ô,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Hanaraka ny "eny" masina,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Izay nataoko taminao,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 ry To,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Ka tsy mba hisy fivadihana.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re 1"/>
          <p:cNvSpPr txBox="1"/>
          <p:nvPr>
            <p:ph type="title"/>
          </p:nvPr>
        </p:nvSpPr>
        <p:spPr>
          <a:xfrm>
            <a:off x="457200" y="0"/>
            <a:ext cx="8229600" cy="928669"/>
          </a:xfrm>
          <a:prstGeom prst="rect">
            <a:avLst/>
          </a:prstGeom>
        </p:spPr>
        <p:txBody>
          <a:bodyPr/>
          <a:lstStyle/>
          <a:p>
            <a:pPr/>
            <a:r>
              <a:t>HIRA 294</a:t>
            </a:r>
          </a:p>
        </p:txBody>
      </p:sp>
      <p:sp>
        <p:nvSpPr>
          <p:cNvPr id="98" name="Espace réservé du contenu 2"/>
          <p:cNvSpPr txBox="1"/>
          <p:nvPr>
            <p:ph type="body" idx="1"/>
          </p:nvPr>
        </p:nvSpPr>
        <p:spPr>
          <a:xfrm>
            <a:off x="-1" y="714356"/>
            <a:ext cx="9501224" cy="5929354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2. Ry Tompoko, Izay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nanomboka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Ny asa tsara ao anatiko,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Arovy aho ho tanteraka,</a:t>
            </a:r>
          </a:p>
          <a:p>
            <a:pPr>
              <a:spcBef>
                <a:spcPts val="1400"/>
              </a:spcBef>
              <a:buSzTx/>
              <a:buNone/>
              <a:defRPr sz="6000">
                <a:latin typeface="Cambria"/>
                <a:ea typeface="Cambria"/>
                <a:cs typeface="Cambria"/>
                <a:sym typeface="Cambria"/>
              </a:defRPr>
            </a:pPr>
            <a:r>
              <a:t>Mba tsy ho faty ny finoako.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Thè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èm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Thèm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Thèm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