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66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294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14" y="714356"/>
            <a:ext cx="9215470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Ampio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Zanahary</a:t>
            </a:r>
            <a:r>
              <a:rPr lang="en-US" sz="6000" dirty="0" smtClean="0">
                <a:latin typeface="Cambria" pitchFamily="18" charset="0"/>
              </a:rPr>
              <a:t> ô,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Hanaraka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"</a:t>
            </a: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" </a:t>
            </a:r>
            <a:r>
              <a:rPr lang="en-US" sz="6000" dirty="0" err="1" smtClean="0">
                <a:latin typeface="Cambria" pitchFamily="18" charset="0"/>
              </a:rPr>
              <a:t>masina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nataoko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taminao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To,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fivadihana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294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501222" cy="59293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Tompoko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nanomboka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anatiko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Arovy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tanteraka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faty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finoako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58</Words>
  <PresentationFormat>Affichage à l'écran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HIRA 294</vt:lpstr>
      <vt:lpstr>HIRA 294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295 </dc:title>
  <dc:creator>M</dc:creator>
  <cp:lastModifiedBy>M</cp:lastModifiedBy>
  <cp:revision>2</cp:revision>
  <dcterms:created xsi:type="dcterms:W3CDTF">2012-12-02T01:15:44Z</dcterms:created>
  <dcterms:modified xsi:type="dcterms:W3CDTF">2013-03-16T20:36:59Z</dcterms:modified>
</cp:coreProperties>
</file>