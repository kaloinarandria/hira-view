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3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203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Rainay</a:t>
            </a:r>
            <a:r>
              <a:rPr lang="en-US" sz="7200" dirty="0" smtClean="0">
                <a:latin typeface="Cambria" pitchFamily="18" charset="0"/>
              </a:rPr>
              <a:t> be </a:t>
            </a:r>
            <a:r>
              <a:rPr lang="en-US" sz="7200" dirty="0" err="1" smtClean="0">
                <a:latin typeface="Cambria" pitchFamily="18" charset="0"/>
              </a:rPr>
              <a:t>fitia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Mpamelona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Tariho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hania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Hazoninao</a:t>
            </a:r>
            <a:r>
              <a:rPr lang="en-US" sz="7200" dirty="0" smtClean="0">
                <a:latin typeface="Cambria" pitchFamily="18" charset="0"/>
              </a:rPr>
              <a:t> '</a:t>
            </a:r>
            <a:r>
              <a:rPr lang="en-US" sz="7200" dirty="0" err="1" smtClean="0">
                <a:latin typeface="Cambria" pitchFamily="18" charset="0"/>
              </a:rPr>
              <a:t>zahay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203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be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fahavalo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Mitady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Mamely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mimalo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'Lay </a:t>
            </a:r>
            <a:r>
              <a:rPr lang="en-US" sz="7200" dirty="0" err="1" smtClean="0">
                <a:latin typeface="Cambria" pitchFamily="18" charset="0"/>
              </a:rPr>
              <a:t>ratsy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hatrizay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203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Zokinay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malala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havanay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Toroy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hahalala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mety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203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miaraka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mahasoa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fanahy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203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Fanahy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Mpanazava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Mpanadio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Tomoera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lalandava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Monena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am-</a:t>
            </a:r>
            <a:r>
              <a:rPr lang="en-US" sz="7200" dirty="0" err="1" smtClean="0">
                <a:latin typeface="Cambria" pitchFamily="18" charset="0"/>
              </a:rPr>
              <a:t>po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203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Koa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ampidino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hasoavanao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Ovay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hamasino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toetray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203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be </a:t>
            </a:r>
            <a:r>
              <a:rPr lang="en-US" sz="7200" dirty="0" err="1" smtClean="0">
                <a:latin typeface="Cambria" pitchFamily="18" charset="0"/>
              </a:rPr>
              <a:t>fiantra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Telo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Iray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tananao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miantra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Atsory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203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Rehefa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tapitra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andro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hody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raiso</a:t>
            </a:r>
            <a:r>
              <a:rPr lang="en-US" sz="7200" dirty="0" smtClean="0">
                <a:latin typeface="Cambria" pitchFamily="18" charset="0"/>
              </a:rPr>
              <a:t> re,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raiso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141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203 </vt:lpstr>
      <vt:lpstr>HIRA 203 </vt:lpstr>
      <vt:lpstr>HIRA 203 </vt:lpstr>
      <vt:lpstr>HIRA 203 </vt:lpstr>
      <vt:lpstr>HIRA 203 </vt:lpstr>
      <vt:lpstr>HIRA 203 </vt:lpstr>
      <vt:lpstr>HIRA 203 </vt:lpstr>
      <vt:lpstr>HIRA 203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4</cp:revision>
  <dcterms:created xsi:type="dcterms:W3CDTF">2012-10-03T08:17:13Z</dcterms:created>
  <dcterms:modified xsi:type="dcterms:W3CDTF">2014-02-16T03:54:24Z</dcterms:modified>
</cp:coreProperties>
</file>