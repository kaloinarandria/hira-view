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Mivory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Hiantso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manomeza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fitahiana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vavaka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tononinay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Miakatra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mani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pofona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Jehovah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vokatry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molotray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fanatitra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Ankasitrahanao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Hitoetra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 238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1071570"/>
            <a:ext cx="8715404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fanalana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fanoloran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kevitra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109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238</vt:lpstr>
      <vt:lpstr>Hira 238</vt:lpstr>
      <vt:lpstr>Hira 238</vt:lpstr>
      <vt:lpstr>Hira 238</vt:lpstr>
      <vt:lpstr>Hira 238</vt:lpstr>
      <vt:lpstr>Hira 238</vt:lpstr>
      <vt:lpstr>Hira 238</vt:lpstr>
      <vt:lpstr>Hira 238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5</cp:revision>
  <dcterms:created xsi:type="dcterms:W3CDTF">2012-11-26T19:15:45Z</dcterms:created>
  <dcterms:modified xsi:type="dcterms:W3CDTF">2014-05-12T09:42:16Z</dcterms:modified>
</cp:coreProperties>
</file>