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8" r:id="rId4"/>
    <p:sldId id="270" r:id="rId5"/>
    <p:sldId id="269" r:id="rId6"/>
    <p:sldId id="271" r:id="rId7"/>
    <p:sldId id="272" r:id="rId8"/>
    <p:sldId id="273" r:id="rId9"/>
    <p:sldId id="274" r:id="rId10"/>
    <p:sldId id="27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52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466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714356"/>
            <a:ext cx="921550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manomàna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any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466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714356"/>
            <a:ext cx="921550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sambatra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maniry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ankilanao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466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714356"/>
            <a:ext cx="921550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Ampionao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Hihevitra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lanitrao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hodianay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466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714356"/>
            <a:ext cx="921550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sambatra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maniry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ankilanao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466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714356"/>
            <a:ext cx="921550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Maloto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mendrika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lanitrao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Diovinao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466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714356"/>
            <a:ext cx="921550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sambatra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maniry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ankilanao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466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714356"/>
            <a:ext cx="921550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fahavalonay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Mamely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Reseo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rafinao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466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714356"/>
            <a:ext cx="921550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sambatra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maniry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ankilanao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466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714356"/>
            <a:ext cx="921550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Sao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reraka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Miandry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hodianay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Tohanonao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466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714356"/>
            <a:ext cx="921550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sambatra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maniry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ankilanao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194</Words>
  <PresentationFormat>Affichage à l'écran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466</vt:lpstr>
      <vt:lpstr>Hira 466</vt:lpstr>
      <vt:lpstr>Hira 466</vt:lpstr>
      <vt:lpstr>Hira 466</vt:lpstr>
      <vt:lpstr>Hira 466</vt:lpstr>
      <vt:lpstr>Hira 466</vt:lpstr>
      <vt:lpstr>Hira 466</vt:lpstr>
      <vt:lpstr>Hira 466</vt:lpstr>
      <vt:lpstr>Hira 466</vt:lpstr>
      <vt:lpstr>Hira 466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462</dc:title>
  <dc:creator>M</dc:creator>
  <cp:lastModifiedBy>M</cp:lastModifiedBy>
  <cp:revision>3</cp:revision>
  <dcterms:created xsi:type="dcterms:W3CDTF">2012-11-11T21:25:06Z</dcterms:created>
  <dcterms:modified xsi:type="dcterms:W3CDTF">2014-09-20T19:40:44Z</dcterms:modified>
</cp:coreProperties>
</file>