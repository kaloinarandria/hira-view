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754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9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4" y="1172910"/>
            <a:ext cx="4814835" cy="5006518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4759"/>
            <a:ext cx="6154713" cy="3132156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53656"/>
            <a:ext cx="4954250" cy="1918338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746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1" y="534758"/>
            <a:ext cx="6554867" cy="3777264"/>
          </a:xfrm>
        </p:spPr>
        <p:txBody>
          <a:bodyPr anchor="ctr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96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6244"/>
            <a:ext cx="6402468" cy="2325774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4498760"/>
            <a:ext cx="6402467" cy="153636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349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1" y="534759"/>
            <a:ext cx="3949967" cy="3777261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4758"/>
            <a:ext cx="3948238" cy="3768772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304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4758"/>
            <a:ext cx="3716866" cy="61115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400" y="1145911"/>
            <a:ext cx="3945467" cy="316610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7" y="568181"/>
            <a:ext cx="3764051" cy="577729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3" y="1145911"/>
            <a:ext cx="3956705" cy="3157620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142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571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98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4758"/>
            <a:ext cx="3200400" cy="1527881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4758"/>
            <a:ext cx="4438755" cy="5500370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15430"/>
            <a:ext cx="3200400" cy="2096592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434342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434342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048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51486"/>
            <a:ext cx="3563258" cy="1145911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6728"/>
            <a:ext cx="3280974" cy="4812824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8" y="2750185"/>
            <a:ext cx="3564223" cy="208810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87917"/>
            <a:ext cx="5811724" cy="366055"/>
          </a:xfrm>
        </p:spPr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3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4758"/>
            <a:ext cx="8077200" cy="3132155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53655"/>
            <a:ext cx="7281332" cy="458364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755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4758"/>
            <a:ext cx="8077200" cy="2902973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25278"/>
            <a:ext cx="6383552" cy="190985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671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4758"/>
            <a:ext cx="6859787" cy="2902973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1" y="3437731"/>
            <a:ext cx="6402467" cy="483829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4312022"/>
            <a:ext cx="6382361" cy="1723107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1" y="712434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1" y="2775651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2041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3437732"/>
            <a:ext cx="6382361" cy="1701722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46051"/>
            <a:ext cx="6383552" cy="88907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366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4758"/>
            <a:ext cx="6859786" cy="2902973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1" y="3896096"/>
            <a:ext cx="6382361" cy="10525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65612"/>
            <a:ext cx="6382360" cy="106951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1" y="712434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1" y="2775651"/>
            <a:ext cx="457319" cy="586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4157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4758"/>
            <a:ext cx="7525658" cy="290297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1" y="3938538"/>
            <a:ext cx="6382361" cy="84033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78873"/>
            <a:ext cx="6382360" cy="12562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38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D31BE2-701C-40ED-94FF-B1B22EF8DF9A}" type="slidenum">
              <a:rPr kumimoji="0" lang="es-ES" altLang="fr-FR" sz="1047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6838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s-ES" altLang="fr-FR" sz="1047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810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1" y="534759"/>
            <a:ext cx="6554867" cy="3777264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676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4758"/>
            <a:ext cx="2044194" cy="4430854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4758"/>
            <a:ext cx="5850012" cy="5500370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51324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ctrTitle"/>
          </p:nvPr>
        </p:nvSpPr>
        <p:spPr>
          <a:xfrm>
            <a:off x="1432560" y="360814"/>
            <a:ext cx="7406640" cy="1475933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2" name="Sous-titre 21"/>
          <p:cNvSpPr>
            <a:spLocks noGrp="1"/>
          </p:cNvSpPr>
          <p:nvPr>
            <p:ph type="subTitle" idx="1"/>
          </p:nvPr>
        </p:nvSpPr>
        <p:spPr>
          <a:xfrm>
            <a:off x="1432560" y="1854775"/>
            <a:ext cx="7406640" cy="1757063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921433" y="1417402"/>
            <a:ext cx="210312" cy="210848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1157176" y="1348441"/>
            <a:ext cx="64008" cy="64171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5527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069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7551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78392" y="2606946"/>
            <a:ext cx="6400800" cy="2291821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78392" y="1069517"/>
            <a:ext cx="6400800" cy="1513556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7551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2172321" y="2821823"/>
            <a:ext cx="210312" cy="210848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Ellipse 8"/>
          <p:cNvSpPr/>
          <p:nvPr/>
        </p:nvSpPr>
        <p:spPr>
          <a:xfrm>
            <a:off x="2408064" y="2752862"/>
            <a:ext cx="64008" cy="64171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8041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5018"/>
            <a:ext cx="7498080" cy="1145911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35608" y="1527881"/>
            <a:ext cx="3657600" cy="467531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6088" y="1527881"/>
            <a:ext cx="3657600" cy="467531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7098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173476"/>
            <a:ext cx="8229600" cy="1145911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329114"/>
            <a:ext cx="4023360" cy="64171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63440" y="329114"/>
            <a:ext cx="4023360" cy="64171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971804"/>
            <a:ext cx="4023360" cy="4125278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440" y="971804"/>
            <a:ext cx="4023360" cy="4125278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5592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5018"/>
            <a:ext cx="7498080" cy="1145911"/>
          </a:xfrm>
        </p:spPr>
        <p:txBody>
          <a:bodyPr anchor="ctr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609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75463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7551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3478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7330"/>
            <a:ext cx="3810000" cy="1165009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410546"/>
            <a:ext cx="3810000" cy="700279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2139033"/>
            <a:ext cx="8153400" cy="400273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28792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86896" y="1069516"/>
            <a:ext cx="2743200" cy="1986245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069516"/>
            <a:ext cx="4572000" cy="4583642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marR="0" lvl="0" indent="-283464" algn="l" defTabSz="914400" rtl="0" eaLnBrk="1" fontAlgn="auto" latinLnBrk="0" hangingPunct="1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rgbClr val="3891A7"/>
              </a:buClr>
              <a:buSzPct val="80000"/>
              <a:buFont typeface="Wingdings 2"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838200" y="1145914"/>
            <a:ext cx="4419600" cy="3523480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9" name="Organigramme : Processus 8"/>
          <p:cNvSpPr/>
          <p:nvPr/>
        </p:nvSpPr>
        <p:spPr>
          <a:xfrm rot="19468671">
            <a:off x="396725" y="956771"/>
            <a:ext cx="685800" cy="20483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Organigramme : Processus 9"/>
          <p:cNvSpPr/>
          <p:nvPr/>
        </p:nvSpPr>
        <p:spPr>
          <a:xfrm rot="2103354" flipH="1">
            <a:off x="5003667" y="939172"/>
            <a:ext cx="649224" cy="20483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8200" y="4812824"/>
            <a:ext cx="4419600" cy="76394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678741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146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275339"/>
            <a:ext cx="1828800" cy="58664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5340"/>
            <a:ext cx="5562600" cy="58664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274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904585"/>
            <a:ext cx="2470456" cy="266530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1" y="4507248"/>
            <a:ext cx="6554867" cy="152788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534759"/>
            <a:ext cx="6554867" cy="3777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6" y="6187920"/>
            <a:ext cx="1200463" cy="36605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l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87917"/>
            <a:ext cx="5811724" cy="36605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000" b="0" i="0" u="none" strike="noStrike" kern="1200" cap="all" spc="2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7" y="5592683"/>
            <a:ext cx="856907" cy="6716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6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2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6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2336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eurs 6"/>
          <p:cNvSpPr/>
          <p:nvPr/>
        </p:nvSpPr>
        <p:spPr>
          <a:xfrm>
            <a:off x="-815927" y="-817999"/>
            <a:ext cx="1638887" cy="164306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168817" y="21156"/>
            <a:ext cx="1702191" cy="1706525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1" name="Bouée 10"/>
          <p:cNvSpPr/>
          <p:nvPr/>
        </p:nvSpPr>
        <p:spPr>
          <a:xfrm rot="2315675">
            <a:off x="182882" y="1057763"/>
            <a:ext cx="1125717" cy="110543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74" y="-54"/>
            <a:ext cx="8131127" cy="687551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1435608" y="275337"/>
            <a:ext cx="7498080" cy="1145911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1435608" y="1451487"/>
            <a:ext cx="7498080" cy="4812824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3581400" y="6321606"/>
            <a:ext cx="2133600" cy="477463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309A6D-C09C-4548-B29A-6CF363A7E532}" type="datetimeFigureOut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04/06/2023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5715000" y="6321606"/>
            <a:ext cx="2895600" cy="477463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8613648" y="6321606"/>
            <a:ext cx="457200" cy="477463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4668DC-857F-487D-BFFA-8C0CA5037977}" type="slidenum">
              <a:rPr kumimoji="0" lang="fr-BE" sz="1200" b="0" i="0" u="none" strike="noStrike" kern="1200" cap="none" spc="0" normalizeH="0" baseline="0" noProof="0" smtClean="0">
                <a:ln>
                  <a:noFill/>
                </a:ln>
                <a:solidFill>
                  <a:srgbClr val="E7DEC9">
                    <a:shade val="50000"/>
                    <a:satMod val="200000"/>
                  </a:srgb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BE" sz="1200" b="0" i="0" u="none" strike="noStrike" kern="1200" cap="none" spc="0" normalizeH="0" baseline="0" noProof="0">
              <a:ln>
                <a:noFill/>
              </a:ln>
              <a:solidFill>
                <a:srgbClr val="E7DEC9">
                  <a:shade val="50000"/>
                  <a:satMod val="200000"/>
                </a:srgb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7551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898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>
          <a:xfrm>
            <a:off x="-351918" y="4588614"/>
            <a:ext cx="9141889" cy="530101"/>
          </a:xfrm>
        </p:spPr>
        <p:txBody>
          <a:bodyPr>
            <a:noAutofit/>
          </a:bodyPr>
          <a:lstStyle/>
          <a:p>
            <a:pPr algn="ctr"/>
            <a:r>
              <a:rPr lang="fr-FR" sz="8798" dirty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>HIRA </a:t>
            </a:r>
            <a:r>
              <a:rPr lang="fr-FR" sz="8798" dirty="0" smtClean="0">
                <a:latin typeface="Andalus" panose="02020603050405020304" pitchFamily="18" charset="-78"/>
                <a:cs typeface="Andalus" panose="02020603050405020304" pitchFamily="18" charset="-78"/>
              </a:rPr>
              <a:t>748: 1 - 2</a:t>
            </a:r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  <a:t/>
            </a:r>
            <a:br>
              <a:rPr lang="fr-FR" sz="8798" dirty="0" smtClean="0">
                <a:solidFill>
                  <a:schemeClr val="tx1"/>
                </a:solidFill>
                <a:latin typeface="Andalus" panose="02020603050405020304" pitchFamily="18" charset="-78"/>
                <a:cs typeface="Andalus" panose="02020603050405020304" pitchFamily="18" charset="-78"/>
              </a:rPr>
            </a:br>
            <a:endParaRPr lang="fr-FR" sz="8798" dirty="0">
              <a:solidFill>
                <a:schemeClr val="tx1"/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3510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-1" y="-387457"/>
            <a:ext cx="9391973" cy="6578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1.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Havaozy, Tompo o!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Izao rehetra </a:t>
            </a:r>
            <a:r>
              <a:rPr kumimoji="0" lang="pt-BR" sz="8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izao</a:t>
            </a:r>
            <a:endParaRPr kumimoji="0" lang="pt-BR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4381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-1" y="-387457"/>
            <a:ext cx="9391973" cy="7119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Ka aoka mba ho hita 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Ny voninahitrao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Ry Tompo Mpanasoa,</a:t>
            </a:r>
          </a:p>
        </p:txBody>
      </p:sp>
    </p:spTree>
    <p:extLst>
      <p:ext uri="{BB962C8B-B14F-4D97-AF65-F5344CB8AC3E}">
        <p14:creationId xmlns:p14="http://schemas.microsoft.com/office/powerpoint/2010/main" val="2578462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-1" y="-387457"/>
            <a:ext cx="9391973" cy="7119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Levony avokoa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Ho fongatra tsy hisy 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Ny ratsy marobe.</a:t>
            </a:r>
          </a:p>
        </p:txBody>
      </p:sp>
    </p:spTree>
    <p:extLst>
      <p:ext uri="{BB962C8B-B14F-4D97-AF65-F5344CB8AC3E}">
        <p14:creationId xmlns:p14="http://schemas.microsoft.com/office/powerpoint/2010/main" val="5793668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-1" y="-387457"/>
            <a:ext cx="9391973" cy="7248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2.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Izao taona vaovao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Diavinay </a:t>
            </a:r>
            <a:r>
              <a:rPr kumimoji="0" lang="pt-BR" sz="8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izao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endParaRPr kumimoji="0" lang="pt-BR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0625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0" y="232475"/>
            <a:ext cx="9391973" cy="5765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Ho fanavaozan-dehibe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Ny tenanay anie!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Ka ny </a:t>
            </a:r>
            <a:r>
              <a:rPr kumimoji="0" lang="pt-BR" sz="8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fiainanay</a:t>
            </a:r>
            <a:endParaRPr kumimoji="0" lang="pt-BR" sz="8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175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0" y="-123986"/>
            <a:ext cx="9391973" cy="6504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Izay ratsy hatrizay,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Ovay hatramin'ny anio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Ho tsara sy madio.</a:t>
            </a:r>
          </a:p>
        </p:txBody>
      </p:sp>
    </p:spTree>
    <p:extLst>
      <p:ext uri="{BB962C8B-B14F-4D97-AF65-F5344CB8AC3E}">
        <p14:creationId xmlns:p14="http://schemas.microsoft.com/office/powerpoint/2010/main" val="2869263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0" y="-123986"/>
            <a:ext cx="9391973" cy="682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3- Havaozy,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pt-BR" sz="660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Tompo o!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baseline="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Ny</a:t>
            </a:r>
            <a:r>
              <a:rPr lang="pt-BR" sz="660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Fiangonanao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O!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Akambano ho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</a:t>
            </a:r>
            <a:r>
              <a:rPr lang="pt-BR" sz="660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iray,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baseline="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   Hiray mandrakizay</a:t>
            </a:r>
            <a:endParaRPr kumimoji="0" lang="pt-B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08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1112520" y="-123986"/>
            <a:ext cx="8279453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Ry Tompo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be fitia,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baseline="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Tongava,</a:t>
            </a:r>
            <a:r>
              <a:rPr lang="pt-BR" sz="660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mamangia;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Mba</a:t>
            </a:r>
            <a:r>
              <a:rPr kumimoji="0" lang="pt-BR" sz="6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tanteraho aminay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lang="pt-BR" sz="6600" baseline="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Ny</a:t>
            </a:r>
            <a:r>
              <a:rPr lang="pt-BR" sz="6600" dirty="0" smtClean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  <a:cs typeface="Times New Roman" panose="02020603050405020304" pitchFamily="18" charset="0"/>
              </a:rPr>
              <a:t> fanavaozanao</a:t>
            </a:r>
            <a:endParaRPr kumimoji="0" lang="pt-BR" sz="6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9397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ecteur">
  <a:themeElements>
    <a:clrScheme name="Secteu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eu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eu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102</Words>
  <Application>Microsoft Office PowerPoint</Application>
  <PresentationFormat>Personnalisé</PresentationFormat>
  <Paragraphs>29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21" baseType="lpstr">
      <vt:lpstr>Batang</vt:lpstr>
      <vt:lpstr>Andalus</vt:lpstr>
      <vt:lpstr>Arial</vt:lpstr>
      <vt:lpstr>Century Gothic</vt:lpstr>
      <vt:lpstr>Franklin Gothic Book</vt:lpstr>
      <vt:lpstr>Gill Sans MT</vt:lpstr>
      <vt:lpstr>Times New Roman</vt:lpstr>
      <vt:lpstr>Verdana</vt:lpstr>
      <vt:lpstr>Wingdings 2</vt:lpstr>
      <vt:lpstr>Wingdings 3</vt:lpstr>
      <vt:lpstr>Secteur</vt:lpstr>
      <vt:lpstr>Solstice</vt:lpstr>
      <vt:lpstr>HIRA 748: 1 - 2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748: 1 - 2  </dc:title>
  <dc:creator>ME</dc:creator>
  <cp:lastModifiedBy>ME</cp:lastModifiedBy>
  <cp:revision>2</cp:revision>
  <dcterms:created xsi:type="dcterms:W3CDTF">2022-07-24T09:23:03Z</dcterms:created>
  <dcterms:modified xsi:type="dcterms:W3CDTF">2023-06-04T04:31:28Z</dcterms:modified>
</cp:coreProperties>
</file>