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20" autoAdjust="0"/>
    <p:restoredTop sz="94660"/>
  </p:normalViewPr>
  <p:slideViewPr>
    <p:cSldViewPr>
      <p:cViewPr varScale="1">
        <p:scale>
          <a:sx n="65" d="100"/>
          <a:sy n="65" d="100"/>
        </p:scale>
        <p:origin x="-108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140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Miderà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Manandrata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hidera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an'i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Kristy '</a:t>
            </a:r>
            <a:r>
              <a:rPr lang="en-US" sz="7200" dirty="0" err="1" smtClean="0">
                <a:latin typeface="Cambria" pitchFamily="18" charset="0"/>
              </a:rPr>
              <a:t>zao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140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nijaly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mafy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lzy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voavono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an-</a:t>
            </a:r>
            <a:r>
              <a:rPr lang="en-US" sz="7200" dirty="0" err="1" smtClean="0">
                <a:latin typeface="Cambria" pitchFamily="18" charset="0"/>
              </a:rPr>
              <a:t>danitra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140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Eny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santatsika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ho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mino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hitsangana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140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42908" y="642918"/>
            <a:ext cx="992985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handray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lova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Satro-bolamena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hidera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sambatra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avokoa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140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143008"/>
            <a:ext cx="950122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haleloia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Haja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hery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saotra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anie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hatolotra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'</a:t>
            </a: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Mpandresy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lehibe</a:t>
            </a:r>
            <a:r>
              <a:rPr lang="en-US" sz="72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140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142984"/>
            <a:ext cx="9429784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Hoderaina lalandava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Fa Mpanjaka </a:t>
            </a:r>
            <a:r>
              <a:rPr lang="fi-FI" sz="7200" dirty="0" smtClean="0">
                <a:latin typeface="Cambria" pitchFamily="18" charset="0"/>
              </a:rPr>
              <a:t>manan-jo</a:t>
            </a:r>
            <a:endParaRPr lang="fi-FI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Haleloia, haleloia,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Hoderaina eram-po.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140</vt:lpstr>
      <vt:lpstr>Hira 140</vt:lpstr>
      <vt:lpstr>Hira 140</vt:lpstr>
      <vt:lpstr>Hira 140</vt:lpstr>
      <vt:lpstr>Hira 140</vt:lpstr>
      <vt:lpstr>Hira 140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5</cp:revision>
  <dcterms:created xsi:type="dcterms:W3CDTF">2012-11-04T17:23:48Z</dcterms:created>
  <dcterms:modified xsi:type="dcterms:W3CDTF">2013-07-03T08:10:17Z</dcterms:modified>
</cp:coreProperties>
</file>