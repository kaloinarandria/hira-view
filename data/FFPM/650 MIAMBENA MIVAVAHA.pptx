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10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650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1. </a:t>
            </a:r>
            <a:r>
              <a:rPr lang="fr-FR" sz="7200" dirty="0" err="1" smtClean="0">
                <a:latin typeface="Cambria" pitchFamily="18" charset="0"/>
              </a:rPr>
              <a:t>Miambena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mivavaha</a:t>
            </a:r>
            <a:r>
              <a:rPr lang="fr-FR" sz="7200" dirty="0" smtClean="0">
                <a:latin typeface="Cambria" pitchFamily="18" charset="0"/>
              </a:rPr>
              <a:t>, fa </a:t>
            </a: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fantatrao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Na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andro</a:t>
            </a:r>
            <a:r>
              <a:rPr lang="fr-FR" sz="7200" dirty="0" smtClean="0">
                <a:latin typeface="Cambria" pitchFamily="18" charset="0"/>
              </a:rPr>
              <a:t>, na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ora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fe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potoanao</a:t>
            </a:r>
            <a:r>
              <a:rPr lang="fr-FR" sz="72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650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Mpanjaka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masina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tonga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tampoka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Hampaneno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trompetra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andrahona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650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2. </a:t>
            </a:r>
            <a:r>
              <a:rPr lang="fr-FR" sz="7200" dirty="0" err="1" smtClean="0">
                <a:latin typeface="Cambria" pitchFamily="18" charset="0"/>
              </a:rPr>
              <a:t>Amboary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fanilon'ny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finoana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solika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fitaiza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voaomana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650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velomy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afom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pitiavana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hidiranao</a:t>
            </a:r>
            <a:r>
              <a:rPr lang="fr-FR" sz="7200" smtClean="0">
                <a:latin typeface="Cambria" pitchFamily="18" charset="0"/>
              </a:rPr>
              <a:t> </a:t>
            </a:r>
            <a:endParaRPr lang="fr-FR" sz="720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smtClean="0">
                <a:latin typeface="Cambria" pitchFamily="18" charset="0"/>
              </a:rPr>
              <a:t>an-</a:t>
            </a:r>
            <a:r>
              <a:rPr lang="fr-FR" sz="7200" dirty="0" err="1" smtClean="0">
                <a:latin typeface="Cambria" pitchFamily="18" charset="0"/>
              </a:rPr>
              <a:t>dapam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pifaliana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59</Words>
  <PresentationFormat>Affichage à l'écran (4:3)</PresentationFormat>
  <Paragraphs>14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650</vt:lpstr>
      <vt:lpstr>Hira 650</vt:lpstr>
      <vt:lpstr>Hira 650</vt:lpstr>
      <vt:lpstr>Hira 650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643</dc:title>
  <dc:creator>M</dc:creator>
  <cp:lastModifiedBy>M</cp:lastModifiedBy>
  <cp:revision>4</cp:revision>
  <dcterms:created xsi:type="dcterms:W3CDTF">2012-11-26T19:13:07Z</dcterms:created>
  <dcterms:modified xsi:type="dcterms:W3CDTF">2013-01-18T20:02:03Z</dcterms:modified>
</cp:coreProperties>
</file>