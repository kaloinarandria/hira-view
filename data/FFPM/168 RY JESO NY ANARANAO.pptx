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52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168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32" y="928694"/>
            <a:ext cx="9501254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1. </a:t>
            </a: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Jeso</a:t>
            </a:r>
            <a:r>
              <a:rPr lang="en-US" sz="7200" dirty="0" smtClean="0">
                <a:latin typeface="Cambria" pitchFamily="18" charset="0"/>
              </a:rPr>
              <a:t>!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Anaranao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Dia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maminay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tokoa</a:t>
            </a:r>
            <a:r>
              <a:rPr lang="en-US" sz="72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Mihira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midera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'</a:t>
            </a:r>
            <a:r>
              <a:rPr lang="en-US" sz="7200" dirty="0" err="1" smtClean="0">
                <a:latin typeface="Cambria" pitchFamily="18" charset="0"/>
              </a:rPr>
              <a:t>Zahay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navotanao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168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908" y="928694"/>
            <a:ext cx="1007275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2</a:t>
            </a:r>
            <a:r>
              <a:rPr lang="en-US" sz="7200" dirty="0" smtClean="0">
                <a:latin typeface="Cambria" pitchFamily="18" charset="0"/>
              </a:rPr>
              <a:t>. </a:t>
            </a: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takatry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hevitra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fitiavanao</a:t>
            </a:r>
            <a:r>
              <a:rPr lang="en-US" sz="72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tambonay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tononina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hasoavanao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168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500042"/>
            <a:ext cx="914400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3</a:t>
            </a:r>
            <a:r>
              <a:rPr lang="en-US" sz="7200" dirty="0" smtClean="0">
                <a:latin typeface="Cambria" pitchFamily="18" charset="0"/>
              </a:rPr>
              <a:t>.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tsara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eran-danitra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eran-tany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koa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azo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anoharana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fitahianao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168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908" y="714380"/>
            <a:ext cx="10429916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4</a:t>
            </a:r>
            <a:r>
              <a:rPr lang="en-US" sz="7200" dirty="0" smtClean="0">
                <a:latin typeface="Cambria" pitchFamily="18" charset="0"/>
              </a:rPr>
              <a:t>. Ho toy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loharanao</a:t>
            </a:r>
            <a:r>
              <a:rPr lang="en-US" sz="7200" dirty="0" smtClean="0">
                <a:latin typeface="Cambria" pitchFamily="18" charset="0"/>
              </a:rPr>
              <a:t> e,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fonay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olonao</a:t>
            </a:r>
            <a:r>
              <a:rPr lang="en-US" sz="72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hanam-pitsaharana</a:t>
            </a:r>
            <a:r>
              <a:rPr lang="en-US" sz="7200" dirty="0" smtClean="0">
                <a:latin typeface="Cambria" pitchFamily="18" charset="0"/>
              </a:rPr>
              <a:t> e,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hiderana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Anao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76</Words>
  <PresentationFormat>Affichage à l'écran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168</vt:lpstr>
      <vt:lpstr>HIRA 168</vt:lpstr>
      <vt:lpstr>HIRA 168</vt:lpstr>
      <vt:lpstr>HIRA 168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167: 1, 2, 3</dc:title>
  <dc:creator>M</dc:creator>
  <cp:lastModifiedBy>M</cp:lastModifiedBy>
  <cp:revision>9</cp:revision>
  <dcterms:created xsi:type="dcterms:W3CDTF">2012-10-02T21:12:01Z</dcterms:created>
  <dcterms:modified xsi:type="dcterms:W3CDTF">2013-07-25T18:49:00Z</dcterms:modified>
</cp:coreProperties>
</file>