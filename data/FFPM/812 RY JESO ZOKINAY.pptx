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46" d="100"/>
          <a:sy n="46" d="100"/>
        </p:scale>
        <p:origin x="-9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812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Zokinay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malalanay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Henoy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vavakay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zandrinao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izahay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812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Batisa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nandio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zandrinao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dia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tahio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Hanaraka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r>
              <a:rPr lang="fr-FR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812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zokinay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malala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Arovy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izahay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Fa </a:t>
            </a:r>
            <a:r>
              <a:rPr lang="fr-FR" sz="7200" dirty="0" err="1" smtClean="0">
                <a:latin typeface="Cambria" pitchFamily="18" charset="0"/>
              </a:rPr>
              <a:t>be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manadala</a:t>
            </a:r>
            <a:r>
              <a:rPr lang="fr-FR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Manimba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fonay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</a:rPr>
              <a:t>HIRA </a:t>
            </a:r>
            <a:r>
              <a:rPr lang="fr-FR" b="1" dirty="0" smtClean="0">
                <a:solidFill>
                  <a:schemeClr val="accent1"/>
                </a:solidFill>
              </a:rPr>
              <a:t>812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Zokinay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malala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Trotroy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zandrinao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Rehefa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hiala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Ho </a:t>
            </a:r>
            <a:r>
              <a:rPr lang="fr-FR" sz="7200" dirty="0" err="1" smtClean="0">
                <a:latin typeface="Cambria" pitchFamily="18" charset="0"/>
              </a:rPr>
              <a:t>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77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812</vt:lpstr>
      <vt:lpstr>HIRA 812</vt:lpstr>
      <vt:lpstr>HIRA 812</vt:lpstr>
      <vt:lpstr>HIRA 812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24</cp:revision>
  <dcterms:created xsi:type="dcterms:W3CDTF">2012-12-02T01:28:21Z</dcterms:created>
  <dcterms:modified xsi:type="dcterms:W3CDTF">2013-10-16T12:49:18Z</dcterms:modified>
</cp:coreProperties>
</file>