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4" r:id="rId7"/>
    <p:sldId id="266" r:id="rId8"/>
    <p:sldId id="26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91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35716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</a:t>
            </a:r>
            <a:r>
              <a:rPr lang="en-US" sz="6000" dirty="0" smtClean="0">
                <a:latin typeface="Cambria" pitchFamily="18" charset="0"/>
              </a:rPr>
              <a:t>. </a:t>
            </a:r>
            <a:r>
              <a:rPr lang="en-US" sz="6000" dirty="0" err="1" smtClean="0">
                <a:latin typeface="Cambria" pitchFamily="18" charset="0"/>
              </a:rPr>
              <a:t>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sariaka</a:t>
            </a:r>
            <a:r>
              <a:rPr lang="en-US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Anompoako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Jehovah Ray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hevitro</a:t>
            </a: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afa-jaly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falifaly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sariaka</a:t>
            </a:r>
            <a:r>
              <a:rPr lang="en-US" sz="66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Anompoako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Jehovah 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tsaroan’izany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Mandra-maty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tadidiko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sarobidiko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57256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nomena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fahendrena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ekena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famonjena</a:t>
            </a:r>
            <a:r>
              <a:rPr lang="en-US" sz="6000" dirty="0" smtClean="0">
                <a:latin typeface="Cambria" pitchFamily="18" charset="0"/>
              </a:rPr>
              <a:t>, Ka </a:t>
            </a:r>
            <a:r>
              <a:rPr lang="en-US" sz="6000" dirty="0" err="1" smtClean="0">
                <a:latin typeface="Cambria" pitchFamily="18" charset="0"/>
              </a:rPr>
              <a:t>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sariaka</a:t>
            </a:r>
            <a:r>
              <a:rPr lang="en-US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Anompoako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Jehovah Ray.</a:t>
            </a:r>
          </a:p>
          <a:p>
            <a:pPr>
              <a:buNone/>
            </a:pP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Be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zavatra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mihatra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Mampahory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mandrera-po</a:t>
            </a:r>
            <a:r>
              <a:rPr lang="en-US" sz="6000" dirty="0" smtClean="0">
                <a:latin typeface="Cambria" pitchFamily="18" charset="0"/>
              </a:rPr>
              <a:t> ; </a:t>
            </a:r>
            <a:r>
              <a:rPr lang="en-US" sz="6000" dirty="0" err="1" smtClean="0">
                <a:latin typeface="Cambria" pitchFamily="18" charset="0"/>
              </a:rPr>
              <a:t>Kanefa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handratra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arovanao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tsitoha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tony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kivy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intsonyKa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sariaka</a:t>
            </a:r>
            <a:r>
              <a:rPr lang="en-US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Anompoako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Jehovah Ray.</a:t>
            </a:r>
          </a:p>
          <a:p>
            <a:pPr>
              <a:buNone/>
            </a:pP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928694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mampanahy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zava-manahirana</a:t>
            </a:r>
            <a:r>
              <a:rPr lang="en-US" sz="6600" dirty="0" smtClean="0">
                <a:latin typeface="Cambria" pitchFamily="18" charset="0"/>
              </a:rPr>
              <a:t> ?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kivy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hijoro</a:t>
            </a:r>
            <a:r>
              <a:rPr lang="en-US" sz="6600" dirty="0" smtClean="0">
                <a:latin typeface="Cambria" pitchFamily="18" charset="0"/>
              </a:rPr>
              <a:t>, ka ho </a:t>
            </a:r>
            <a:r>
              <a:rPr lang="en-US" sz="6600" dirty="0" err="1" smtClean="0">
                <a:latin typeface="Cambria" pitchFamily="18" charset="0"/>
              </a:rPr>
              <a:t>mirana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430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9286940" cy="635795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Jehovah, Ray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Miandany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mijery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sariaka</a:t>
            </a:r>
            <a:r>
              <a:rPr lang="en-US" sz="66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Anompoako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Jehovah Ray.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174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430</vt:lpstr>
      <vt:lpstr>HIRA 430</vt:lpstr>
      <vt:lpstr>HIRA 430</vt:lpstr>
      <vt:lpstr>HIRA 430</vt:lpstr>
      <vt:lpstr>HIRA 430</vt:lpstr>
      <vt:lpstr>HIRA 430</vt:lpstr>
      <vt:lpstr>HIRA 430</vt:lpstr>
      <vt:lpstr>HIRA 430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4</cp:revision>
  <dcterms:created xsi:type="dcterms:W3CDTF">2012-12-08T21:12:16Z</dcterms:created>
  <dcterms:modified xsi:type="dcterms:W3CDTF">2014-07-05T14:09:40Z</dcterms:modified>
</cp:coreProperties>
</file>