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33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Simban'ny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amboarinao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Havaozy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186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571480"/>
            <a:ext cx="9144064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levona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loharano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Tondrahonao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efitra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186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lohataonanao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endParaRPr lang="en-US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hampaniry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be</a:t>
            </a: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hampamony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karankaina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186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571480"/>
            <a:ext cx="921550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efitra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lao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Hi ho by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hidera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olom-potsy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no ho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endParaRPr lang="en-US" sz="6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Mpanompo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teo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afakao</a:t>
            </a:r>
            <a:endParaRPr lang="en-US" sz="64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186</a:t>
            </a:r>
            <a:endParaRPr lang="fr-FR" sz="40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571480"/>
            <a:ext cx="921550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lohataona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endParaRPr lang="en-US" sz="6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faingana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endParaRPr lang="en-US" sz="6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Mpanavao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Niandry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107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186</vt:lpstr>
      <vt:lpstr>HIRA 186</vt:lpstr>
      <vt:lpstr>HIRA 186</vt:lpstr>
      <vt:lpstr>HIRA 186</vt:lpstr>
      <vt:lpstr>HIRA 186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5</cp:revision>
  <dcterms:created xsi:type="dcterms:W3CDTF">2012-11-11T21:19:33Z</dcterms:created>
  <dcterms:modified xsi:type="dcterms:W3CDTF">2014-06-03T19:29:30Z</dcterms:modified>
</cp:coreProperties>
</file>