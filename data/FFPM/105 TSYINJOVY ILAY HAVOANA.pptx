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20/05/2017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0120" y="383025"/>
            <a:ext cx="9501222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1. Tsinjovy ilay havoana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Ary Jerosalema,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Fa io no Golgota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Mba tadidio, ange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1000132"/>
            <a:ext cx="8858280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Fa tao nivesatra ota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Tompo masina;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Nijaly sy nolavina,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Ka novonoina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1000132"/>
            <a:ext cx="9501222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2. Tsy takatra heverina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entan-dehibe,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Izay nentin'ny Mpisolo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Ka diniho, re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32"/>
            <a:ext cx="8929718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Fa nentiny daholo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heloka natao :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Fa tonga Izy hanavao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Izao tontolo izao.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71470" y="1000132"/>
            <a:ext cx="9501222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3. Ny helotsika koa izao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Dia nivesarany,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Ka manaraha Azy,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Mba ho mpianany,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105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1000132"/>
            <a:ext cx="8929718" cy="6000768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Raha tao Golgota izy,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rany nitete,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Ka vita ho antsika re,</a:t>
            </a:r>
          </a:p>
          <a:p>
            <a:pPr marL="914400" indent="-914400">
              <a:buNone/>
            </a:pPr>
            <a:r>
              <a:rPr lang="it-IT" sz="7200" dirty="0" smtClean="0">
                <a:latin typeface="Cambria" pitchFamily="18" charset="0"/>
              </a:rPr>
              <a:t>Ny vonjy lehibe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</Words>
  <Application>Microsoft Office PowerPoint</Application>
  <PresentationFormat>Affichage à l'écran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Thème Office</vt:lpstr>
      <vt:lpstr>Hira 105</vt:lpstr>
      <vt:lpstr>Hira 105</vt:lpstr>
      <vt:lpstr>Hira 105</vt:lpstr>
      <vt:lpstr>Hira 105</vt:lpstr>
      <vt:lpstr>Hira 105</vt:lpstr>
      <vt:lpstr>Hira 105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c060</cp:lastModifiedBy>
  <cp:revision>6</cp:revision>
  <dcterms:created xsi:type="dcterms:W3CDTF">2012-11-04T17:19:04Z</dcterms:created>
  <dcterms:modified xsi:type="dcterms:W3CDTF">2017-05-20T08:43:54Z</dcterms:modified>
</cp:coreProperties>
</file>