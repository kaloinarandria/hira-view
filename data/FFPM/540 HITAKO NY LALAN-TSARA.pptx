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973" autoAdjust="0"/>
    <p:restoredTop sz="94660"/>
  </p:normalViewPr>
  <p:slideViewPr>
    <p:cSldViewPr>
      <p:cViewPr varScale="1">
        <p:scale>
          <a:sx n="45" d="100"/>
          <a:sy n="45" d="100"/>
        </p:scale>
        <p:origin x="-108" y="-3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71546"/>
            <a:ext cx="914406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Hitako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làlan-tsara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hizorako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,:,: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hotanako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285860"/>
            <a:ext cx="8001056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Manampia</a:t>
            </a:r>
            <a:r>
              <a:rPr lang="en-US" sz="6600" dirty="0" smtClean="0">
                <a:latin typeface="Cambria" pitchFamily="18" charset="0"/>
              </a:rPr>
              <a:t>,:,: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Ravoravo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Tompoko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!:,: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Afakao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heloko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285860"/>
            <a:ext cx="8001056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Gaga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fanavotanao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Fitiavana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ihany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natolotrao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</a:t>
            </a: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fahotana</a:t>
            </a:r>
            <a:r>
              <a:rPr lang="en-US" sz="66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navalinay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285860"/>
            <a:ext cx="8001056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6600" dirty="0" smtClean="0">
                <a:latin typeface="Cambria" pitchFamily="18" charset="0"/>
              </a:rPr>
              <a:t>:,: Aza isaina :,:</a:t>
            </a:r>
          </a:p>
          <a:p>
            <a:pPr>
              <a:buNone/>
            </a:pPr>
            <a:r>
              <a:rPr lang="sv-SE" sz="6600" dirty="0" smtClean="0">
                <a:latin typeface="Cambria" pitchFamily="18" charset="0"/>
              </a:rPr>
              <a:t>Re ny hadisoanay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hilazako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tànako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</a:t>
            </a:r>
            <a:r>
              <a:rPr lang="en-US" sz="6600" dirty="0" err="1" smtClean="0">
                <a:latin typeface="Cambria" pitchFamily="18" charset="0"/>
              </a:rPr>
              <a:t>Hilazako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rany</a:t>
            </a:r>
            <a:r>
              <a:rPr lang="en-US" sz="66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nataony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avotra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540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1285860"/>
            <a:ext cx="8001056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Matokia</a:t>
            </a:r>
            <a:r>
              <a:rPr lang="en-US" sz="6600" dirty="0" smtClean="0">
                <a:latin typeface="Cambria" pitchFamily="18" charset="0"/>
              </a:rPr>
              <a:t>,:,: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fitiavany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121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540</vt:lpstr>
      <vt:lpstr>Hira 540</vt:lpstr>
      <vt:lpstr>Hira 540</vt:lpstr>
      <vt:lpstr>Hira 540</vt:lpstr>
      <vt:lpstr>Hira 540</vt:lpstr>
      <vt:lpstr>Hira 540</vt:lpstr>
      <vt:lpstr>Hira 540</vt:lpstr>
      <vt:lpstr>Hira 540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543</dc:title>
  <dc:creator>M</dc:creator>
  <cp:lastModifiedBy>M</cp:lastModifiedBy>
  <cp:revision>5</cp:revision>
  <dcterms:created xsi:type="dcterms:W3CDTF">2012-10-02T22:03:12Z</dcterms:created>
  <dcterms:modified xsi:type="dcterms:W3CDTF">2013-10-16T17:02:03Z</dcterms:modified>
</cp:coreProperties>
</file>