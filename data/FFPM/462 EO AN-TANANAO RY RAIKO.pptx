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7" r:id="rId3"/>
    <p:sldId id="268" r:id="rId4"/>
    <p:sldId id="269" r:id="rId5"/>
    <p:sldId id="274" r:id="rId6"/>
    <p:sldId id="275" r:id="rId7"/>
    <p:sldId id="270" r:id="rId8"/>
    <p:sldId id="271" r:id="rId9"/>
    <p:sldId id="272" r:id="rId10"/>
    <p:sldId id="273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834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12/04/2015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12/04/2015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12/04/2015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12/04/2015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12/04/2015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12/04/2015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12/04/2015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12/04/2015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12/04/2015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12/04/2015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12/04/2015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12/04/2015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462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596" y="928670"/>
            <a:ext cx="8715404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Eo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tananao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Raiko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apetrako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fiainako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rehetra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tahio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zanakao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462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Marobe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fahavalo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Ta-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hamely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ahy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e;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Jehovah, Ray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Mpiaro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arovinao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anie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462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596" y="928670"/>
            <a:ext cx="8715404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mbola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eto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Zaza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be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fisiasia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Tia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ratsy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noho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mandà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tia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; 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462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0" y="1285860"/>
            <a:ext cx="9144000" cy="55721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manary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ahy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Mpamonjy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mandao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manalavitra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ahy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Andrao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takona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462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0" y="1285860"/>
            <a:ext cx="9144000" cy="55721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3. Na ho lava,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na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fohy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hiainako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ety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sitrako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akory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handà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tendrinao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; 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462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500034" y="1285860"/>
            <a:ext cx="8643966" cy="55721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tonga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anio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andro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handaozako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ity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Eo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tànanao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tiako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Raiso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ary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462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596" y="928670"/>
            <a:ext cx="8715404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Eo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an-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tànanao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Raiko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apetrako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Aina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tena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vonjeo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zanakao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; 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462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596" y="928670"/>
            <a:ext cx="8715404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Ampianaro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hahazaka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Fitondrana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tianao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Ilazao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hahalala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dirty="0" err="1" smtClean="0">
                <a:solidFill>
                  <a:srgbClr val="002060"/>
                </a:solidFill>
                <a:latin typeface="Cambria" pitchFamily="18" charset="0"/>
              </a:rPr>
              <a:t>sitrakao</a:t>
            </a:r>
            <a:r>
              <a:rPr lang="en-US" sz="66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462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596" y="928670"/>
            <a:ext cx="8715404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5.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Eny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Raiko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valio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fivavako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E,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jereo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, ka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tahio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Izaho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miandrandra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; 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latin typeface="Cambria" pitchFamily="18" charset="0"/>
              </a:rPr>
              <a:t>Hira</a:t>
            </a:r>
            <a:r>
              <a:rPr lang="fr-FR" sz="4800" b="1" dirty="0" smtClean="0">
                <a:latin typeface="Cambria" pitchFamily="18" charset="0"/>
              </a:rPr>
              <a:t> 462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428596" y="928670"/>
            <a:ext cx="8715404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sasao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ranao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hadio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;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Mpamonjy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mihainoa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mpanomponao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60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0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218</Words>
  <PresentationFormat>Affichage à l'écran (4:3)</PresentationFormat>
  <Paragraphs>50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Hira 462</vt:lpstr>
      <vt:lpstr>Hira 462</vt:lpstr>
      <vt:lpstr>Hira 462</vt:lpstr>
      <vt:lpstr>Hira 462</vt:lpstr>
      <vt:lpstr>Hira 462</vt:lpstr>
      <vt:lpstr>Hira 462</vt:lpstr>
      <vt:lpstr>Hira 462</vt:lpstr>
      <vt:lpstr>Hira 462</vt:lpstr>
      <vt:lpstr>Hira 462</vt:lpstr>
      <vt:lpstr>Hira 462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462</dc:title>
  <dc:creator>M</dc:creator>
  <cp:lastModifiedBy>M</cp:lastModifiedBy>
  <cp:revision>4</cp:revision>
  <dcterms:created xsi:type="dcterms:W3CDTF">2012-11-11T21:25:06Z</dcterms:created>
  <dcterms:modified xsi:type="dcterms:W3CDTF">2015-04-12T07:13:08Z</dcterms:modified>
</cp:coreProperties>
</file>