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13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1214422"/>
          </a:xfrm>
        </p:spPr>
        <p:txBody>
          <a:bodyPr/>
          <a:lstStyle/>
          <a:p>
            <a:pPr algn="ctr"/>
            <a:r>
              <a:rPr lang="fr-FR" dirty="0" smtClean="0">
                <a:solidFill>
                  <a:srgbClr val="0070C0"/>
                </a:solidFill>
              </a:rPr>
              <a:t>HIRA </a:t>
            </a:r>
            <a:r>
              <a:rPr lang="fr-FR" dirty="0" smtClean="0">
                <a:solidFill>
                  <a:srgbClr val="0070C0"/>
                </a:solidFill>
              </a:rPr>
              <a:t>253 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642910" y="1071546"/>
            <a:ext cx="850109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mpanavotra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Tahio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fandraisana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Sakafo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namboarinao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hatoninay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1214422"/>
          </a:xfrm>
        </p:spPr>
        <p:txBody>
          <a:bodyPr/>
          <a:lstStyle/>
          <a:p>
            <a:pPr algn="ctr"/>
            <a:r>
              <a:rPr lang="fr-FR" dirty="0" smtClean="0">
                <a:solidFill>
                  <a:srgbClr val="0070C0"/>
                </a:solidFill>
              </a:rPr>
              <a:t>HIRA </a:t>
            </a:r>
            <a:r>
              <a:rPr lang="fr-FR" dirty="0" smtClean="0">
                <a:solidFill>
                  <a:srgbClr val="0070C0"/>
                </a:solidFill>
              </a:rPr>
              <a:t>253 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642910" y="1071546"/>
            <a:ext cx="850109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Ireo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zava-masina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Aroso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hohanina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famelana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tanjaka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1214422"/>
          </a:xfrm>
        </p:spPr>
        <p:txBody>
          <a:bodyPr/>
          <a:lstStyle/>
          <a:p>
            <a:pPr algn="ctr"/>
            <a:r>
              <a:rPr lang="fr-FR" dirty="0" smtClean="0">
                <a:solidFill>
                  <a:srgbClr val="0070C0"/>
                </a:solidFill>
              </a:rPr>
              <a:t>HIRA </a:t>
            </a:r>
            <a:r>
              <a:rPr lang="fr-FR" dirty="0" smtClean="0">
                <a:solidFill>
                  <a:srgbClr val="0070C0"/>
                </a:solidFill>
              </a:rPr>
              <a:t>253 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642910" y="1071546"/>
            <a:ext cx="850109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3. Tsaroanay ny dianao 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Ny ra sy fijalianao 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Ny nisoloanao anay 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Ny nitsangananao indray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1214422"/>
          </a:xfrm>
        </p:spPr>
        <p:txBody>
          <a:bodyPr/>
          <a:lstStyle/>
          <a:p>
            <a:pPr algn="ctr"/>
            <a:r>
              <a:rPr lang="fr-FR" dirty="0" smtClean="0">
                <a:solidFill>
                  <a:srgbClr val="0070C0"/>
                </a:solidFill>
              </a:rPr>
              <a:t>HIRA </a:t>
            </a:r>
            <a:r>
              <a:rPr lang="fr-FR" dirty="0" smtClean="0">
                <a:solidFill>
                  <a:srgbClr val="0070C0"/>
                </a:solidFill>
              </a:rPr>
              <a:t>253 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642910" y="1071546"/>
            <a:ext cx="850109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natolotra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nalatsaka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Sakafo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iombonanay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253 </vt:lpstr>
      <vt:lpstr>HIRA 253 </vt:lpstr>
      <vt:lpstr>HIRA 253 </vt:lpstr>
      <vt:lpstr>HIRA 253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254 </dc:title>
  <dc:creator>M</dc:creator>
  <cp:lastModifiedBy>M</cp:lastModifiedBy>
  <cp:revision>2</cp:revision>
  <dcterms:created xsi:type="dcterms:W3CDTF">2012-10-21T18:49:37Z</dcterms:created>
  <dcterms:modified xsi:type="dcterms:W3CDTF">2012-12-15T18:38:29Z</dcterms:modified>
</cp:coreProperties>
</file>