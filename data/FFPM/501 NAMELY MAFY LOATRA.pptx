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 Namely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loatra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henatra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aman-tahotra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aizim-po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Nandroso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nivavaka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ô,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angatahiko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mamelà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hiahotra</a:t>
            </a:r>
            <a:r>
              <a:rPr lang="en-US" sz="6600" dirty="0" smtClean="0">
                <a:latin typeface="Cambria" pitchFamily="18" charset="0"/>
              </a:rPr>
              <a:t>;	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ananako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Mpamela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levona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Ariako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henatra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Satria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feonao</a:t>
            </a:r>
            <a:r>
              <a:rPr lang="en-US" sz="6600" dirty="0" smtClean="0">
                <a:latin typeface="Cambria" pitchFamily="18" charset="0"/>
              </a:rPr>
              <a:t> hoe: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Voavelako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501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smtClean="0">
                <a:latin typeface="Cambria" pitchFamily="18" charset="0"/>
              </a:rPr>
              <a:t>5</a:t>
            </a:r>
            <a:r>
              <a:rPr lang="en-US" sz="6600" dirty="0" smtClean="0">
                <a:latin typeface="Cambria" pitchFamily="18" charset="0"/>
              </a:rPr>
              <a:t>. </a:t>
            </a: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 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hafaliako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anatiko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sahiko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hoe: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Voavelanao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501</vt:lpstr>
      <vt:lpstr>HIRA 501</vt:lpstr>
      <vt:lpstr>HIRA 501</vt:lpstr>
      <vt:lpstr>HIRA 501</vt:lpstr>
      <vt:lpstr>HIRA 501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7</cp:revision>
  <dcterms:created xsi:type="dcterms:W3CDTF">2012-12-02T11:05:16Z</dcterms:created>
  <dcterms:modified xsi:type="dcterms:W3CDTF">2013-10-16T18:08:18Z</dcterms:modified>
</cp:coreProperties>
</file>