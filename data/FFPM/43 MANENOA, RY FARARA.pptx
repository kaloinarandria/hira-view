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  <p:sldId id="278" r:id="rId8"/>
    <p:sldId id="279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Manenoa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farara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Horohoroy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miantsoa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akaiky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Mpitsara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7863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Kristy:,: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amin-drahona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hampifoha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any am-</a:t>
            </a:r>
            <a:r>
              <a:rPr lang="en-US" sz="6600" dirty="0" err="1" smtClean="0">
                <a:latin typeface="Cambria" pitchFamily="18" charset="0"/>
              </a:rPr>
              <a:t>pasana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teniny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hamory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rehetra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7863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</a:t>
            </a:r>
            <a:r>
              <a:rPr lang="en-US" sz="6600" dirty="0" err="1" smtClean="0">
                <a:latin typeface="Cambria" pitchFamily="18" charset="0"/>
              </a:rPr>
              <a:t>Samy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handray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valin'ny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nataony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hilazany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Mialà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voaozona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Mandehana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mitoera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maizina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7863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mpanota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Any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anjaranao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mino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hilazany</a:t>
            </a:r>
            <a:r>
              <a:rPr lang="en-US" sz="66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Avia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notahina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Mandrosoa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mankanesa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amin'ny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mazava</a:t>
            </a:r>
            <a:r>
              <a:rPr lang="en-US" sz="6600" dirty="0" smtClean="0">
                <a:latin typeface="Cambria" pitchFamily="18" charset="0"/>
              </a:rPr>
              <a:t>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43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785926"/>
            <a:ext cx="9144000" cy="47863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:,:Io,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mpino</a:t>
            </a:r>
            <a:r>
              <a:rPr lang="en-US" sz="6600" dirty="0" smtClean="0">
                <a:latin typeface="Cambria" pitchFamily="18" charset="0"/>
              </a:rPr>
              <a:t>:,: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Indro</a:t>
            </a:r>
            <a:r>
              <a:rPr lang="en-US" sz="6600" dirty="0" smtClean="0">
                <a:latin typeface="Cambria" pitchFamily="18" charset="0"/>
              </a:rPr>
              <a:t> !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125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43</vt:lpstr>
      <vt:lpstr>HIRA 43</vt:lpstr>
      <vt:lpstr>HIRA 43</vt:lpstr>
      <vt:lpstr>HIRA 43</vt:lpstr>
      <vt:lpstr>HIRA 43</vt:lpstr>
      <vt:lpstr>HIRA 43</vt:lpstr>
      <vt:lpstr>HIRA 43</vt:lpstr>
      <vt:lpstr>HIRA 43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28: 1, 3</dc:title>
  <dc:creator>M</dc:creator>
  <cp:lastModifiedBy>M</cp:lastModifiedBy>
  <cp:revision>11</cp:revision>
  <dcterms:created xsi:type="dcterms:W3CDTF">2012-10-03T07:22:00Z</dcterms:created>
  <dcterms:modified xsi:type="dcterms:W3CDTF">2013-07-02T09:46:39Z</dcterms:modified>
</cp:coreProperties>
</file>