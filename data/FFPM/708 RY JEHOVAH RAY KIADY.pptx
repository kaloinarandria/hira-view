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1" r:id="rId8"/>
    <p:sldId id="264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64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708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Jehovah, Ray </a:t>
            </a:r>
            <a:r>
              <a:rPr lang="en-US" sz="6600" dirty="0" err="1" smtClean="0">
                <a:latin typeface="Cambria" pitchFamily="18" charset="0"/>
              </a:rPr>
              <a:t>Kiady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mpikarakara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nitahy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mpivady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Tao </a:t>
            </a:r>
            <a:r>
              <a:rPr lang="en-US" sz="6600" dirty="0" err="1" smtClean="0">
                <a:latin typeface="Cambria" pitchFamily="18" charset="0"/>
              </a:rPr>
              <a:t>Edena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fahizay</a:t>
            </a:r>
            <a:r>
              <a:rPr lang="en-US" sz="6600" dirty="0" smtClean="0">
                <a:latin typeface="Cambria" pitchFamily="18" charset="0"/>
              </a:rPr>
              <a:t>.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708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anatrehanao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Manam-pikasana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mpivady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hatrizao</a:t>
            </a:r>
            <a:r>
              <a:rPr lang="en-US" sz="6600" dirty="0" smtClean="0">
                <a:latin typeface="Cambria" pitchFamily="18" charset="0"/>
              </a:rPr>
              <a:t>. 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708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tahio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Ray </a:t>
            </a:r>
            <a:r>
              <a:rPr lang="en-US" sz="6600" dirty="0" err="1" smtClean="0">
                <a:latin typeface="Cambria" pitchFamily="18" charset="0"/>
              </a:rPr>
              <a:t>mpiahy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firaisany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Hifanaraka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panahy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hiankina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708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tsodranonao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fahiny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Angatahinay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ankehitriny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Hahatò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hatakay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708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omenao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ampio</a:t>
            </a:r>
            <a:r>
              <a:rPr lang="en-US" sz="6600" dirty="0" smtClean="0">
                <a:latin typeface="Cambria" pitchFamily="18" charset="0"/>
              </a:rPr>
              <a:t> re,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Hitaizany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ankizy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Amim-pahendrena</a:t>
            </a:r>
            <a:r>
              <a:rPr lang="en-US" sz="6600" dirty="0" smtClean="0">
                <a:latin typeface="Cambria" pitchFamily="18" charset="0"/>
              </a:rPr>
              <a:t> be; 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708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avela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irery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tratry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manjo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tafionao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Mahatanjaka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708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tony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Mila </a:t>
            </a:r>
            <a:r>
              <a:rPr lang="en-US" sz="6600" dirty="0" err="1" smtClean="0">
                <a:latin typeface="Cambria" pitchFamily="18" charset="0"/>
              </a:rPr>
              <a:t>haharenoka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taironao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Mpamela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708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tapitra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taona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voafetranao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Enga</a:t>
            </a:r>
            <a:r>
              <a:rPr lang="en-US" sz="6600" dirty="0" smtClean="0">
                <a:latin typeface="Cambria" pitchFamily="18" charset="0"/>
              </a:rPr>
              <a:t> ka ho </a:t>
            </a:r>
            <a:r>
              <a:rPr lang="en-US" sz="6600" dirty="0" err="1" smtClean="0">
                <a:latin typeface="Cambria" pitchFamily="18" charset="0"/>
              </a:rPr>
              <a:t>tafahaona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151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708</vt:lpstr>
      <vt:lpstr>HIRA 708</vt:lpstr>
      <vt:lpstr>HIRA 708</vt:lpstr>
      <vt:lpstr>HIRA 708</vt:lpstr>
      <vt:lpstr>HIRA 708</vt:lpstr>
      <vt:lpstr>HIRA 708</vt:lpstr>
      <vt:lpstr>HIRA 708</vt:lpstr>
      <vt:lpstr>HIRA 708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6</cp:revision>
  <dcterms:created xsi:type="dcterms:W3CDTF">2012-12-02T01:28:21Z</dcterms:created>
  <dcterms:modified xsi:type="dcterms:W3CDTF">2013-04-20T03:52:40Z</dcterms:modified>
</cp:coreProperties>
</file>