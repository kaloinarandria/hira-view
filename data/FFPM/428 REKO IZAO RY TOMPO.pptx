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65" r:id="rId6"/>
    <p:sldId id="266" r:id="rId7"/>
    <p:sldId id="259" r:id="rId8"/>
    <p:sldId id="267" r:id="rId9"/>
    <p:sldId id="268" r:id="rId10"/>
    <p:sldId id="260" r:id="rId11"/>
    <p:sldId id="269" r:id="rId12"/>
    <p:sldId id="270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409" autoAdjust="0"/>
    <p:restoredTop sz="94660"/>
  </p:normalViewPr>
  <p:slideViewPr>
    <p:cSldViewPr>
      <p:cViewPr varScale="1">
        <p:scale>
          <a:sx n="48" d="100"/>
          <a:sy n="48" d="100"/>
        </p:scale>
        <p:origin x="-96" y="-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17/05/2015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00042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571480"/>
            <a:ext cx="8929718" cy="628652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1. </a:t>
            </a:r>
            <a:r>
              <a:rPr lang="en-US" sz="7200" dirty="0" err="1" smtClean="0">
                <a:latin typeface="Cambria" pitchFamily="18" charset="0"/>
              </a:rPr>
              <a:t>Reko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antsonao</a:t>
            </a:r>
            <a:r>
              <a:rPr lang="en-US" sz="7200" dirty="0" smtClean="0">
                <a:latin typeface="Cambria" pitchFamily="18" charset="0"/>
              </a:rPr>
              <a:t>,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Miantso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mpanompo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ho</a:t>
            </a:r>
            <a:r>
              <a:rPr lang="fr-FR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irakao</a:t>
            </a:r>
            <a:r>
              <a:rPr lang="en-US" sz="7200" dirty="0" smtClean="0">
                <a:latin typeface="Cambria" pitchFamily="18" charset="0"/>
              </a:rPr>
              <a:t>!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642918"/>
            <a:ext cx="914400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smtClean="0">
                <a:latin typeface="Cambria" pitchFamily="18" charset="0"/>
              </a:rPr>
              <a:t>Iraho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642918"/>
            <a:ext cx="871540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Ekeko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miaramilanao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2. O! </a:t>
            </a:r>
            <a:r>
              <a:rPr lang="en-US" sz="7200" dirty="0" err="1" smtClean="0">
                <a:latin typeface="Cambria" pitchFamily="18" charset="0"/>
              </a:rPr>
              <a:t>Diovy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molotro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madio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hanompo</a:t>
            </a:r>
            <a:r>
              <a:rPr lang="en-US" sz="7200" dirty="0" smtClean="0">
                <a:latin typeface="Cambria" pitchFamily="18" charset="0"/>
              </a:rPr>
              <a:t> no </a:t>
            </a:r>
            <a:r>
              <a:rPr lang="en-US" sz="7200" dirty="0" err="1" smtClean="0">
                <a:latin typeface="Cambria" pitchFamily="18" charset="0"/>
              </a:rPr>
              <a:t>atolotro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034" y="642918"/>
            <a:ext cx="8643966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Ekeko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miaramilanao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Tsy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handeha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irery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hiaraka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Aminao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Ka </a:t>
            </a:r>
            <a:r>
              <a:rPr lang="en-US" sz="7200" dirty="0" err="1" smtClean="0">
                <a:latin typeface="Cambria" pitchFamily="18" charset="0"/>
              </a:rPr>
              <a:t>dia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omeo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hery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Fanahinao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642918"/>
            <a:ext cx="8715404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Ekeko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miaramilanao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571480"/>
            <a:ext cx="9144000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4. </a:t>
            </a:r>
            <a:r>
              <a:rPr lang="en-US" sz="7200" dirty="0" err="1" smtClean="0">
                <a:latin typeface="Cambria" pitchFamily="18" charset="0"/>
              </a:rPr>
              <a:t>Reko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toky</a:t>
            </a:r>
            <a:r>
              <a:rPr lang="en-US" sz="7200" dirty="0" smtClean="0">
                <a:latin typeface="Cambria" pitchFamily="18" charset="0"/>
              </a:rPr>
              <a:t> hoe : "</a:t>
            </a:r>
            <a:r>
              <a:rPr lang="en-US" sz="7200" dirty="0" err="1" smtClean="0">
                <a:latin typeface="Cambria" pitchFamily="18" charset="0"/>
              </a:rPr>
              <a:t>Momba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Hianao</a:t>
            </a:r>
            <a:r>
              <a:rPr lang="en-US" sz="7200" dirty="0" smtClean="0">
                <a:latin typeface="Cambria" pitchFamily="18" charset="0"/>
              </a:rPr>
              <a:t>"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Tompo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Zoky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vonona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izao</a:t>
            </a:r>
            <a:endParaRPr lang="en-US" sz="72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Inty</a:t>
            </a:r>
            <a:r>
              <a:rPr lang="en-US" sz="7200" dirty="0" smtClean="0">
                <a:latin typeface="Cambria" pitchFamily="18" charset="0"/>
              </a:rPr>
              <a:t>!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aho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Jeso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HIRA 428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Ekeko</a:t>
            </a:r>
            <a:r>
              <a:rPr lang="en-US" sz="7200" dirty="0" smtClean="0">
                <a:latin typeface="Cambria" pitchFamily="18" charset="0"/>
              </a:rPr>
              <a:t> re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ho </a:t>
            </a:r>
            <a:r>
              <a:rPr lang="en-US" sz="7200" dirty="0" err="1" smtClean="0">
                <a:latin typeface="Cambria" pitchFamily="18" charset="0"/>
              </a:rPr>
              <a:t>miaramilanao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Ho </a:t>
            </a:r>
            <a:r>
              <a:rPr lang="en-US" sz="7200" dirty="0" err="1" smtClean="0">
                <a:latin typeface="Cambria" pitchFamily="18" charset="0"/>
              </a:rPr>
              <a:t>vonona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hanao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sitrakao</a:t>
            </a:r>
            <a:r>
              <a:rPr lang="en-US" sz="7200" dirty="0" smtClean="0">
                <a:latin typeface="Cambria" pitchFamily="18" charset="0"/>
              </a:rPr>
              <a:t>, ka </a:t>
            </a:r>
            <a:r>
              <a:rPr lang="en-US" sz="7200" dirty="0" err="1" smtClean="0">
                <a:latin typeface="Cambria" pitchFamily="18" charset="0"/>
              </a:rPr>
              <a:t>iraho</a:t>
            </a:r>
            <a:r>
              <a:rPr lang="en-US" sz="7200" dirty="0" smtClean="0"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222</Words>
  <PresentationFormat>Affichage à l'écran (4:3)</PresentationFormat>
  <Paragraphs>36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428</vt:lpstr>
      <vt:lpstr>HIRA 428</vt:lpstr>
      <vt:lpstr>HIRA 428</vt:lpstr>
      <vt:lpstr>HIRA 428</vt:lpstr>
      <vt:lpstr>HIRA 428</vt:lpstr>
      <vt:lpstr>HIRA 428</vt:lpstr>
      <vt:lpstr>HIRA 428</vt:lpstr>
      <vt:lpstr>HIRA 428</vt:lpstr>
      <vt:lpstr>HIRA 428</vt:lpstr>
      <vt:lpstr>HIRA 428</vt:lpstr>
      <vt:lpstr>HIRA 428</vt:lpstr>
      <vt:lpstr>HIRA 428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428</dc:title>
  <dc:creator>M</dc:creator>
  <cp:lastModifiedBy>M</cp:lastModifiedBy>
  <cp:revision>12</cp:revision>
  <dcterms:created xsi:type="dcterms:W3CDTF">2012-12-08T21:12:16Z</dcterms:created>
  <dcterms:modified xsi:type="dcterms:W3CDTF">2015-05-17T04:23:26Z</dcterms:modified>
</cp:coreProperties>
</file>