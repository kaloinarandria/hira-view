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129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1. Any naraina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:,: Ilay Avotr'aina. :,: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Natsangan-dRay.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129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Resy ny ota,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:,: ka ny mpanota, :,: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Mihoby indray.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Any naraina...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129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2. Hira hiraina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:,: Ny Tompon'aina :,: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Isaoranay;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129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Ory ny fony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:,: mba hampitony:,: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Ny sentonay.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Hira hiraina...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129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Faly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very,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:,: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manan-kery</a:t>
            </a:r>
            <a:r>
              <a:rPr lang="en-US" sz="72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helokay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129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Jesosy Tompo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:,: dia mampanompo :,: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Ny rafinay.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Faly ny very...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129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4. </a:t>
            </a:r>
            <a:r>
              <a:rPr lang="en-US" sz="7200" dirty="0" err="1" smtClean="0">
                <a:latin typeface="Cambria" pitchFamily="18" charset="0"/>
              </a:rPr>
              <a:t>Hisy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maraina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:,: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Tompon'aina</a:t>
            </a:r>
            <a:r>
              <a:rPr lang="en-US" sz="72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avy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indray</a:t>
            </a:r>
            <a:r>
              <a:rPr lang="en-US" sz="72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hizara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129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:,: ny lova tsara :,: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Homena anay.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Hisy maraina</a:t>
            </a:r>
            <a:r>
              <a:rPr lang="sv-SE" sz="7200" dirty="0" smtClean="0">
                <a:latin typeface="Cambria" pitchFamily="18" charset="0"/>
              </a:rPr>
              <a:t>...</a:t>
            </a:r>
            <a:endParaRPr lang="sv-SE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117</Words>
  <PresentationFormat>Affichage à l'écran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129</vt:lpstr>
      <vt:lpstr>HIRA 129</vt:lpstr>
      <vt:lpstr>HIRA 129</vt:lpstr>
      <vt:lpstr>HIRA 129</vt:lpstr>
      <vt:lpstr>HIRA 129</vt:lpstr>
      <vt:lpstr>HIRA 129</vt:lpstr>
      <vt:lpstr>HIRA 129</vt:lpstr>
      <vt:lpstr>HIRA 129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10</cp:revision>
  <dcterms:created xsi:type="dcterms:W3CDTF">2012-10-21T18:56:48Z</dcterms:created>
  <dcterms:modified xsi:type="dcterms:W3CDTF">2013-07-03T07:02:35Z</dcterms:modified>
</cp:coreProperties>
</file>