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8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502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Finaritra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vorona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an'ala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karam</a:t>
            </a:r>
            <a:r>
              <a:rPr lang="en-US" sz="6600" dirty="0" smtClean="0">
                <a:latin typeface="Cambria" pitchFamily="18" charset="0"/>
              </a:rPr>
              <a:t>-</a:t>
            </a:r>
            <a:r>
              <a:rPr lang="en-US" sz="6600" dirty="0" err="1" smtClean="0">
                <a:latin typeface="Cambria" pitchFamily="18" charset="0"/>
              </a:rPr>
              <a:t>bato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avobe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betsaka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mpankahala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502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Mivonon-kahafaty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re;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Matoky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misalasala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manam-piarovanan-dehibe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502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Tompoko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harambato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ala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ikirizako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miato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502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ataon'ny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Mamely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misahato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fiarovako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502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ta-hamely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Mikendry</a:t>
            </a:r>
            <a:r>
              <a:rPr lang="en-US" sz="6600" dirty="0" smtClean="0">
                <a:latin typeface="Cambria" pitchFamily="18" charset="0"/>
              </a:rPr>
              <a:t> , </a:t>
            </a: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sasa-poana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panahy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502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manodidina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smtClean="0">
                <a:latin typeface="Cambria" pitchFamily="18" charset="0"/>
              </a:rPr>
              <a:t>manohana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502</vt:lpstr>
      <vt:lpstr>HIRA 502</vt:lpstr>
      <vt:lpstr>HIRA 502</vt:lpstr>
      <vt:lpstr>HIRA 502</vt:lpstr>
      <vt:lpstr>HIRA 502</vt:lpstr>
      <vt:lpstr>HIRA 502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7</cp:revision>
  <dcterms:created xsi:type="dcterms:W3CDTF">2012-12-02T11:05:16Z</dcterms:created>
  <dcterms:modified xsi:type="dcterms:W3CDTF">2015-02-22T05:56:17Z</dcterms:modified>
</cp:coreProperties>
</file>