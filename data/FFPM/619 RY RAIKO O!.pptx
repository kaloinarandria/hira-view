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727" autoAdjust="0"/>
    <p:restoredTop sz="94660"/>
  </p:normalViewPr>
  <p:slideViewPr>
    <p:cSldViewPr>
      <p:cViewPr varScale="1">
        <p:scale>
          <a:sx n="58" d="100"/>
          <a:sy n="58" d="100"/>
        </p:scale>
        <p:origin x="-15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5200" dirty="0" smtClean="0">
                <a:latin typeface="Cambria" pitchFamily="18" charset="0"/>
              </a:rPr>
              <a:t>1. Ry Raiko ô! Tariho ny zanakao,</a:t>
            </a:r>
          </a:p>
          <a:p>
            <a:pPr>
              <a:buNone/>
            </a:pPr>
            <a:r>
              <a:rPr lang="fi-FI" sz="5200" dirty="0" smtClean="0">
                <a:latin typeface="Cambria" pitchFamily="18" charset="0"/>
              </a:rPr>
              <a:t>Tariho re! </a:t>
            </a:r>
          </a:p>
          <a:p>
            <a:pPr>
              <a:buNone/>
            </a:pPr>
            <a:r>
              <a:rPr lang="fi-FI" sz="5200" dirty="0" smtClean="0">
                <a:latin typeface="Cambria" pitchFamily="18" charset="0"/>
              </a:rPr>
              <a:t>Fa maizina ny lalako izao,</a:t>
            </a:r>
          </a:p>
          <a:p>
            <a:pPr>
              <a:buNone/>
            </a:pPr>
            <a:r>
              <a:rPr lang="fi-FI" sz="5200" dirty="0" smtClean="0">
                <a:latin typeface="Cambria" pitchFamily="18" charset="0"/>
              </a:rPr>
              <a:t>Tariho re!</a:t>
            </a:r>
          </a:p>
          <a:p>
            <a:pPr>
              <a:buNone/>
            </a:pPr>
            <a:r>
              <a:rPr lang="fi-FI" sz="5200" dirty="0" smtClean="0">
                <a:latin typeface="Cambria" pitchFamily="18" charset="0"/>
              </a:rPr>
              <a:t>Tsilovy ka omeo finoana, </a:t>
            </a:r>
          </a:p>
          <a:p>
            <a:pPr>
              <a:buNone/>
            </a:pPr>
            <a:r>
              <a:rPr lang="fi-FI" sz="5200" dirty="0" smtClean="0">
                <a:latin typeface="Cambria" pitchFamily="18" charset="0"/>
              </a:rPr>
              <a:t>Tantano ao am-pandehanana.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Izay ela izay ny lalan-tsitrapo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 tiako;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Izay ela izay, izao tontolo izao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 mamiko;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Kanefa izao, tariho ny zanakao,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Raiko ô! Handia ny làlanao.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Tsy mba ahoako ny loza aty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An-dalana;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te-hitsinjo koa ny ary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An-koatra;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isan'andro alaharonao,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Raiko ô! Ny dian'ny zanakao.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5716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Na mbola lavitra aza re izay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Alehako,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Tarihonao ambara-pahafaka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alina,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Dia vao hitsahatra ny zanakao,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Raiko ô! Ary an-danitrao.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131</Words>
  <PresentationFormat>Affichage à l'écran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619</vt:lpstr>
      <vt:lpstr>HIRA 619</vt:lpstr>
      <vt:lpstr>HIRA 619</vt:lpstr>
      <vt:lpstr>HIRA 619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10</cp:revision>
  <dcterms:created xsi:type="dcterms:W3CDTF">2012-12-08T21:04:49Z</dcterms:created>
  <dcterms:modified xsi:type="dcterms:W3CDTF">2014-06-06T06:01:21Z</dcterms:modified>
</cp:coreProperties>
</file>