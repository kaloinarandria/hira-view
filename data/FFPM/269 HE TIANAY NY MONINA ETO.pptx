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8" r:id="rId5"/>
    <p:sldId id="265" r:id="rId6"/>
    <p:sldId id="269" r:id="rId7"/>
    <p:sldId id="266" r:id="rId8"/>
    <p:sldId id="270" r:id="rId9"/>
    <p:sldId id="267" r:id="rId10"/>
    <p:sldId id="271" r:id="rId1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1" d="100"/>
          <a:sy n="61" d="100"/>
        </p:scale>
        <p:origin x="-56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20/05/2013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1. 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mampisento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mampisento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2. 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maina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mampisento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92975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3. </a:t>
            </a:r>
            <a:r>
              <a:rPr lang="en-US" sz="6000" dirty="0" err="1" smtClean="0">
                <a:latin typeface="Cambria" pitchFamily="18" charset="0"/>
              </a:rPr>
              <a:t>Fehezinao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Milamina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misy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tsymifankatia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ondry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tarihinao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mampisento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92975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4.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fanimban'ny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fahavalo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Mitazan-davitra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mandalo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rafinao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mampisento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929750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5.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fototra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izay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mahatsara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Tomponay</a:t>
            </a:r>
            <a:r>
              <a:rPr lang="en-US" sz="60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Dia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Hianao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Mpiandry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tsara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No </a:t>
            </a:r>
            <a:r>
              <a:rPr lang="en-US" sz="6000" dirty="0" err="1" smtClean="0">
                <a:latin typeface="Cambria" pitchFamily="18" charset="0"/>
              </a:rPr>
              <a:t>miara-monina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aminay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00100" y="0"/>
            <a:ext cx="7933588" cy="785794"/>
          </a:xfrm>
        </p:spPr>
        <p:txBody>
          <a:bodyPr/>
          <a:lstStyle/>
          <a:p>
            <a:pPr algn="ctr"/>
            <a:r>
              <a:rPr lang="fr-FR" dirty="0" smtClean="0">
                <a:latin typeface="Cambria" pitchFamily="18" charset="0"/>
              </a:rPr>
              <a:t>HIRA </a:t>
            </a:r>
            <a:r>
              <a:rPr lang="fr-FR" dirty="0" smtClean="0">
                <a:latin typeface="Cambria" pitchFamily="18" charset="0"/>
              </a:rPr>
              <a:t>269 </a:t>
            </a:r>
            <a:endParaRPr lang="fr-FR" dirty="0"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600076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000" dirty="0" smtClean="0">
                <a:latin typeface="Cambria" pitchFamily="18" charset="0"/>
              </a:rPr>
              <a:t>He!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monina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eto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maminay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valanao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Tsy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tianay</a:t>
            </a:r>
            <a:r>
              <a:rPr lang="en-US" sz="6000" dirty="0" smtClean="0">
                <a:latin typeface="Cambria" pitchFamily="18" charset="0"/>
              </a:rPr>
              <a:t>, </a:t>
            </a:r>
            <a:r>
              <a:rPr lang="en-US" sz="6000" dirty="0" err="1" smtClean="0">
                <a:latin typeface="Cambria" pitchFamily="18" charset="0"/>
              </a:rPr>
              <a:t>fa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mampisento</a:t>
            </a:r>
            <a:endParaRPr lang="en-US" sz="60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lavitra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ny</a:t>
            </a:r>
            <a:r>
              <a:rPr lang="en-US" sz="6000" dirty="0" smtClean="0">
                <a:latin typeface="Cambria" pitchFamily="18" charset="0"/>
              </a:rPr>
              <a:t> </a:t>
            </a:r>
            <a:r>
              <a:rPr lang="en-US" sz="6000" dirty="0" err="1" smtClean="0">
                <a:latin typeface="Cambria" pitchFamily="18" charset="0"/>
              </a:rPr>
              <a:t>tranonao</a:t>
            </a:r>
            <a:endParaRPr lang="en-US" sz="60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211</Words>
  <PresentationFormat>Affichage à l'écran (4:3)</PresentationFormat>
  <Paragraphs>50</Paragraphs>
  <Slides>10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1" baseType="lpstr">
      <vt:lpstr>Thème Office</vt:lpstr>
      <vt:lpstr>HIRA 269 </vt:lpstr>
      <vt:lpstr>HIRA 269 </vt:lpstr>
      <vt:lpstr>HIRA 269 </vt:lpstr>
      <vt:lpstr>HIRA 269 </vt:lpstr>
      <vt:lpstr>HIRA 269 </vt:lpstr>
      <vt:lpstr>HIRA 269 </vt:lpstr>
      <vt:lpstr>HIRA 269 </vt:lpstr>
      <vt:lpstr>HIRA 269 </vt:lpstr>
      <vt:lpstr>HIRA 269 </vt:lpstr>
      <vt:lpstr>HIRA 269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Alahady 30 Sept 2012</dc:title>
  <dc:creator>M</dc:creator>
  <cp:lastModifiedBy>M</cp:lastModifiedBy>
  <cp:revision>3</cp:revision>
  <dcterms:created xsi:type="dcterms:W3CDTF">2012-10-03T08:01:55Z</dcterms:created>
  <dcterms:modified xsi:type="dcterms:W3CDTF">2013-05-20T17:55:59Z</dcterms:modified>
</cp:coreProperties>
</file>