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koatra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Paradisa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takona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Kanefa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Mamirapiratra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endriky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Ray;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handray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hanjo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tafiditra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ranomaso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afaka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hankao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hazavana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Manelatrelatra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zava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mahasoa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Anjely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marobe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Mihira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 e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Mifaly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Andeha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marobe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Aria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tahotrao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dia </a:t>
            </a:r>
            <a:r>
              <a:rPr lang="fr-FR" sz="6600" dirty="0" err="1" smtClean="0">
                <a:latin typeface="Cambria" pitchFamily="18" charset="0"/>
              </a:rPr>
              <a:t>mizora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loza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ety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Tomponao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tety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695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fahoriana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Odio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Handraisantsika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fiadanam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140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695</vt:lpstr>
      <vt:lpstr>HIRA 695</vt:lpstr>
      <vt:lpstr>HIRA 695</vt:lpstr>
      <vt:lpstr>HIRA 695</vt:lpstr>
      <vt:lpstr>HIRA 695</vt:lpstr>
      <vt:lpstr>HIRA 695</vt:lpstr>
      <vt:lpstr>HIRA 695</vt:lpstr>
      <vt:lpstr>HIRA 695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5</cp:revision>
  <dcterms:created xsi:type="dcterms:W3CDTF">2012-12-02T01:28:21Z</dcterms:created>
  <dcterms:modified xsi:type="dcterms:W3CDTF">2013-05-20T16:17:50Z</dcterms:modified>
</cp:coreProperties>
</file>