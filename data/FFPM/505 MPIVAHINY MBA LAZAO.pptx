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6" d="100"/>
          <a:sy n="46" d="100"/>
        </p:scale>
        <p:origin x="-102" y="-2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505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Mpivahiny</a:t>
            </a:r>
            <a:r>
              <a:rPr lang="en-US" sz="6600" dirty="0" smtClean="0">
                <a:latin typeface="Cambria" pitchFamily="18" charset="0"/>
              </a:rPr>
              <a:t>!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lazao</a:t>
            </a:r>
            <a:r>
              <a:rPr lang="en-US" sz="6600" dirty="0" smtClean="0"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Zovy</a:t>
            </a:r>
            <a:r>
              <a:rPr lang="en-US" sz="6600" dirty="0" smtClean="0">
                <a:latin typeface="Cambria" pitchFamily="18" charset="0"/>
              </a:rPr>
              <a:t> moa </a:t>
            </a:r>
            <a:r>
              <a:rPr lang="en-US" sz="6600" dirty="0" err="1" smtClean="0">
                <a:latin typeface="Cambria" pitchFamily="18" charset="0"/>
              </a:rPr>
              <a:t>hianao</a:t>
            </a:r>
            <a:r>
              <a:rPr lang="en-US" sz="6600" dirty="0" smtClean="0">
                <a:latin typeface="Cambria" pitchFamily="18" charset="0"/>
              </a:rPr>
              <a:t>?"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"</a:t>
            </a:r>
            <a:r>
              <a:rPr lang="en-US" sz="6600" dirty="0" err="1" smtClean="0">
                <a:latin typeface="Cambria" pitchFamily="18" charset="0"/>
              </a:rPr>
              <a:t>Izaho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namanao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ity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miandry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Ilay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ary</a:t>
            </a:r>
            <a:r>
              <a:rPr lang="en-US" sz="6600" dirty="0" smtClean="0">
                <a:latin typeface="Cambria" pitchFamily="18" charset="0"/>
              </a:rPr>
              <a:t>."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505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"</a:t>
            </a:r>
            <a:r>
              <a:rPr lang="en-US" sz="6600" dirty="0" err="1" smtClean="0">
                <a:latin typeface="Cambria" pitchFamily="18" charset="0"/>
              </a:rPr>
              <a:t>Mpivahiny</a:t>
            </a:r>
            <a:r>
              <a:rPr lang="en-US" sz="6600" dirty="0" smtClean="0">
                <a:latin typeface="Cambria" pitchFamily="18" charset="0"/>
              </a:rPr>
              <a:t>!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lazao</a:t>
            </a:r>
            <a:r>
              <a:rPr lang="en-US" sz="6600" dirty="0" smtClean="0"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andrasanao</a:t>
            </a:r>
            <a:r>
              <a:rPr lang="en-US" sz="6600" dirty="0" smtClean="0">
                <a:latin typeface="Cambria" pitchFamily="18" charset="0"/>
              </a:rPr>
              <a:t>?"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"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Havako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ary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No </a:t>
            </a:r>
            <a:r>
              <a:rPr lang="en-US" sz="6600" dirty="0" err="1" smtClean="0">
                <a:latin typeface="Cambria" pitchFamily="18" charset="0"/>
              </a:rPr>
              <a:t>andrasako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aty</a:t>
            </a:r>
            <a:r>
              <a:rPr lang="en-US" sz="6600" dirty="0" smtClean="0">
                <a:latin typeface="Cambria" pitchFamily="18" charset="0"/>
              </a:rPr>
              <a:t>."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505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Mpivahiny</a:t>
            </a:r>
            <a:r>
              <a:rPr lang="en-US" sz="6600" dirty="0" smtClean="0">
                <a:latin typeface="Cambria" pitchFamily="18" charset="0"/>
              </a:rPr>
              <a:t>!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lazao</a:t>
            </a:r>
            <a:r>
              <a:rPr lang="en-US" sz="6600" dirty="0" smtClean="0"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Aiza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halehanao</a:t>
            </a:r>
            <a:r>
              <a:rPr lang="en-US" sz="6600" dirty="0" smtClean="0">
                <a:latin typeface="Cambria" pitchFamily="18" charset="0"/>
              </a:rPr>
              <a:t>?"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"</a:t>
            </a:r>
            <a:r>
              <a:rPr lang="en-US" sz="6600" dirty="0" err="1" smtClean="0">
                <a:latin typeface="Cambria" pitchFamily="18" charset="0"/>
              </a:rPr>
              <a:t>Lalana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ety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avokoa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Sady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sarotra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tokoa</a:t>
            </a:r>
            <a:r>
              <a:rPr lang="en-US" sz="6600" dirty="0" smtClean="0">
                <a:latin typeface="Cambria" pitchFamily="18" charset="0"/>
              </a:rPr>
              <a:t>."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505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Mpivahiny!mba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lazao</a:t>
            </a:r>
            <a:r>
              <a:rPr lang="en-US" sz="6600" dirty="0" smtClean="0"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hirahinao</a:t>
            </a:r>
            <a:r>
              <a:rPr lang="en-US" sz="6600" dirty="0" smtClean="0">
                <a:latin typeface="Cambria" pitchFamily="18" charset="0"/>
              </a:rPr>
              <a:t>?"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"</a:t>
            </a:r>
            <a:r>
              <a:rPr lang="en-US" sz="6600" dirty="0" err="1" smtClean="0">
                <a:latin typeface="Cambria" pitchFamily="18" charset="0"/>
              </a:rPr>
              <a:t>Jeso,Zoky</a:t>
            </a:r>
            <a:r>
              <a:rPr lang="en-US" sz="6600" dirty="0" smtClean="0">
                <a:latin typeface="Cambria" pitchFamily="18" charset="0"/>
              </a:rPr>
              <a:t> be </a:t>
            </a:r>
            <a:r>
              <a:rPr lang="en-US" sz="6600" dirty="0" err="1" smtClean="0">
                <a:latin typeface="Cambria" pitchFamily="18" charset="0"/>
              </a:rPr>
              <a:t>fitia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mamela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hania</a:t>
            </a:r>
            <a:r>
              <a:rPr lang="en-US" sz="6600" dirty="0" smtClean="0">
                <a:latin typeface="Cambria" pitchFamily="18" charset="0"/>
              </a:rPr>
              <a:t>."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505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3. "Mpivahiny! mba lazao: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Aiza no hodiovinao?"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"Ao an-danitra madio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No aleha ankehitrio."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505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"</a:t>
            </a:r>
            <a:r>
              <a:rPr lang="en-US" sz="6600" dirty="0" err="1" smtClean="0">
                <a:latin typeface="Cambria" pitchFamily="18" charset="0"/>
              </a:rPr>
              <a:t>Mpivahiny</a:t>
            </a:r>
            <a:r>
              <a:rPr lang="en-US" sz="6600" dirty="0" smtClean="0">
                <a:latin typeface="Cambria" pitchFamily="18" charset="0"/>
              </a:rPr>
              <a:t>!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lazao</a:t>
            </a:r>
            <a:r>
              <a:rPr lang="en-US" sz="6600" dirty="0" smtClean="0"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handray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?"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"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Ilay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Mpanjaka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soa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Havako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tokoa</a:t>
            </a:r>
            <a:r>
              <a:rPr lang="en-US" sz="6600" smtClean="0">
                <a:latin typeface="Cambria" pitchFamily="18" charset="0"/>
              </a:rPr>
              <a:t>."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132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505</vt:lpstr>
      <vt:lpstr>HIRA 505</vt:lpstr>
      <vt:lpstr>HIRA 505</vt:lpstr>
      <vt:lpstr>HIRA 505</vt:lpstr>
      <vt:lpstr>HIRA 505</vt:lpstr>
      <vt:lpstr>HIRA 505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515</dc:title>
  <dc:creator>M</dc:creator>
  <cp:lastModifiedBy>M</cp:lastModifiedBy>
  <cp:revision>4</cp:revision>
  <dcterms:created xsi:type="dcterms:W3CDTF">2012-12-02T11:05:16Z</dcterms:created>
  <dcterms:modified xsi:type="dcterms:W3CDTF">2013-10-16T17:52:18Z</dcterms:modified>
</cp:coreProperties>
</file>