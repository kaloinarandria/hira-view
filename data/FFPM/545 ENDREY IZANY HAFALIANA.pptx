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3" r:id="rId4"/>
    <p:sldId id="260" r:id="rId5"/>
    <p:sldId id="262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9330" autoAdjust="0"/>
  </p:normalViewPr>
  <p:slideViewPr>
    <p:cSldViewPr>
      <p:cViewPr varScale="1">
        <p:scale>
          <a:sx n="64" d="100"/>
          <a:sy n="64" d="100"/>
        </p:scale>
        <p:origin x="-41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23/06/2015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571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1. </a:t>
            </a:r>
            <a:r>
              <a:rPr lang="en-US" sz="6000" b="1" dirty="0" err="1" smtClean="0">
                <a:latin typeface="Cambria" pitchFamily="18" charset="0"/>
              </a:rPr>
              <a:t>Endrey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hafaliana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Fa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velona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aina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izahay</a:t>
            </a:r>
            <a:r>
              <a:rPr lang="en-US" sz="6000" b="1" dirty="0" smtClean="0">
                <a:latin typeface="Cambria" pitchFamily="18" charset="0"/>
              </a:rPr>
              <a:t>;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Tanteraka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faniriana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Ka </a:t>
            </a:r>
            <a:r>
              <a:rPr lang="en-US" sz="6000" b="1" dirty="0" err="1" smtClean="0">
                <a:latin typeface="Cambria" pitchFamily="18" charset="0"/>
              </a:rPr>
              <a:t>dera</a:t>
            </a:r>
            <a:r>
              <a:rPr lang="en-US" sz="6000" b="1" dirty="0" smtClean="0">
                <a:latin typeface="Cambria" pitchFamily="18" charset="0"/>
              </a:rPr>
              <a:t> ho </a:t>
            </a:r>
            <a:r>
              <a:rPr lang="en-US" sz="6000" b="1" dirty="0" err="1" smtClean="0">
                <a:latin typeface="Cambria" pitchFamily="18" charset="0"/>
              </a:rPr>
              <a:t>Anao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ry</a:t>
            </a:r>
            <a:r>
              <a:rPr lang="en-US" sz="6000" b="1" dirty="0" smtClean="0">
                <a:latin typeface="Cambria" pitchFamily="18" charset="0"/>
              </a:rPr>
              <a:t> Ray!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err="1" smtClean="0"/>
              <a:t>Hira</a:t>
            </a:r>
            <a:r>
              <a:rPr lang="fr-FR" dirty="0" smtClean="0"/>
              <a:t> 545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 vert="horz" lIns="91440" tIns="45720" rIns="91440" bIns="45720" rtlCol="0">
            <a:noAutofit/>
          </a:bodyPr>
          <a:lstStyle/>
          <a:p>
            <a:pPr lvl="0">
              <a:buClr>
                <a:srgbClr val="FF0000"/>
              </a:buClr>
              <a:buNone/>
            </a:pPr>
            <a:r>
              <a:rPr lang="en-US" sz="6000" b="1" dirty="0" err="1" smtClean="0">
                <a:latin typeface="Cambria" pitchFamily="18" charset="0"/>
              </a:rPr>
              <a:t>Atolotray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tokoa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tena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ho </a:t>
            </a:r>
            <a:r>
              <a:rPr lang="en-US" sz="6000" b="1" dirty="0" err="1" smtClean="0">
                <a:latin typeface="Cambria" pitchFamily="18" charset="0"/>
              </a:rPr>
              <a:t>fanati-tsitrakao</a:t>
            </a:r>
            <a:r>
              <a:rPr lang="en-US" sz="6000" b="1" dirty="0" smtClean="0">
                <a:latin typeface="Cambria" pitchFamily="18" charset="0"/>
              </a:rPr>
              <a:t>, </a:t>
            </a:r>
            <a:endParaRPr lang="fr-FR" sz="6000" b="1" dirty="0" smtClean="0"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000" b="1" dirty="0" err="1" smtClean="0">
                <a:latin typeface="Cambria" pitchFamily="18" charset="0"/>
              </a:rPr>
              <a:t>Satria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manaiky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ekena</a:t>
            </a:r>
            <a:endParaRPr lang="fr-FR" sz="6000" b="1" dirty="0" smtClean="0"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000" b="1" dirty="0" smtClean="0">
                <a:latin typeface="Cambria" pitchFamily="18" charset="0"/>
              </a:rPr>
              <a:t>Ho </a:t>
            </a:r>
            <a:r>
              <a:rPr lang="en-US" sz="6000" b="1" dirty="0" err="1" smtClean="0">
                <a:latin typeface="Cambria" pitchFamily="18" charset="0"/>
              </a:rPr>
              <a:t>tonga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olom-baovao</a:t>
            </a:r>
            <a:r>
              <a:rPr lang="en-US" sz="6000" b="1" dirty="0" smtClean="0">
                <a:latin typeface="Cambria" pitchFamily="18" charset="0"/>
              </a:rPr>
              <a:t>.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2.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tanindrazanay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malala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Ry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Jeso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Tompo</a:t>
            </a:r>
            <a:r>
              <a:rPr lang="en-US" sz="6000" b="1" dirty="0" smtClean="0">
                <a:latin typeface="Cambria" pitchFamily="18" charset="0"/>
              </a:rPr>
              <a:t>, </a:t>
            </a:r>
            <a:r>
              <a:rPr lang="en-US" sz="6000" b="1" dirty="0" err="1" smtClean="0">
                <a:latin typeface="Cambria" pitchFamily="18" charset="0"/>
              </a:rPr>
              <a:t>anjakao</a:t>
            </a:r>
            <a:r>
              <a:rPr lang="en-US" sz="6000" b="1" dirty="0" smtClean="0">
                <a:latin typeface="Cambria" pitchFamily="18" charset="0"/>
              </a:rPr>
              <a:t>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Hiorina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eto</a:t>
            </a:r>
            <a:r>
              <a:rPr lang="en-US" sz="6000" b="1" dirty="0" smtClean="0">
                <a:latin typeface="Cambria" pitchFamily="18" charset="0"/>
              </a:rPr>
              <a:t>,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hiala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fiadanana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entinao</a:t>
            </a:r>
            <a:r>
              <a:rPr lang="en-US" sz="6000" b="1" dirty="0" smtClean="0">
                <a:latin typeface="Cambria" pitchFamily="18" charset="0"/>
              </a:rPr>
              <a:t>!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aizin'ota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anie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hisava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fahantrana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koa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handao</a:t>
            </a:r>
            <a:r>
              <a:rPr lang="en-US" sz="6000" b="1" dirty="0" smtClean="0">
                <a:latin typeface="Cambria" pitchFamily="18" charset="0"/>
              </a:rPr>
              <a:t>,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Fa</a:t>
            </a:r>
            <a:r>
              <a:rPr lang="en-US" sz="6000" b="1" dirty="0" smtClean="0">
                <a:latin typeface="Cambria" pitchFamily="18" charset="0"/>
              </a:rPr>
              <a:t> ho </a:t>
            </a:r>
            <a:r>
              <a:rPr lang="en-US" sz="6000" b="1" dirty="0" err="1" smtClean="0">
                <a:latin typeface="Cambria" pitchFamily="18" charset="0"/>
              </a:rPr>
              <a:t>tarafin'ny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Mazava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Hanjary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tany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vaovao</a:t>
            </a:r>
            <a:r>
              <a:rPr lang="en-US" sz="6000" b="1" dirty="0" smtClean="0">
                <a:latin typeface="Cambria" pitchFamily="18" charset="0"/>
              </a:rPr>
              <a:t>.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429784" cy="628652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3.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fiangonanao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angony</a:t>
            </a:r>
            <a:r>
              <a:rPr lang="en-US" sz="6000" b="1" dirty="0" smtClean="0">
                <a:latin typeface="Cambria" pitchFamily="18" charset="0"/>
              </a:rPr>
              <a:t>,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Fanahy</a:t>
            </a:r>
            <a:r>
              <a:rPr lang="en-US" sz="6000" b="1" dirty="0" smtClean="0">
                <a:latin typeface="Cambria" pitchFamily="18" charset="0"/>
              </a:rPr>
              <a:t> ô, ho </a:t>
            </a:r>
            <a:r>
              <a:rPr lang="en-US" sz="6000" b="1" dirty="0" err="1" smtClean="0">
                <a:latin typeface="Cambria" pitchFamily="18" charset="0"/>
              </a:rPr>
              <a:t>tena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iray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Ka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hizarazara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intsony</a:t>
            </a:r>
            <a:r>
              <a:rPr lang="en-US" sz="6000" b="1" dirty="0" smtClean="0">
                <a:latin typeface="Cambria" pitchFamily="18" charset="0"/>
              </a:rPr>
              <a:t>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Fa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Hianao</a:t>
            </a:r>
            <a:r>
              <a:rPr lang="en-US" sz="6000" b="1" dirty="0" smtClean="0">
                <a:latin typeface="Cambria" pitchFamily="18" charset="0"/>
              </a:rPr>
              <a:t> no </a:t>
            </a:r>
            <a:r>
              <a:rPr lang="en-US" sz="6000" b="1" dirty="0" err="1" smtClean="0">
                <a:latin typeface="Cambria" pitchFamily="18" charset="0"/>
              </a:rPr>
              <a:t>mampiray</a:t>
            </a:r>
            <a:r>
              <a:rPr lang="en-US" sz="6000" b="1" dirty="0" smtClean="0">
                <a:latin typeface="Cambria" pitchFamily="18" charset="0"/>
              </a:rPr>
              <a:t>.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545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9215502" cy="628652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Dia</a:t>
            </a:r>
            <a:r>
              <a:rPr lang="en-US" sz="6000" b="1" dirty="0" smtClean="0">
                <a:latin typeface="Cambria" pitchFamily="18" charset="0"/>
              </a:rPr>
              <a:t> ho </a:t>
            </a:r>
            <a:r>
              <a:rPr lang="en-US" sz="6000" b="1" dirty="0" err="1" smtClean="0">
                <a:latin typeface="Cambria" pitchFamily="18" charset="0"/>
              </a:rPr>
              <a:t>fanasina</a:t>
            </a:r>
            <a:r>
              <a:rPr lang="en-US" sz="6000" b="1" dirty="0" smtClean="0">
                <a:latin typeface="Cambria" pitchFamily="18" charset="0"/>
              </a:rPr>
              <a:t>, </a:t>
            </a:r>
            <a:r>
              <a:rPr lang="en-US" sz="6000" b="1" dirty="0" err="1" smtClean="0">
                <a:latin typeface="Cambria" pitchFamily="18" charset="0"/>
              </a:rPr>
              <a:t>fanilo</a:t>
            </a:r>
            <a:r>
              <a:rPr lang="en-US" sz="6000" b="1" dirty="0" smtClean="0">
                <a:latin typeface="Cambria" pitchFamily="18" charset="0"/>
              </a:rPr>
              <a:t>, 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Ho </a:t>
            </a:r>
            <a:r>
              <a:rPr lang="en-US" sz="6000" b="1" dirty="0" err="1" smtClean="0">
                <a:latin typeface="Cambria" pitchFamily="18" charset="0"/>
              </a:rPr>
              <a:t>an'izao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tontolo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izao</a:t>
            </a:r>
            <a:r>
              <a:rPr lang="en-US" sz="6000" b="1" dirty="0" smtClean="0">
                <a:latin typeface="Cambria" pitchFamily="18" charset="0"/>
              </a:rPr>
              <a:t>;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Hijoro</a:t>
            </a:r>
            <a:r>
              <a:rPr lang="en-US" sz="6000" b="1" dirty="0" smtClean="0">
                <a:latin typeface="Cambria" pitchFamily="18" charset="0"/>
              </a:rPr>
              <a:t>,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handraraka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ilo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Hitafy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toetra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vaovao</a:t>
            </a:r>
            <a:r>
              <a:rPr lang="en-US" sz="6000" b="1" dirty="0" smtClean="0">
                <a:latin typeface="Cambria" pitchFamily="18" charset="0"/>
              </a:rPr>
              <a:t>.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545</vt:lpstr>
      <vt:lpstr>Hira 545</vt:lpstr>
      <vt:lpstr>Hira 545</vt:lpstr>
      <vt:lpstr>Hira 545</vt:lpstr>
      <vt:lpstr>Hira 545</vt:lpstr>
      <vt:lpstr>Hira 545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545: 1</dc:title>
  <dc:creator>M</dc:creator>
  <cp:lastModifiedBy>M</cp:lastModifiedBy>
  <cp:revision>9</cp:revision>
  <dcterms:created xsi:type="dcterms:W3CDTF">2012-10-02T21:31:36Z</dcterms:created>
  <dcterms:modified xsi:type="dcterms:W3CDTF">2015-06-23T10:07:26Z</dcterms:modified>
</cp:coreProperties>
</file>