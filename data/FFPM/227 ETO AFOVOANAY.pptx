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292" autoAdjust="0"/>
    <p:restoredTop sz="94660"/>
  </p:normalViewPr>
  <p:slideViewPr>
    <p:cSldViewPr>
      <p:cViewPr varScale="1">
        <p:scale>
          <a:sx n="35" d="100"/>
          <a:sy n="35" d="100"/>
        </p:scale>
        <p:origin x="-84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227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1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Eto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afovoanay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Tomposoa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tahio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vavakay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maminao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227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357298"/>
            <a:ext cx="9215406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Raisonao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fideranay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savao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fahantranay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227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1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Mitoera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Na </a:t>
            </a:r>
            <a:r>
              <a:rPr lang="fr-FR" sz="6600" dirty="0" err="1" smtClean="0">
                <a:latin typeface="Cambria" pitchFamily="18" charset="0"/>
              </a:rPr>
              <a:t>hariva</a:t>
            </a:r>
            <a:r>
              <a:rPr lang="fr-FR" sz="6600" dirty="0" smtClean="0">
                <a:latin typeface="Cambria" pitchFamily="18" charset="0"/>
              </a:rPr>
              <a:t> na </a:t>
            </a:r>
            <a:r>
              <a:rPr lang="fr-FR" sz="6600" dirty="0" err="1" smtClean="0">
                <a:latin typeface="Cambria" pitchFamily="18" charset="0"/>
              </a:rPr>
              <a:t>maraina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mahafoy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Mandra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pialanay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aina</a:t>
            </a:r>
            <a:r>
              <a:rPr lang="fr-FR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227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1357298"/>
            <a:ext cx="878681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dera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lany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ho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ihany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PresentationFormat>Affichage à l'écran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227 </vt:lpstr>
      <vt:lpstr>Hira 227 </vt:lpstr>
      <vt:lpstr>Hira 227 </vt:lpstr>
      <vt:lpstr>Hira 227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6</cp:revision>
  <dcterms:created xsi:type="dcterms:W3CDTF">2012-11-11T21:23:20Z</dcterms:created>
  <dcterms:modified xsi:type="dcterms:W3CDTF">2014-05-05T08:37:47Z</dcterms:modified>
</cp:coreProperties>
</file>