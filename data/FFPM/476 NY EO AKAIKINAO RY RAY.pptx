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theme/themeOverride1.xml" ContentType="application/vnd.openxmlformats-officedocument.themeOverride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61" r:id="rId3"/>
    <p:sldId id="262" r:id="rId4"/>
    <p:sldId id="263" r:id="rId5"/>
    <p:sldId id="264" r:id="rId6"/>
    <p:sldId id="265" r:id="rId7"/>
    <p:sldId id="266" r:id="rId8"/>
    <p:sldId id="267" r:id="rId9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20427" autoAdjust="0"/>
    <p:restoredTop sz="94660"/>
  </p:normalViewPr>
  <p:slideViewPr>
    <p:cSldViewPr>
      <p:cViewPr varScale="1">
        <p:scale>
          <a:sx n="61" d="100"/>
          <a:sy n="61" d="100"/>
        </p:scale>
        <p:origin x="-78" y="-15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28/03/2015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28/03/2015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28/03/2015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28/03/2015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28/03/2015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28/03/2015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28/03/2015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28/03/2015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28/03/2015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28/03/2015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28/03/2015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28/03/2015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571472" y="0"/>
            <a:ext cx="8229600" cy="1143000"/>
          </a:xfrm>
        </p:spPr>
        <p:txBody>
          <a:bodyPr>
            <a:normAutofit/>
          </a:bodyPr>
          <a:lstStyle/>
          <a:p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HIRA 476</a:t>
            </a:r>
            <a:endParaRPr lang="fr-FR" sz="40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357158" y="1000108"/>
            <a:ext cx="8786842" cy="5857892"/>
          </a:xfrm>
        </p:spPr>
        <p:txBody>
          <a:bodyPr vert="horz" lIns="91440" tIns="45720" rIns="91440" bIns="45720" rtlCol="0">
            <a:normAutofit/>
          </a:bodyPr>
          <a:lstStyle/>
          <a:p>
            <a:pPr marL="1143000" indent="-1143000">
              <a:buNone/>
            </a:pPr>
            <a:r>
              <a:rPr lang="en-US" sz="6100" b="1" dirty="0" smtClean="0">
                <a:solidFill>
                  <a:srgbClr val="002060"/>
                </a:solidFill>
                <a:latin typeface="Cambria" pitchFamily="18" charset="0"/>
              </a:rPr>
              <a:t>1. </a:t>
            </a:r>
            <a:r>
              <a:rPr lang="en-US" sz="61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1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100" b="1" dirty="0" err="1" smtClean="0">
                <a:solidFill>
                  <a:srgbClr val="002060"/>
                </a:solidFill>
                <a:latin typeface="Cambria" pitchFamily="18" charset="0"/>
              </a:rPr>
              <a:t>eo</a:t>
            </a:r>
            <a:r>
              <a:rPr lang="en-US" sz="61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100" b="1" dirty="0" err="1" smtClean="0">
                <a:solidFill>
                  <a:srgbClr val="002060"/>
                </a:solidFill>
                <a:latin typeface="Cambria" pitchFamily="18" charset="0"/>
              </a:rPr>
              <a:t>akaikinao</a:t>
            </a:r>
            <a:r>
              <a:rPr lang="en-US" sz="61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en-US" sz="6100" b="1" dirty="0" err="1" smtClean="0">
                <a:solidFill>
                  <a:srgbClr val="002060"/>
                </a:solidFill>
                <a:latin typeface="Cambria" pitchFamily="18" charset="0"/>
              </a:rPr>
              <a:t>ry</a:t>
            </a:r>
            <a:r>
              <a:rPr lang="en-US" sz="6100" b="1" dirty="0" smtClean="0">
                <a:solidFill>
                  <a:srgbClr val="002060"/>
                </a:solidFill>
                <a:latin typeface="Cambria" pitchFamily="18" charset="0"/>
              </a:rPr>
              <a:t> Ray, </a:t>
            </a:r>
          </a:p>
          <a:p>
            <a:pPr marL="1143000" indent="-1143000">
              <a:buNone/>
            </a:pPr>
            <a:r>
              <a:rPr lang="en-US" sz="6100" b="1" dirty="0" smtClean="0">
                <a:solidFill>
                  <a:srgbClr val="002060"/>
                </a:solidFill>
                <a:latin typeface="Cambria" pitchFamily="18" charset="0"/>
              </a:rPr>
              <a:t>No </a:t>
            </a:r>
            <a:r>
              <a:rPr lang="en-US" sz="6100" b="1" dirty="0" err="1" smtClean="0">
                <a:solidFill>
                  <a:srgbClr val="002060"/>
                </a:solidFill>
                <a:latin typeface="Cambria" pitchFamily="18" charset="0"/>
              </a:rPr>
              <a:t>mamiko</a:t>
            </a:r>
            <a:r>
              <a:rPr lang="en-US" sz="61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100" b="1" dirty="0" err="1" smtClean="0">
                <a:solidFill>
                  <a:srgbClr val="002060"/>
                </a:solidFill>
                <a:latin typeface="Cambria" pitchFamily="18" charset="0"/>
              </a:rPr>
              <a:t>izao</a:t>
            </a:r>
            <a:r>
              <a:rPr lang="en-US" sz="61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</a:p>
          <a:p>
            <a:pPr marL="1143000" indent="-1143000">
              <a:buNone/>
            </a:pPr>
            <a:r>
              <a:rPr lang="en-US" sz="6100" b="1" dirty="0" err="1" smtClean="0">
                <a:solidFill>
                  <a:srgbClr val="002060"/>
                </a:solidFill>
                <a:latin typeface="Cambria" pitchFamily="18" charset="0"/>
              </a:rPr>
              <a:t>Hanjary</a:t>
            </a:r>
            <a:r>
              <a:rPr lang="en-US" sz="61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100" b="1" dirty="0" err="1" smtClean="0">
                <a:solidFill>
                  <a:srgbClr val="002060"/>
                </a:solidFill>
                <a:latin typeface="Cambria" pitchFamily="18" charset="0"/>
              </a:rPr>
              <a:t>tena</a:t>
            </a:r>
            <a:r>
              <a:rPr lang="en-US" sz="61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100" b="1" dirty="0" err="1" smtClean="0">
                <a:solidFill>
                  <a:srgbClr val="002060"/>
                </a:solidFill>
                <a:latin typeface="Cambria" pitchFamily="18" charset="0"/>
              </a:rPr>
              <a:t>tafaray</a:t>
            </a:r>
            <a:r>
              <a:rPr lang="en-US" sz="61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</a:p>
          <a:p>
            <a:pPr marL="1143000" indent="-1143000">
              <a:buNone/>
            </a:pPr>
            <a:r>
              <a:rPr lang="en-US" sz="61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1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100" b="1" dirty="0" err="1" smtClean="0">
                <a:solidFill>
                  <a:srgbClr val="002060"/>
                </a:solidFill>
                <a:latin typeface="Cambria" pitchFamily="18" charset="0"/>
              </a:rPr>
              <a:t>foko</a:t>
            </a:r>
            <a:r>
              <a:rPr lang="en-US" sz="61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100" b="1" dirty="0" err="1" smtClean="0">
                <a:solidFill>
                  <a:srgbClr val="002060"/>
                </a:solidFill>
                <a:latin typeface="Cambria" pitchFamily="18" charset="0"/>
              </a:rPr>
              <a:t>sy</a:t>
            </a:r>
            <a:r>
              <a:rPr lang="en-US" sz="61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1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1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100" b="1" dirty="0" err="1" smtClean="0">
                <a:solidFill>
                  <a:srgbClr val="002060"/>
                </a:solidFill>
                <a:latin typeface="Cambria" pitchFamily="18" charset="0"/>
              </a:rPr>
              <a:t>Anao</a:t>
            </a:r>
            <a:r>
              <a:rPr lang="en-US" sz="61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571472" y="0"/>
            <a:ext cx="8229600" cy="11430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HIRA 476</a:t>
            </a:r>
            <a:endParaRPr lang="fr-FR" sz="40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357158" y="1000108"/>
            <a:ext cx="8786842" cy="5857892"/>
          </a:xfrm>
        </p:spPr>
        <p:txBody>
          <a:bodyPr vert="horz" lIns="91440" tIns="45720" rIns="91440" bIns="45720" rtlCol="0">
            <a:normAutofit/>
          </a:bodyPr>
          <a:lstStyle/>
          <a:p>
            <a:pPr marL="1143000" indent="-1143000">
              <a:buNone/>
            </a:pPr>
            <a:r>
              <a:rPr lang="en-US" sz="6100" b="1" dirty="0" err="1" smtClean="0">
                <a:solidFill>
                  <a:srgbClr val="002060"/>
                </a:solidFill>
                <a:latin typeface="Cambria" pitchFamily="18" charset="0"/>
              </a:rPr>
              <a:t>Soa</a:t>
            </a:r>
            <a:r>
              <a:rPr lang="en-US" sz="6100" b="1" dirty="0" smtClean="0">
                <a:solidFill>
                  <a:srgbClr val="002060"/>
                </a:solidFill>
                <a:latin typeface="Cambria" pitchFamily="18" charset="0"/>
              </a:rPr>
              <a:t> re, </a:t>
            </a:r>
            <a:r>
              <a:rPr lang="en-US" sz="6100" b="1" dirty="0" err="1" smtClean="0">
                <a:solidFill>
                  <a:srgbClr val="002060"/>
                </a:solidFill>
                <a:latin typeface="Cambria" pitchFamily="18" charset="0"/>
              </a:rPr>
              <a:t>ry</a:t>
            </a:r>
            <a:r>
              <a:rPr lang="en-US" sz="61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100" b="1" dirty="0" err="1" smtClean="0">
                <a:solidFill>
                  <a:srgbClr val="002060"/>
                </a:solidFill>
                <a:latin typeface="Cambria" pitchFamily="18" charset="0"/>
              </a:rPr>
              <a:t>Raiko</a:t>
            </a:r>
            <a:r>
              <a:rPr lang="en-US" sz="6100" b="1" dirty="0" smtClean="0">
                <a:solidFill>
                  <a:srgbClr val="002060"/>
                </a:solidFill>
                <a:latin typeface="Cambria" pitchFamily="18" charset="0"/>
              </a:rPr>
              <a:t> ô! </a:t>
            </a:r>
          </a:p>
          <a:p>
            <a:pPr marL="1143000" indent="-1143000">
              <a:buNone/>
            </a:pPr>
            <a:r>
              <a:rPr lang="en-US" sz="6100" b="1" dirty="0" err="1" smtClean="0">
                <a:solidFill>
                  <a:srgbClr val="002060"/>
                </a:solidFill>
                <a:latin typeface="Cambria" pitchFamily="18" charset="0"/>
              </a:rPr>
              <a:t>Raha</a:t>
            </a:r>
            <a:r>
              <a:rPr lang="en-US" sz="61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100" b="1" dirty="0" err="1" smtClean="0">
                <a:solidFill>
                  <a:srgbClr val="002060"/>
                </a:solidFill>
                <a:latin typeface="Cambria" pitchFamily="18" charset="0"/>
              </a:rPr>
              <a:t>eo</a:t>
            </a:r>
            <a:r>
              <a:rPr lang="en-US" sz="61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100" b="1" dirty="0" err="1" smtClean="0">
                <a:solidFill>
                  <a:srgbClr val="002060"/>
                </a:solidFill>
                <a:latin typeface="Cambria" pitchFamily="18" charset="0"/>
              </a:rPr>
              <a:t>anilanao</a:t>
            </a:r>
            <a:r>
              <a:rPr lang="en-US" sz="6100" b="1" dirty="0" smtClean="0">
                <a:solidFill>
                  <a:srgbClr val="002060"/>
                </a:solidFill>
                <a:latin typeface="Cambria" pitchFamily="18" charset="0"/>
              </a:rPr>
              <a:t>; </a:t>
            </a:r>
          </a:p>
          <a:p>
            <a:pPr marL="1143000" indent="-1143000">
              <a:buNone/>
            </a:pPr>
            <a:r>
              <a:rPr lang="en-US" sz="61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1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100" b="1" dirty="0" err="1" smtClean="0">
                <a:solidFill>
                  <a:srgbClr val="002060"/>
                </a:solidFill>
                <a:latin typeface="Cambria" pitchFamily="18" charset="0"/>
              </a:rPr>
              <a:t>hazo</a:t>
            </a:r>
            <a:r>
              <a:rPr lang="en-US" sz="61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100" b="1" dirty="0" err="1" smtClean="0">
                <a:solidFill>
                  <a:srgbClr val="002060"/>
                </a:solidFill>
                <a:latin typeface="Cambria" pitchFamily="18" charset="0"/>
              </a:rPr>
              <a:t>fijaliana</a:t>
            </a:r>
            <a:r>
              <a:rPr lang="en-US" sz="61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</a:p>
          <a:p>
            <a:pPr marL="1143000" indent="-1143000">
              <a:buNone/>
            </a:pPr>
            <a:r>
              <a:rPr lang="en-US" sz="6100" b="1" dirty="0" smtClean="0">
                <a:solidFill>
                  <a:srgbClr val="002060"/>
                </a:solidFill>
                <a:latin typeface="Cambria" pitchFamily="18" charset="0"/>
              </a:rPr>
              <a:t>Ho </a:t>
            </a:r>
            <a:r>
              <a:rPr lang="en-US" sz="6100" b="1" dirty="0" err="1" smtClean="0">
                <a:solidFill>
                  <a:srgbClr val="002060"/>
                </a:solidFill>
                <a:latin typeface="Cambria" pitchFamily="18" charset="0"/>
              </a:rPr>
              <a:t>tonga</a:t>
            </a:r>
            <a:r>
              <a:rPr lang="en-US" sz="61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100" b="1" dirty="0" err="1" smtClean="0">
                <a:solidFill>
                  <a:srgbClr val="002060"/>
                </a:solidFill>
                <a:latin typeface="Cambria" pitchFamily="18" charset="0"/>
              </a:rPr>
              <a:t>maivana</a:t>
            </a:r>
            <a:r>
              <a:rPr lang="en-US" sz="61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571472" y="0"/>
            <a:ext cx="8229600" cy="11430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HIRA 476</a:t>
            </a:r>
            <a:endParaRPr lang="fr-FR" sz="40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357158" y="1000108"/>
            <a:ext cx="8786842" cy="5857892"/>
          </a:xfrm>
        </p:spPr>
        <p:txBody>
          <a:bodyPr vert="horz" lIns="91440" tIns="45720" rIns="91440" bIns="45720" rtlCol="0">
            <a:normAutofit/>
          </a:bodyPr>
          <a:lstStyle/>
          <a:p>
            <a:pPr marL="1143000" indent="-1143000">
              <a:buNone/>
            </a:pPr>
            <a:r>
              <a:rPr lang="en-US" sz="6100" b="1" dirty="0" smtClean="0">
                <a:solidFill>
                  <a:srgbClr val="002060"/>
                </a:solidFill>
                <a:latin typeface="Cambria" pitchFamily="18" charset="0"/>
              </a:rPr>
              <a:t>2. </a:t>
            </a:r>
            <a:r>
              <a:rPr lang="en-US" sz="61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1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100" b="1" dirty="0" err="1" smtClean="0">
                <a:solidFill>
                  <a:srgbClr val="002060"/>
                </a:solidFill>
                <a:latin typeface="Cambria" pitchFamily="18" charset="0"/>
              </a:rPr>
              <a:t>eo</a:t>
            </a:r>
            <a:r>
              <a:rPr lang="en-US" sz="61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100" b="1" dirty="0" err="1" smtClean="0">
                <a:solidFill>
                  <a:srgbClr val="002060"/>
                </a:solidFill>
                <a:latin typeface="Cambria" pitchFamily="18" charset="0"/>
              </a:rPr>
              <a:t>akaikinao</a:t>
            </a:r>
            <a:r>
              <a:rPr lang="en-US" sz="61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en-US" sz="6100" b="1" dirty="0" err="1" smtClean="0">
                <a:solidFill>
                  <a:srgbClr val="002060"/>
                </a:solidFill>
                <a:latin typeface="Cambria" pitchFamily="18" charset="0"/>
              </a:rPr>
              <a:t>ry</a:t>
            </a:r>
            <a:r>
              <a:rPr lang="en-US" sz="6100" b="1" dirty="0" smtClean="0">
                <a:solidFill>
                  <a:srgbClr val="002060"/>
                </a:solidFill>
                <a:latin typeface="Cambria" pitchFamily="18" charset="0"/>
              </a:rPr>
              <a:t> Ray, </a:t>
            </a:r>
          </a:p>
          <a:p>
            <a:pPr marL="1143000" indent="-1143000">
              <a:buNone/>
            </a:pPr>
            <a:r>
              <a:rPr lang="en-US" sz="6100" b="1" dirty="0" smtClean="0">
                <a:solidFill>
                  <a:srgbClr val="002060"/>
                </a:solidFill>
                <a:latin typeface="Cambria" pitchFamily="18" charset="0"/>
              </a:rPr>
              <a:t>No </a:t>
            </a:r>
            <a:r>
              <a:rPr lang="en-US" sz="6100" b="1" dirty="0" err="1" smtClean="0">
                <a:solidFill>
                  <a:srgbClr val="002060"/>
                </a:solidFill>
                <a:latin typeface="Cambria" pitchFamily="18" charset="0"/>
              </a:rPr>
              <a:t>herin-janakao</a:t>
            </a:r>
            <a:r>
              <a:rPr lang="en-US" sz="6100" b="1" dirty="0" smtClean="0">
                <a:solidFill>
                  <a:srgbClr val="002060"/>
                </a:solidFill>
                <a:latin typeface="Cambria" pitchFamily="18" charset="0"/>
              </a:rPr>
              <a:t>; </a:t>
            </a:r>
          </a:p>
          <a:p>
            <a:pPr marL="1143000" indent="-1143000">
              <a:buNone/>
            </a:pPr>
            <a:r>
              <a:rPr lang="en-US" sz="6100" b="1" dirty="0" err="1" smtClean="0">
                <a:solidFill>
                  <a:srgbClr val="002060"/>
                </a:solidFill>
                <a:latin typeface="Cambria" pitchFamily="18" charset="0"/>
              </a:rPr>
              <a:t>Hianao</a:t>
            </a:r>
            <a:r>
              <a:rPr lang="en-US" sz="61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100" b="1" dirty="0" err="1" smtClean="0">
                <a:solidFill>
                  <a:srgbClr val="002060"/>
                </a:solidFill>
                <a:latin typeface="Cambria" pitchFamily="18" charset="0"/>
              </a:rPr>
              <a:t>irery</a:t>
            </a:r>
            <a:r>
              <a:rPr lang="en-US" sz="6100" b="1" dirty="0" smtClean="0">
                <a:solidFill>
                  <a:srgbClr val="002060"/>
                </a:solidFill>
                <a:latin typeface="Cambria" pitchFamily="18" charset="0"/>
              </a:rPr>
              <a:t> no </a:t>
            </a:r>
            <a:r>
              <a:rPr lang="en-US" sz="6100" b="1" dirty="0" err="1" smtClean="0">
                <a:solidFill>
                  <a:srgbClr val="002060"/>
                </a:solidFill>
                <a:latin typeface="Cambria" pitchFamily="18" charset="0"/>
              </a:rPr>
              <a:t>mahay</a:t>
            </a:r>
            <a:r>
              <a:rPr lang="en-US" sz="61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</a:p>
          <a:p>
            <a:pPr marL="1143000" indent="-1143000">
              <a:buNone/>
            </a:pPr>
            <a:r>
              <a:rPr lang="en-US" sz="6100" b="1" dirty="0" err="1" smtClean="0">
                <a:solidFill>
                  <a:srgbClr val="002060"/>
                </a:solidFill>
                <a:latin typeface="Cambria" pitchFamily="18" charset="0"/>
              </a:rPr>
              <a:t>Manampy</a:t>
            </a:r>
            <a:r>
              <a:rPr lang="en-US" sz="61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100" b="1" dirty="0" err="1" smtClean="0">
                <a:solidFill>
                  <a:srgbClr val="002060"/>
                </a:solidFill>
                <a:latin typeface="Cambria" pitchFamily="18" charset="0"/>
              </a:rPr>
              <a:t>ahy</a:t>
            </a:r>
            <a:r>
              <a:rPr lang="en-US" sz="61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100" b="1" dirty="0" err="1" smtClean="0">
                <a:solidFill>
                  <a:srgbClr val="002060"/>
                </a:solidFill>
                <a:latin typeface="Cambria" pitchFamily="18" charset="0"/>
              </a:rPr>
              <a:t>izao</a:t>
            </a:r>
            <a:r>
              <a:rPr lang="en-US" sz="61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571472" y="0"/>
            <a:ext cx="8229600" cy="11430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HIRA 476</a:t>
            </a:r>
            <a:endParaRPr lang="fr-FR" sz="40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357158" y="1000108"/>
            <a:ext cx="8786842" cy="5857892"/>
          </a:xfrm>
        </p:spPr>
        <p:txBody>
          <a:bodyPr vert="horz" lIns="91440" tIns="45720" rIns="91440" bIns="45720" rtlCol="0">
            <a:normAutofit/>
          </a:bodyPr>
          <a:lstStyle/>
          <a:p>
            <a:pPr marL="1143000" indent="-1143000">
              <a:buNone/>
            </a:pPr>
            <a:r>
              <a:rPr lang="en-US" sz="6100" b="1" dirty="0" err="1" smtClean="0">
                <a:solidFill>
                  <a:srgbClr val="002060"/>
                </a:solidFill>
                <a:latin typeface="Cambria" pitchFamily="18" charset="0"/>
              </a:rPr>
              <a:t>Soa</a:t>
            </a:r>
            <a:r>
              <a:rPr lang="en-US" sz="6100" b="1" dirty="0" smtClean="0">
                <a:solidFill>
                  <a:srgbClr val="002060"/>
                </a:solidFill>
                <a:latin typeface="Cambria" pitchFamily="18" charset="0"/>
              </a:rPr>
              <a:t> re, </a:t>
            </a:r>
            <a:r>
              <a:rPr lang="en-US" sz="6100" b="1" dirty="0" err="1" smtClean="0">
                <a:solidFill>
                  <a:srgbClr val="002060"/>
                </a:solidFill>
                <a:latin typeface="Cambria" pitchFamily="18" charset="0"/>
              </a:rPr>
              <a:t>ry</a:t>
            </a:r>
            <a:r>
              <a:rPr lang="en-US" sz="61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100" b="1" dirty="0" err="1" smtClean="0">
                <a:solidFill>
                  <a:srgbClr val="002060"/>
                </a:solidFill>
                <a:latin typeface="Cambria" pitchFamily="18" charset="0"/>
              </a:rPr>
              <a:t>Raiko</a:t>
            </a:r>
            <a:r>
              <a:rPr lang="en-US" sz="6100" b="1" dirty="0" smtClean="0">
                <a:solidFill>
                  <a:srgbClr val="002060"/>
                </a:solidFill>
                <a:latin typeface="Cambria" pitchFamily="18" charset="0"/>
              </a:rPr>
              <a:t> ô! </a:t>
            </a:r>
          </a:p>
          <a:p>
            <a:pPr marL="1143000" indent="-1143000">
              <a:buNone/>
            </a:pPr>
            <a:r>
              <a:rPr lang="en-US" sz="6100" b="1" dirty="0" err="1" smtClean="0">
                <a:solidFill>
                  <a:srgbClr val="002060"/>
                </a:solidFill>
                <a:latin typeface="Cambria" pitchFamily="18" charset="0"/>
              </a:rPr>
              <a:t>Raha</a:t>
            </a:r>
            <a:r>
              <a:rPr lang="en-US" sz="61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100" b="1" dirty="0" err="1" smtClean="0">
                <a:solidFill>
                  <a:srgbClr val="002060"/>
                </a:solidFill>
                <a:latin typeface="Cambria" pitchFamily="18" charset="0"/>
              </a:rPr>
              <a:t>eo</a:t>
            </a:r>
            <a:r>
              <a:rPr lang="en-US" sz="61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100" b="1" dirty="0" err="1" smtClean="0">
                <a:solidFill>
                  <a:srgbClr val="002060"/>
                </a:solidFill>
                <a:latin typeface="Cambria" pitchFamily="18" charset="0"/>
              </a:rPr>
              <a:t>anilanao</a:t>
            </a:r>
            <a:r>
              <a:rPr lang="en-US" sz="6100" b="1" dirty="0" smtClean="0">
                <a:solidFill>
                  <a:srgbClr val="002060"/>
                </a:solidFill>
                <a:latin typeface="Cambria" pitchFamily="18" charset="0"/>
              </a:rPr>
              <a:t>; </a:t>
            </a:r>
          </a:p>
          <a:p>
            <a:pPr marL="1143000" indent="-1143000">
              <a:buNone/>
            </a:pPr>
            <a:r>
              <a:rPr lang="en-US" sz="61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1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100" b="1" dirty="0" err="1" smtClean="0">
                <a:solidFill>
                  <a:srgbClr val="002060"/>
                </a:solidFill>
                <a:latin typeface="Cambria" pitchFamily="18" charset="0"/>
              </a:rPr>
              <a:t>ota</a:t>
            </a:r>
            <a:r>
              <a:rPr lang="en-US" sz="61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100" b="1" dirty="0" err="1" smtClean="0">
                <a:solidFill>
                  <a:srgbClr val="002060"/>
                </a:solidFill>
                <a:latin typeface="Cambria" pitchFamily="18" charset="0"/>
              </a:rPr>
              <a:t>tsy</a:t>
            </a:r>
            <a:r>
              <a:rPr lang="en-US" sz="61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100" b="1" dirty="0" err="1" smtClean="0">
                <a:solidFill>
                  <a:srgbClr val="002060"/>
                </a:solidFill>
                <a:latin typeface="Cambria" pitchFamily="18" charset="0"/>
              </a:rPr>
              <a:t>hanapaka</a:t>
            </a:r>
            <a:r>
              <a:rPr lang="en-US" sz="61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</a:p>
          <a:p>
            <a:pPr marL="1143000" indent="-1143000">
              <a:buNone/>
            </a:pPr>
            <a:r>
              <a:rPr lang="en-US" sz="61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1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100" b="1" dirty="0" err="1" smtClean="0">
                <a:solidFill>
                  <a:srgbClr val="002060"/>
                </a:solidFill>
                <a:latin typeface="Cambria" pitchFamily="18" charset="0"/>
              </a:rPr>
              <a:t>olona</a:t>
            </a:r>
            <a:r>
              <a:rPr lang="en-US" sz="61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100" b="1" dirty="0" err="1" smtClean="0">
                <a:solidFill>
                  <a:srgbClr val="002060"/>
                </a:solidFill>
                <a:latin typeface="Cambria" pitchFamily="18" charset="0"/>
              </a:rPr>
              <a:t>afaka</a:t>
            </a:r>
            <a:r>
              <a:rPr lang="en-US" sz="6100" b="1" dirty="0" smtClean="0">
                <a:solidFill>
                  <a:srgbClr val="002060"/>
                </a:solidFill>
                <a:latin typeface="Cambria" pitchFamily="18" charset="0"/>
              </a:rPr>
              <a:t>.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571472" y="0"/>
            <a:ext cx="8229600" cy="11430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HIRA 476</a:t>
            </a:r>
            <a:endParaRPr lang="fr-FR" sz="40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357158" y="1000108"/>
            <a:ext cx="8786842" cy="5857892"/>
          </a:xfrm>
        </p:spPr>
        <p:txBody>
          <a:bodyPr vert="horz" lIns="91440" tIns="45720" rIns="91440" bIns="45720" rtlCol="0">
            <a:normAutofit/>
          </a:bodyPr>
          <a:lstStyle/>
          <a:p>
            <a:pPr marL="1143000" indent="-1143000">
              <a:buNone/>
            </a:pPr>
            <a:r>
              <a:rPr lang="en-US" sz="6100" b="1" dirty="0" smtClean="0">
                <a:solidFill>
                  <a:srgbClr val="002060"/>
                </a:solidFill>
                <a:latin typeface="Cambria" pitchFamily="18" charset="0"/>
              </a:rPr>
              <a:t>3. </a:t>
            </a:r>
            <a:r>
              <a:rPr lang="en-US" sz="61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1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100" b="1" dirty="0" err="1" smtClean="0">
                <a:solidFill>
                  <a:srgbClr val="002060"/>
                </a:solidFill>
                <a:latin typeface="Cambria" pitchFamily="18" charset="0"/>
              </a:rPr>
              <a:t>eo</a:t>
            </a:r>
            <a:r>
              <a:rPr lang="en-US" sz="61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100" b="1" dirty="0" err="1" smtClean="0">
                <a:solidFill>
                  <a:srgbClr val="002060"/>
                </a:solidFill>
                <a:latin typeface="Cambria" pitchFamily="18" charset="0"/>
              </a:rPr>
              <a:t>akaikinao</a:t>
            </a:r>
            <a:r>
              <a:rPr lang="en-US" sz="61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</a:p>
          <a:p>
            <a:pPr marL="1143000" indent="-1143000">
              <a:buNone/>
            </a:pPr>
            <a:r>
              <a:rPr lang="en-US" sz="6100" b="1" dirty="0" err="1" smtClean="0">
                <a:solidFill>
                  <a:srgbClr val="002060"/>
                </a:solidFill>
                <a:latin typeface="Cambria" pitchFamily="18" charset="0"/>
              </a:rPr>
              <a:t>ry</a:t>
            </a:r>
            <a:r>
              <a:rPr lang="en-US" sz="6100" b="1" dirty="0" smtClean="0">
                <a:solidFill>
                  <a:srgbClr val="002060"/>
                </a:solidFill>
                <a:latin typeface="Cambria" pitchFamily="18" charset="0"/>
              </a:rPr>
              <a:t> Ray, </a:t>
            </a:r>
          </a:p>
          <a:p>
            <a:pPr marL="1143000" indent="-1143000">
              <a:buNone/>
            </a:pPr>
            <a:r>
              <a:rPr lang="en-US" sz="6100" b="1" dirty="0" smtClean="0">
                <a:solidFill>
                  <a:srgbClr val="002060"/>
                </a:solidFill>
                <a:latin typeface="Cambria" pitchFamily="18" charset="0"/>
              </a:rPr>
              <a:t>No </a:t>
            </a:r>
            <a:r>
              <a:rPr lang="en-US" sz="6100" b="1" dirty="0" err="1" smtClean="0">
                <a:solidFill>
                  <a:srgbClr val="002060"/>
                </a:solidFill>
                <a:latin typeface="Cambria" pitchFamily="18" charset="0"/>
              </a:rPr>
              <a:t>màndako</a:t>
            </a:r>
            <a:r>
              <a:rPr lang="en-US" sz="61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100" b="1" dirty="0" err="1" smtClean="0">
                <a:solidFill>
                  <a:srgbClr val="002060"/>
                </a:solidFill>
                <a:latin typeface="Cambria" pitchFamily="18" charset="0"/>
              </a:rPr>
              <a:t>tokoa</a:t>
            </a:r>
            <a:r>
              <a:rPr lang="en-US" sz="6100" b="1" dirty="0" smtClean="0">
                <a:solidFill>
                  <a:srgbClr val="002060"/>
                </a:solidFill>
                <a:latin typeface="Cambria" pitchFamily="18" charset="0"/>
              </a:rPr>
              <a:t>; </a:t>
            </a:r>
          </a:p>
          <a:p>
            <a:pPr marL="1143000" indent="-1143000">
              <a:buNone/>
            </a:pPr>
            <a:r>
              <a:rPr lang="en-US" sz="61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1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100" b="1" dirty="0" err="1" smtClean="0">
                <a:solidFill>
                  <a:srgbClr val="002060"/>
                </a:solidFill>
                <a:latin typeface="Cambria" pitchFamily="18" charset="0"/>
              </a:rPr>
              <a:t>ratsy</a:t>
            </a:r>
            <a:r>
              <a:rPr lang="en-US" sz="61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100" b="1" dirty="0" err="1" smtClean="0">
                <a:solidFill>
                  <a:srgbClr val="002060"/>
                </a:solidFill>
                <a:latin typeface="Cambria" pitchFamily="18" charset="0"/>
              </a:rPr>
              <a:t>dia</a:t>
            </a:r>
            <a:r>
              <a:rPr lang="en-US" sz="61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100" b="1" dirty="0" err="1" smtClean="0">
                <a:solidFill>
                  <a:srgbClr val="002060"/>
                </a:solidFill>
                <a:latin typeface="Cambria" pitchFamily="18" charset="0"/>
              </a:rPr>
              <a:t>tsy</a:t>
            </a:r>
            <a:r>
              <a:rPr lang="en-US" sz="61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100" b="1" dirty="0" err="1" smtClean="0">
                <a:solidFill>
                  <a:srgbClr val="002060"/>
                </a:solidFill>
                <a:latin typeface="Cambria" pitchFamily="18" charset="0"/>
              </a:rPr>
              <a:t>hahay</a:t>
            </a:r>
            <a:r>
              <a:rPr lang="en-US" sz="61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</a:p>
          <a:p>
            <a:pPr marL="1143000" indent="-1143000">
              <a:buNone/>
            </a:pPr>
            <a:r>
              <a:rPr lang="en-US" sz="6100" b="1" dirty="0" err="1" smtClean="0">
                <a:solidFill>
                  <a:srgbClr val="002060"/>
                </a:solidFill>
                <a:latin typeface="Cambria" pitchFamily="18" charset="0"/>
              </a:rPr>
              <a:t>Handrombaka</a:t>
            </a:r>
            <a:r>
              <a:rPr lang="en-US" sz="61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100" b="1" dirty="0" err="1" smtClean="0">
                <a:solidFill>
                  <a:srgbClr val="002060"/>
                </a:solidFill>
                <a:latin typeface="Cambria" pitchFamily="18" charset="0"/>
              </a:rPr>
              <a:t>ahy</a:t>
            </a:r>
            <a:r>
              <a:rPr lang="en-US" sz="61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100" b="1" dirty="0" err="1" smtClean="0">
                <a:solidFill>
                  <a:srgbClr val="002060"/>
                </a:solidFill>
                <a:latin typeface="Cambria" pitchFamily="18" charset="0"/>
              </a:rPr>
              <a:t>koa</a:t>
            </a:r>
            <a:r>
              <a:rPr lang="en-US" sz="6100" b="1" dirty="0" smtClean="0">
                <a:solidFill>
                  <a:srgbClr val="002060"/>
                </a:solidFill>
                <a:latin typeface="Cambria" pitchFamily="18" charset="0"/>
              </a:rPr>
              <a:t>.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571472" y="0"/>
            <a:ext cx="8229600" cy="11430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HIRA 476</a:t>
            </a:r>
            <a:endParaRPr lang="fr-FR" sz="40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357158" y="1000108"/>
            <a:ext cx="8786842" cy="5857892"/>
          </a:xfrm>
        </p:spPr>
        <p:txBody>
          <a:bodyPr vert="horz" lIns="91440" tIns="45720" rIns="91440" bIns="45720" rtlCol="0">
            <a:normAutofit/>
          </a:bodyPr>
          <a:lstStyle/>
          <a:p>
            <a:pPr marL="1143000" indent="-1143000">
              <a:buNone/>
            </a:pPr>
            <a:r>
              <a:rPr lang="en-US" sz="6100" b="1" dirty="0" err="1" smtClean="0">
                <a:solidFill>
                  <a:srgbClr val="002060"/>
                </a:solidFill>
                <a:latin typeface="Cambria" pitchFamily="18" charset="0"/>
              </a:rPr>
              <a:t>Soa</a:t>
            </a:r>
            <a:r>
              <a:rPr lang="en-US" sz="6100" b="1" dirty="0" smtClean="0">
                <a:solidFill>
                  <a:srgbClr val="002060"/>
                </a:solidFill>
                <a:latin typeface="Cambria" pitchFamily="18" charset="0"/>
              </a:rPr>
              <a:t> re, </a:t>
            </a:r>
            <a:r>
              <a:rPr lang="en-US" sz="6100" b="1" dirty="0" err="1" smtClean="0">
                <a:solidFill>
                  <a:srgbClr val="002060"/>
                </a:solidFill>
                <a:latin typeface="Cambria" pitchFamily="18" charset="0"/>
              </a:rPr>
              <a:t>ry</a:t>
            </a:r>
            <a:r>
              <a:rPr lang="en-US" sz="61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100" b="1" dirty="0" err="1" smtClean="0">
                <a:solidFill>
                  <a:srgbClr val="002060"/>
                </a:solidFill>
                <a:latin typeface="Cambria" pitchFamily="18" charset="0"/>
              </a:rPr>
              <a:t>Raiko</a:t>
            </a:r>
            <a:r>
              <a:rPr lang="en-US" sz="6100" b="1" dirty="0" smtClean="0">
                <a:solidFill>
                  <a:srgbClr val="002060"/>
                </a:solidFill>
                <a:latin typeface="Cambria" pitchFamily="18" charset="0"/>
              </a:rPr>
              <a:t> ô! </a:t>
            </a:r>
          </a:p>
          <a:p>
            <a:pPr marL="1143000" indent="-1143000">
              <a:buNone/>
            </a:pPr>
            <a:r>
              <a:rPr lang="en-US" sz="6100" b="1" dirty="0" err="1" smtClean="0">
                <a:solidFill>
                  <a:srgbClr val="002060"/>
                </a:solidFill>
                <a:latin typeface="Cambria" pitchFamily="18" charset="0"/>
              </a:rPr>
              <a:t>Raha</a:t>
            </a:r>
            <a:r>
              <a:rPr lang="en-US" sz="61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100" b="1" dirty="0" err="1" smtClean="0">
                <a:solidFill>
                  <a:srgbClr val="002060"/>
                </a:solidFill>
                <a:latin typeface="Cambria" pitchFamily="18" charset="0"/>
              </a:rPr>
              <a:t>eo</a:t>
            </a:r>
            <a:r>
              <a:rPr lang="en-US" sz="61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100" b="1" dirty="0" err="1" smtClean="0">
                <a:solidFill>
                  <a:srgbClr val="002060"/>
                </a:solidFill>
                <a:latin typeface="Cambria" pitchFamily="18" charset="0"/>
              </a:rPr>
              <a:t>anilanao</a:t>
            </a:r>
            <a:r>
              <a:rPr lang="en-US" sz="6100" b="1" dirty="0" smtClean="0">
                <a:solidFill>
                  <a:srgbClr val="002060"/>
                </a:solidFill>
                <a:latin typeface="Cambria" pitchFamily="18" charset="0"/>
              </a:rPr>
              <a:t>; </a:t>
            </a:r>
          </a:p>
          <a:p>
            <a:pPr marL="1143000" indent="-1143000">
              <a:buNone/>
            </a:pPr>
            <a:r>
              <a:rPr lang="en-US" sz="61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1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100" b="1" dirty="0" err="1" smtClean="0">
                <a:solidFill>
                  <a:srgbClr val="002060"/>
                </a:solidFill>
                <a:latin typeface="Cambria" pitchFamily="18" charset="0"/>
              </a:rPr>
              <a:t>ora</a:t>
            </a:r>
            <a:r>
              <a:rPr lang="en-US" sz="61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100" b="1" dirty="0" err="1" smtClean="0">
                <a:solidFill>
                  <a:srgbClr val="002060"/>
                </a:solidFill>
                <a:latin typeface="Cambria" pitchFamily="18" charset="0"/>
              </a:rPr>
              <a:t>izay</a:t>
            </a:r>
            <a:r>
              <a:rPr lang="en-US" sz="61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100" b="1" dirty="0" err="1" smtClean="0">
                <a:solidFill>
                  <a:srgbClr val="002060"/>
                </a:solidFill>
                <a:latin typeface="Cambria" pitchFamily="18" charset="0"/>
              </a:rPr>
              <a:t>manjombona</a:t>
            </a:r>
            <a:r>
              <a:rPr lang="en-US" sz="61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</a:p>
          <a:p>
            <a:pPr marL="1143000" indent="-1143000">
              <a:buNone/>
            </a:pPr>
            <a:r>
              <a:rPr lang="en-US" sz="6100" b="1" dirty="0" smtClean="0">
                <a:solidFill>
                  <a:srgbClr val="002060"/>
                </a:solidFill>
                <a:latin typeface="Cambria" pitchFamily="18" charset="0"/>
              </a:rPr>
              <a:t>Ho </a:t>
            </a:r>
            <a:r>
              <a:rPr lang="en-US" sz="6100" b="1" dirty="0" err="1" smtClean="0">
                <a:solidFill>
                  <a:srgbClr val="002060"/>
                </a:solidFill>
                <a:latin typeface="Cambria" pitchFamily="18" charset="0"/>
              </a:rPr>
              <a:t>fiadanana</a:t>
            </a:r>
            <a:r>
              <a:rPr lang="en-US" sz="6100" b="1" dirty="0" smtClean="0">
                <a:solidFill>
                  <a:srgbClr val="002060"/>
                </a:solidFill>
                <a:latin typeface="Cambria" pitchFamily="18" charset="0"/>
              </a:rPr>
              <a:t>.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571472" y="0"/>
            <a:ext cx="8229600" cy="11430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HIRA 476</a:t>
            </a:r>
            <a:endParaRPr lang="fr-FR" sz="40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357158" y="1000108"/>
            <a:ext cx="8786842" cy="5857892"/>
          </a:xfrm>
        </p:spPr>
        <p:txBody>
          <a:bodyPr vert="horz" lIns="91440" tIns="45720" rIns="91440" bIns="45720" rtlCol="0">
            <a:normAutofit fontScale="92500"/>
          </a:bodyPr>
          <a:lstStyle/>
          <a:p>
            <a:pPr marL="1143000" indent="-1143000"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4.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eo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akaikinao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ry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Ray, </a:t>
            </a:r>
          </a:p>
          <a:p>
            <a:pPr marL="1143000" indent="-1143000"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No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fifaliako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izao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</a:p>
          <a:p>
            <a:pPr marL="1143000" indent="-1143000"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tanako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dia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hifandray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</a:p>
          <a:p>
            <a:pPr marL="1143000" indent="-1143000"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Amin'ny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tànanao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.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571472" y="0"/>
            <a:ext cx="8229600" cy="11430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HIRA 476</a:t>
            </a:r>
            <a:endParaRPr lang="fr-FR" sz="40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357158" y="857232"/>
            <a:ext cx="8786842" cy="5857892"/>
          </a:xfrm>
        </p:spPr>
        <p:txBody>
          <a:bodyPr vert="horz" lIns="91440" tIns="45720" rIns="91440" bIns="45720" rtlCol="0">
            <a:normAutofit/>
          </a:bodyPr>
          <a:lstStyle/>
          <a:p>
            <a:pPr marL="1143000" indent="-1143000">
              <a:buNone/>
            </a:pPr>
            <a:r>
              <a:rPr lang="en-US" sz="6100" b="1" dirty="0" err="1" smtClean="0">
                <a:solidFill>
                  <a:srgbClr val="002060"/>
                </a:solidFill>
                <a:latin typeface="Cambria" pitchFamily="18" charset="0"/>
              </a:rPr>
              <a:t>Soa</a:t>
            </a:r>
            <a:r>
              <a:rPr lang="en-US" sz="6100" b="1" dirty="0" smtClean="0">
                <a:solidFill>
                  <a:srgbClr val="002060"/>
                </a:solidFill>
                <a:latin typeface="Cambria" pitchFamily="18" charset="0"/>
              </a:rPr>
              <a:t> re, </a:t>
            </a:r>
            <a:r>
              <a:rPr lang="en-US" sz="6100" b="1" dirty="0" err="1" smtClean="0">
                <a:solidFill>
                  <a:srgbClr val="002060"/>
                </a:solidFill>
                <a:latin typeface="Cambria" pitchFamily="18" charset="0"/>
              </a:rPr>
              <a:t>ry</a:t>
            </a:r>
            <a:r>
              <a:rPr lang="en-US" sz="61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100" b="1" dirty="0" err="1" smtClean="0">
                <a:solidFill>
                  <a:srgbClr val="002060"/>
                </a:solidFill>
                <a:latin typeface="Cambria" pitchFamily="18" charset="0"/>
              </a:rPr>
              <a:t>Raiko</a:t>
            </a:r>
            <a:r>
              <a:rPr lang="en-US" sz="6100" b="1" dirty="0" smtClean="0">
                <a:solidFill>
                  <a:srgbClr val="002060"/>
                </a:solidFill>
                <a:latin typeface="Cambria" pitchFamily="18" charset="0"/>
              </a:rPr>
              <a:t> ô! </a:t>
            </a:r>
          </a:p>
          <a:p>
            <a:pPr marL="1143000" indent="-1143000">
              <a:buNone/>
            </a:pPr>
            <a:r>
              <a:rPr lang="en-US" sz="6100" b="1" dirty="0" err="1" smtClean="0">
                <a:solidFill>
                  <a:srgbClr val="002060"/>
                </a:solidFill>
                <a:latin typeface="Cambria" pitchFamily="18" charset="0"/>
              </a:rPr>
              <a:t>Raha</a:t>
            </a:r>
            <a:r>
              <a:rPr lang="en-US" sz="61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100" b="1" dirty="0" err="1" smtClean="0">
                <a:solidFill>
                  <a:srgbClr val="002060"/>
                </a:solidFill>
                <a:latin typeface="Cambria" pitchFamily="18" charset="0"/>
              </a:rPr>
              <a:t>eo</a:t>
            </a:r>
            <a:r>
              <a:rPr lang="en-US" sz="61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100" b="1" dirty="0" err="1" smtClean="0">
                <a:solidFill>
                  <a:srgbClr val="002060"/>
                </a:solidFill>
                <a:latin typeface="Cambria" pitchFamily="18" charset="0"/>
              </a:rPr>
              <a:t>anilanao</a:t>
            </a:r>
            <a:r>
              <a:rPr lang="en-US" sz="6100" b="1" dirty="0" smtClean="0">
                <a:solidFill>
                  <a:srgbClr val="002060"/>
                </a:solidFill>
                <a:latin typeface="Cambria" pitchFamily="18" charset="0"/>
              </a:rPr>
              <a:t>: </a:t>
            </a:r>
          </a:p>
          <a:p>
            <a:pPr marL="1143000" indent="-1143000">
              <a:buNone/>
            </a:pPr>
            <a:r>
              <a:rPr lang="en-US" sz="6100" b="1" dirty="0" err="1" smtClean="0">
                <a:solidFill>
                  <a:srgbClr val="002060"/>
                </a:solidFill>
                <a:latin typeface="Cambria" pitchFamily="18" charset="0"/>
              </a:rPr>
              <a:t>Fenoinao</a:t>
            </a:r>
            <a:r>
              <a:rPr lang="en-US" sz="61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100" b="1" dirty="0" err="1" smtClean="0">
                <a:solidFill>
                  <a:srgbClr val="002060"/>
                </a:solidFill>
                <a:latin typeface="Cambria" pitchFamily="18" charset="0"/>
              </a:rPr>
              <a:t>fanambinantsoa</a:t>
            </a:r>
            <a:r>
              <a:rPr lang="en-US" sz="61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</a:p>
          <a:p>
            <a:pPr marL="1143000" indent="-1143000">
              <a:buNone/>
            </a:pPr>
            <a:r>
              <a:rPr lang="en-US" sz="6100" b="1" dirty="0" err="1" smtClean="0">
                <a:solidFill>
                  <a:srgbClr val="002060"/>
                </a:solidFill>
                <a:latin typeface="Cambria" pitchFamily="18" charset="0"/>
              </a:rPr>
              <a:t>Ilay</a:t>
            </a:r>
            <a:r>
              <a:rPr lang="en-US" sz="61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100" b="1" dirty="0" err="1" smtClean="0">
                <a:solidFill>
                  <a:srgbClr val="002060"/>
                </a:solidFill>
                <a:latin typeface="Cambria" pitchFamily="18" charset="0"/>
              </a:rPr>
              <a:t>kapoakako</a:t>
            </a:r>
            <a:r>
              <a:rPr lang="en-US" sz="61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Bureau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</TotalTime>
  <Words>170</Words>
  <PresentationFormat>Affichage à l'écran (4:3)</PresentationFormat>
  <Paragraphs>41</Paragraphs>
  <Slides>8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9" baseType="lpstr">
      <vt:lpstr>Thème Office</vt:lpstr>
      <vt:lpstr>HIRA 476</vt:lpstr>
      <vt:lpstr>HIRA 476</vt:lpstr>
      <vt:lpstr>HIRA 476</vt:lpstr>
      <vt:lpstr>HIRA 476</vt:lpstr>
      <vt:lpstr>HIRA 476</vt:lpstr>
      <vt:lpstr>HIRA 476</vt:lpstr>
      <vt:lpstr>HIRA 476</vt:lpstr>
      <vt:lpstr>HIRA 476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444: 1, 2</dc:title>
  <dc:creator>M</dc:creator>
  <cp:lastModifiedBy>M</cp:lastModifiedBy>
  <cp:revision>7</cp:revision>
  <dcterms:created xsi:type="dcterms:W3CDTF">2012-10-02T21:16:57Z</dcterms:created>
  <dcterms:modified xsi:type="dcterms:W3CDTF">2015-03-28T19:30:19Z</dcterms:modified>
</cp:coreProperties>
</file>