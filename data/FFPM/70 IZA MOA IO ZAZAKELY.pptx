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45" d="100"/>
          <a:sy n="45" d="100"/>
        </p:scale>
        <p:origin x="-654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16/12/2013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16/12/2013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16/12/2013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16/12/2013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16/12/2013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16/12/2013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16/12/2013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16/12/2013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16/12/2013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16/12/2013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16/12/2013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16/12/2013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71546"/>
          </a:xfrm>
        </p:spPr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70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1071546"/>
            <a:ext cx="9144000" cy="6000768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1. </a:t>
            </a:r>
            <a:r>
              <a:rPr lang="en-US" sz="6600" dirty="0" err="1" smtClean="0">
                <a:latin typeface="Cambria" pitchFamily="18" charset="0"/>
              </a:rPr>
              <a:t>Iza</a:t>
            </a:r>
            <a:r>
              <a:rPr lang="en-US" sz="6600" dirty="0" smtClean="0">
                <a:latin typeface="Cambria" pitchFamily="18" charset="0"/>
              </a:rPr>
              <a:t> moa </a:t>
            </a:r>
            <a:r>
              <a:rPr lang="en-US" sz="6600" dirty="0" err="1" smtClean="0">
                <a:latin typeface="Cambria" pitchFamily="18" charset="0"/>
              </a:rPr>
              <a:t>io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Zazakely</a:t>
            </a:r>
            <a:endParaRPr lang="en-US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:,: </a:t>
            </a:r>
            <a:r>
              <a:rPr lang="en-US" sz="6600" dirty="0" err="1" smtClean="0">
                <a:latin typeface="Cambria" pitchFamily="18" charset="0"/>
              </a:rPr>
              <a:t>Ao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Betlehema</a:t>
            </a:r>
            <a:r>
              <a:rPr lang="en-US" sz="6600" dirty="0" smtClean="0">
                <a:latin typeface="Cambria" pitchFamily="18" charset="0"/>
              </a:rPr>
              <a:t> :,: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Ankalazain'ny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anjely</a:t>
            </a:r>
            <a:endParaRPr lang="en-US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Misasaka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alim</a:t>
            </a:r>
            <a:r>
              <a:rPr lang="en-US" sz="6600" dirty="0" smtClean="0">
                <a:latin typeface="Cambria" pitchFamily="18" charset="0"/>
              </a:rPr>
              <a:t>-be?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71546"/>
          </a:xfrm>
        </p:spPr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70</a:t>
            </a:r>
            <a:endParaRPr lang="fr-FR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-71470" y="857232"/>
            <a:ext cx="9715536" cy="600076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Injao</a:t>
            </a:r>
            <a:r>
              <a:rPr lang="en-US" sz="6600" dirty="0" smtClean="0">
                <a:latin typeface="Cambria" pitchFamily="18" charset="0"/>
              </a:rPr>
              <a:t>! </a:t>
            </a:r>
            <a:r>
              <a:rPr lang="en-US" sz="6600" dirty="0" err="1" smtClean="0">
                <a:latin typeface="Cambria" pitchFamily="18" charset="0"/>
              </a:rPr>
              <a:t>Mihira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avokoa</a:t>
            </a:r>
            <a:endParaRPr lang="en-US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mponina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ao</a:t>
            </a:r>
            <a:r>
              <a:rPr lang="en-US" sz="6600" dirty="0" smtClean="0">
                <a:latin typeface="Cambria" pitchFamily="18" charset="0"/>
              </a:rPr>
              <a:t> an-</a:t>
            </a:r>
            <a:r>
              <a:rPr lang="en-US" sz="6600" dirty="0" err="1" smtClean="0">
                <a:latin typeface="Cambria" pitchFamily="18" charset="0"/>
              </a:rPr>
              <a:t>danitra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Ka </a:t>
            </a:r>
            <a:r>
              <a:rPr lang="en-US" sz="6600" dirty="0" err="1" smtClean="0">
                <a:latin typeface="Cambria" pitchFamily="18" charset="0"/>
              </a:rPr>
              <a:t>iza</a:t>
            </a:r>
            <a:r>
              <a:rPr lang="en-US" sz="6600" dirty="0" smtClean="0">
                <a:latin typeface="Cambria" pitchFamily="18" charset="0"/>
              </a:rPr>
              <a:t> re </a:t>
            </a:r>
            <a:r>
              <a:rPr lang="en-US" sz="6600" dirty="0" err="1" smtClean="0">
                <a:latin typeface="Cambria" pitchFamily="18" charset="0"/>
              </a:rPr>
              <a:t>io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Zaza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soa</a:t>
            </a:r>
            <a:r>
              <a:rPr lang="en-US" sz="6600" dirty="0" smtClean="0">
                <a:latin typeface="Cambria" pitchFamily="18" charset="0"/>
              </a:rPr>
              <a:t>?</a:t>
            </a:r>
          </a:p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Moa </a:t>
            </a:r>
            <a:r>
              <a:rPr lang="en-US" sz="6600" dirty="0" err="1" smtClean="0">
                <a:latin typeface="Cambria" pitchFamily="18" charset="0"/>
              </a:rPr>
              <a:t>Zanak‘Andriamanitra</a:t>
            </a:r>
            <a:r>
              <a:rPr lang="en-US" sz="6600" dirty="0" smtClean="0">
                <a:latin typeface="Cambria" pitchFamily="18" charset="0"/>
              </a:rPr>
              <a:t>?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71546"/>
          </a:xfrm>
        </p:spPr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70</a:t>
            </a:r>
            <a:endParaRPr lang="fr-FR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857232"/>
            <a:ext cx="9572660" cy="600076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Io no </a:t>
            </a:r>
            <a:r>
              <a:rPr lang="en-US" sz="6600" dirty="0" err="1" smtClean="0">
                <a:latin typeface="Cambria" pitchFamily="18" charset="0"/>
              </a:rPr>
              <a:t>Mpanjaka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voatendry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Sady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mahery</a:t>
            </a:r>
            <a:r>
              <a:rPr lang="en-US" sz="6600" dirty="0" smtClean="0">
                <a:latin typeface="Cambria" pitchFamily="18" charset="0"/>
              </a:rPr>
              <a:t> no </a:t>
            </a:r>
            <a:r>
              <a:rPr lang="en-US" sz="6600" dirty="0" err="1" smtClean="0">
                <a:latin typeface="Cambria" pitchFamily="18" charset="0"/>
              </a:rPr>
              <a:t>hendry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:,: </a:t>
            </a:r>
            <a:r>
              <a:rPr lang="en-US" sz="6600" dirty="0" err="1" smtClean="0">
                <a:latin typeface="Cambria" pitchFamily="18" charset="0"/>
              </a:rPr>
              <a:t>Zanak'Andriamanitsika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Koa </a:t>
            </a:r>
            <a:r>
              <a:rPr lang="en-US" sz="6600" dirty="0" err="1" smtClean="0">
                <a:latin typeface="Cambria" pitchFamily="18" charset="0"/>
              </a:rPr>
              <a:t>hobio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sy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ifalio</a:t>
            </a:r>
            <a:r>
              <a:rPr lang="en-US" sz="6600" dirty="0" smtClean="0">
                <a:latin typeface="Cambria" pitchFamily="18" charset="0"/>
              </a:rPr>
              <a:t>. :,: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71546"/>
          </a:xfrm>
        </p:spPr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70</a:t>
            </a:r>
            <a:endParaRPr lang="fr-FR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1142984"/>
            <a:ext cx="9144000" cy="6000768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2. </a:t>
            </a:r>
            <a:r>
              <a:rPr lang="en-US" sz="6600" dirty="0" err="1" smtClean="0">
                <a:latin typeface="Cambria" pitchFamily="18" charset="0"/>
              </a:rPr>
              <a:t>Izy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smtClean="0">
                <a:latin typeface="Cambria" pitchFamily="18" charset="0"/>
              </a:rPr>
              <a:t>no </a:t>
            </a:r>
            <a:r>
              <a:rPr lang="en-US" sz="6600" dirty="0" err="1" smtClean="0">
                <a:latin typeface="Cambria" pitchFamily="18" charset="0"/>
              </a:rPr>
              <a:t>Jeso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Mpanjaka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:,: Ka </a:t>
            </a:r>
            <a:r>
              <a:rPr lang="en-US" sz="6600" dirty="0" err="1" smtClean="0">
                <a:latin typeface="Cambria" pitchFamily="18" charset="0"/>
              </a:rPr>
              <a:t>mihobia</a:t>
            </a:r>
            <a:r>
              <a:rPr lang="en-US" sz="6600" dirty="0" smtClean="0">
                <a:latin typeface="Cambria" pitchFamily="18" charset="0"/>
              </a:rPr>
              <a:t>! :,: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Izy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mamory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sy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maka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Avia</a:t>
            </a:r>
            <a:r>
              <a:rPr lang="en-US" sz="6600" dirty="0" smtClean="0">
                <a:latin typeface="Cambria" pitchFamily="18" charset="0"/>
              </a:rPr>
              <a:t>, </a:t>
            </a:r>
            <a:r>
              <a:rPr lang="en-US" sz="6600" dirty="0" err="1" smtClean="0">
                <a:latin typeface="Cambria" pitchFamily="18" charset="0"/>
              </a:rPr>
              <a:t>mihobia</a:t>
            </a:r>
            <a:r>
              <a:rPr lang="en-US" sz="6600" dirty="0" smtClean="0"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71546"/>
          </a:xfrm>
        </p:spPr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70</a:t>
            </a:r>
            <a:endParaRPr lang="fr-FR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928670"/>
            <a:ext cx="9144000" cy="592933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Omeo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voninahitra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Ka </a:t>
            </a:r>
            <a:r>
              <a:rPr lang="en-US" sz="6600" dirty="0" err="1" smtClean="0">
                <a:latin typeface="Cambria" pitchFamily="18" charset="0"/>
              </a:rPr>
              <a:t>mitehafa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tanana</a:t>
            </a:r>
            <a:r>
              <a:rPr lang="en-US" sz="6600" dirty="0" smtClean="0">
                <a:latin typeface="Cambria" pitchFamily="18" charset="0"/>
              </a:rPr>
              <a:t>;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Hobio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ry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tendrombohitra</a:t>
            </a:r>
            <a:endParaRPr lang="en-US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Sy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lohasaha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mavana</a:t>
            </a:r>
            <a:r>
              <a:rPr lang="en-US" sz="6600" dirty="0" smtClean="0">
                <a:latin typeface="Cambria" pitchFamily="18" charset="0"/>
              </a:rPr>
              <a:t>!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71546"/>
          </a:xfrm>
        </p:spPr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70</a:t>
            </a:r>
            <a:endParaRPr lang="fr-FR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857232"/>
            <a:ext cx="9429784" cy="600076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Io no </a:t>
            </a:r>
            <a:r>
              <a:rPr lang="en-US" sz="6600" dirty="0" err="1" smtClean="0">
                <a:latin typeface="Cambria" pitchFamily="18" charset="0"/>
              </a:rPr>
              <a:t>Mpanjaka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voatendry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Sady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mahery</a:t>
            </a:r>
            <a:r>
              <a:rPr lang="en-US" sz="6600" dirty="0" smtClean="0">
                <a:latin typeface="Cambria" pitchFamily="18" charset="0"/>
              </a:rPr>
              <a:t> no </a:t>
            </a:r>
            <a:r>
              <a:rPr lang="en-US" sz="6600" dirty="0" err="1" smtClean="0">
                <a:latin typeface="Cambria" pitchFamily="18" charset="0"/>
              </a:rPr>
              <a:t>hendry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:,: </a:t>
            </a:r>
            <a:r>
              <a:rPr lang="en-US" sz="6600" dirty="0" err="1" smtClean="0">
                <a:latin typeface="Cambria" pitchFamily="18" charset="0"/>
              </a:rPr>
              <a:t>Zanak'Andriamanitsika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Koa </a:t>
            </a:r>
            <a:r>
              <a:rPr lang="en-US" sz="6600" dirty="0" err="1" smtClean="0">
                <a:latin typeface="Cambria" pitchFamily="18" charset="0"/>
              </a:rPr>
              <a:t>hobio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sy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ifalio</a:t>
            </a:r>
            <a:r>
              <a:rPr lang="en-US" sz="6600" dirty="0" smtClean="0">
                <a:latin typeface="Cambria" pitchFamily="18" charset="0"/>
              </a:rPr>
              <a:t>. :,: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71546"/>
          </a:xfrm>
        </p:spPr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70</a:t>
            </a:r>
            <a:endParaRPr lang="fr-FR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1214422"/>
            <a:ext cx="9144000" cy="5643578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3. </a:t>
            </a:r>
            <a:r>
              <a:rPr lang="en-US" sz="6600" dirty="0" err="1" smtClean="0">
                <a:latin typeface="Cambria" pitchFamily="18" charset="0"/>
              </a:rPr>
              <a:t>Izy</a:t>
            </a:r>
            <a:r>
              <a:rPr lang="en-US" sz="6600" dirty="0" smtClean="0">
                <a:latin typeface="Cambria" pitchFamily="18" charset="0"/>
              </a:rPr>
              <a:t> no </a:t>
            </a:r>
            <a:r>
              <a:rPr lang="en-US" sz="6600" dirty="0" err="1" smtClean="0">
                <a:latin typeface="Cambria" pitchFamily="18" charset="0"/>
              </a:rPr>
              <a:t>Tompo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nahary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:,: Ka </a:t>
            </a:r>
            <a:r>
              <a:rPr lang="en-US" sz="6600" dirty="0" err="1" smtClean="0">
                <a:latin typeface="Cambria" pitchFamily="18" charset="0"/>
              </a:rPr>
              <a:t>maneke</a:t>
            </a:r>
            <a:r>
              <a:rPr lang="en-US" sz="6600" dirty="0" smtClean="0">
                <a:latin typeface="Cambria" pitchFamily="18" charset="0"/>
              </a:rPr>
              <a:t> :,: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Zanaky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Zanahary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Ka </a:t>
            </a:r>
            <a:r>
              <a:rPr lang="en-US" sz="6600" dirty="0" err="1" smtClean="0">
                <a:latin typeface="Cambria" pitchFamily="18" charset="0"/>
              </a:rPr>
              <a:t>dia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maneke</a:t>
            </a:r>
            <a:r>
              <a:rPr lang="en-US" sz="6600" dirty="0" smtClean="0"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71546"/>
          </a:xfrm>
        </p:spPr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70</a:t>
            </a:r>
            <a:endParaRPr lang="fr-FR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1000108"/>
            <a:ext cx="9144000" cy="5500726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Ry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hazo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an'ala</a:t>
            </a:r>
            <a:r>
              <a:rPr lang="en-US" sz="6600" dirty="0" smtClean="0">
                <a:latin typeface="Cambria" pitchFamily="18" charset="0"/>
              </a:rPr>
              <a:t> ô!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Samia</a:t>
            </a:r>
            <a:r>
              <a:rPr lang="en-US" sz="6600" dirty="0" smtClean="0">
                <a:latin typeface="Cambria" pitchFamily="18" charset="0"/>
              </a:rPr>
              <a:t> re </a:t>
            </a:r>
            <a:r>
              <a:rPr lang="en-US" sz="6600" dirty="0" err="1" smtClean="0">
                <a:latin typeface="Cambria" pitchFamily="18" charset="0"/>
              </a:rPr>
              <a:t>manandra-peo</a:t>
            </a:r>
            <a:r>
              <a:rPr lang="en-US" sz="6600" dirty="0" smtClean="0">
                <a:latin typeface="Cambria" pitchFamily="18" charset="0"/>
              </a:rPr>
              <a:t>;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Ry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voninkazo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tsara</a:t>
            </a:r>
            <a:r>
              <a:rPr lang="en-US" sz="6600" dirty="0" smtClean="0">
                <a:latin typeface="Cambria" pitchFamily="18" charset="0"/>
              </a:rPr>
              <a:t> ô!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Atero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fofo-manitra</a:t>
            </a:r>
            <a:r>
              <a:rPr lang="en-US" sz="6600" dirty="0" smtClean="0">
                <a:latin typeface="Cambria" pitchFamily="18" charset="0"/>
              </a:rPr>
              <a:t> :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71546"/>
          </a:xfrm>
        </p:spPr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70</a:t>
            </a:r>
            <a:endParaRPr lang="fr-FR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928670"/>
            <a:ext cx="9429784" cy="592933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Io no </a:t>
            </a:r>
            <a:r>
              <a:rPr lang="en-US" sz="6600" dirty="0" err="1" smtClean="0">
                <a:latin typeface="Cambria" pitchFamily="18" charset="0"/>
              </a:rPr>
              <a:t>Mpanjaka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voatendry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Sady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mahery</a:t>
            </a:r>
            <a:r>
              <a:rPr lang="en-US" sz="6600" dirty="0" smtClean="0">
                <a:latin typeface="Cambria" pitchFamily="18" charset="0"/>
              </a:rPr>
              <a:t> no </a:t>
            </a:r>
            <a:r>
              <a:rPr lang="en-US" sz="6600" dirty="0" err="1" smtClean="0">
                <a:latin typeface="Cambria" pitchFamily="18" charset="0"/>
              </a:rPr>
              <a:t>hendry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:,: </a:t>
            </a:r>
            <a:r>
              <a:rPr lang="en-US" sz="6600" dirty="0" err="1" smtClean="0">
                <a:latin typeface="Cambria" pitchFamily="18" charset="0"/>
              </a:rPr>
              <a:t>Zanak'Andriamanitsika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Koa </a:t>
            </a:r>
            <a:r>
              <a:rPr lang="en-US" sz="6600" dirty="0" err="1" smtClean="0">
                <a:latin typeface="Cambria" pitchFamily="18" charset="0"/>
              </a:rPr>
              <a:t>hobio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sy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ifalio</a:t>
            </a:r>
            <a:r>
              <a:rPr lang="en-US" sz="6600" dirty="0" smtClean="0">
                <a:latin typeface="Cambria" pitchFamily="18" charset="0"/>
              </a:rPr>
              <a:t>. :,: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71546"/>
          </a:xfrm>
        </p:spPr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70</a:t>
            </a:r>
            <a:endParaRPr lang="fr-FR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1000108"/>
            <a:ext cx="9144000" cy="585789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4. </a:t>
            </a:r>
            <a:r>
              <a:rPr lang="en-US" sz="6600" dirty="0" err="1" smtClean="0">
                <a:latin typeface="Cambria" pitchFamily="18" charset="0"/>
              </a:rPr>
              <a:t>Efitra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sy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tany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foana</a:t>
            </a:r>
            <a:r>
              <a:rPr lang="en-US" sz="6600" dirty="0" smtClean="0">
                <a:latin typeface="Cambria" pitchFamily="18" charset="0"/>
              </a:rPr>
              <a:t>!</a:t>
            </a:r>
          </a:p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:,: O! </a:t>
            </a:r>
            <a:r>
              <a:rPr lang="en-US" sz="6600" dirty="0" err="1" smtClean="0">
                <a:latin typeface="Cambria" pitchFamily="18" charset="0"/>
              </a:rPr>
              <a:t>mihirà</a:t>
            </a:r>
            <a:r>
              <a:rPr lang="en-US" sz="6600" dirty="0" smtClean="0">
                <a:latin typeface="Cambria" pitchFamily="18" charset="0"/>
              </a:rPr>
              <a:t>; :,: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Lemaka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ary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havoana</a:t>
            </a:r>
            <a:r>
              <a:rPr lang="en-US" sz="6600" dirty="0" smtClean="0">
                <a:latin typeface="Cambria" pitchFamily="18" charset="0"/>
              </a:rPr>
              <a:t>!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Falia</a:t>
            </a:r>
            <a:r>
              <a:rPr lang="en-US" sz="6600" dirty="0" smtClean="0">
                <a:latin typeface="Cambria" pitchFamily="18" charset="0"/>
              </a:rPr>
              <a:t>, </a:t>
            </a:r>
            <a:r>
              <a:rPr lang="en-US" sz="6600" dirty="0" err="1" smtClean="0">
                <a:latin typeface="Cambria" pitchFamily="18" charset="0"/>
              </a:rPr>
              <a:t>mihira</a:t>
            </a:r>
            <a:r>
              <a:rPr lang="en-US" sz="6600" dirty="0" smtClean="0">
                <a:latin typeface="Cambria" pitchFamily="18" charset="0"/>
              </a:rPr>
              <a:t>;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71546"/>
          </a:xfrm>
        </p:spPr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70</a:t>
            </a:r>
            <a:endParaRPr lang="fr-FR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1000108"/>
            <a:ext cx="9144000" cy="585789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Ry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ranomasin-dehibe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Ry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voron-kely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tsara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feo</a:t>
            </a:r>
            <a:r>
              <a:rPr lang="en-US" sz="6600" dirty="0" smtClean="0">
                <a:latin typeface="Cambria" pitchFamily="18" charset="0"/>
              </a:rPr>
              <a:t>!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Izao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rehetra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marobe</a:t>
            </a:r>
            <a:r>
              <a:rPr lang="en-US" sz="6600" dirty="0" smtClean="0">
                <a:latin typeface="Cambria" pitchFamily="18" charset="0"/>
              </a:rPr>
              <a:t>!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Avia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mankalaza</a:t>
            </a:r>
            <a:r>
              <a:rPr lang="en-US" sz="6600" dirty="0" smtClean="0">
                <a:latin typeface="Cambria" pitchFamily="18" charset="0"/>
              </a:rPr>
              <a:t> re;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71546"/>
          </a:xfrm>
        </p:spPr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70</a:t>
            </a:r>
            <a:endParaRPr lang="fr-FR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928670"/>
            <a:ext cx="9501222" cy="592933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Io no </a:t>
            </a:r>
            <a:r>
              <a:rPr lang="en-US" sz="6600" dirty="0" err="1" smtClean="0">
                <a:latin typeface="Cambria" pitchFamily="18" charset="0"/>
              </a:rPr>
              <a:t>Mpanjaka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voatendry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Sady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mahery</a:t>
            </a:r>
            <a:r>
              <a:rPr lang="en-US" sz="6600" dirty="0" smtClean="0">
                <a:latin typeface="Cambria" pitchFamily="18" charset="0"/>
              </a:rPr>
              <a:t> no </a:t>
            </a:r>
            <a:r>
              <a:rPr lang="en-US" sz="6600" dirty="0" err="1" smtClean="0">
                <a:latin typeface="Cambria" pitchFamily="18" charset="0"/>
              </a:rPr>
              <a:t>hendry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:,: </a:t>
            </a:r>
            <a:r>
              <a:rPr lang="en-US" sz="6600" dirty="0" err="1" smtClean="0">
                <a:latin typeface="Cambria" pitchFamily="18" charset="0"/>
              </a:rPr>
              <a:t>Zanak'Andriamanitsika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Koa </a:t>
            </a:r>
            <a:r>
              <a:rPr lang="en-US" sz="6600" dirty="0" err="1" smtClean="0">
                <a:latin typeface="Cambria" pitchFamily="18" charset="0"/>
              </a:rPr>
              <a:t>hobio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sy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ifalio</a:t>
            </a:r>
            <a:r>
              <a:rPr lang="en-US" sz="6600" dirty="0" smtClean="0">
                <a:latin typeface="Cambria" pitchFamily="18" charset="0"/>
              </a:rPr>
              <a:t>. :,: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243</Words>
  <PresentationFormat>Affichage à l'écran (4:3)</PresentationFormat>
  <Paragraphs>60</Paragraphs>
  <Slides>12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12</vt:i4>
      </vt:variant>
    </vt:vector>
  </HeadingPairs>
  <TitlesOfParts>
    <vt:vector size="13" baseType="lpstr">
      <vt:lpstr>Thème Office</vt:lpstr>
      <vt:lpstr>HIRA 70</vt:lpstr>
      <vt:lpstr>HIRA 70</vt:lpstr>
      <vt:lpstr>HIRA 70</vt:lpstr>
      <vt:lpstr>HIRA 70</vt:lpstr>
      <vt:lpstr>HIRA 70</vt:lpstr>
      <vt:lpstr>HIRA 70</vt:lpstr>
      <vt:lpstr>HIRA 70</vt:lpstr>
      <vt:lpstr>HIRA 70</vt:lpstr>
      <vt:lpstr>HIRA 70</vt:lpstr>
      <vt:lpstr>HIRA 70</vt:lpstr>
      <vt:lpstr>HIRA 70</vt:lpstr>
      <vt:lpstr>HIRA 70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68</dc:title>
  <dc:creator>M</dc:creator>
  <cp:lastModifiedBy>M</cp:lastModifiedBy>
  <cp:revision>4</cp:revision>
  <dcterms:created xsi:type="dcterms:W3CDTF">2012-12-08T21:27:25Z</dcterms:created>
  <dcterms:modified xsi:type="dcterms:W3CDTF">2013-12-16T18:11:32Z</dcterms:modified>
</cp:coreProperties>
</file>