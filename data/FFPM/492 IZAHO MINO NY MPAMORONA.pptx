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6" d="100"/>
          <a:sy n="56" d="100"/>
        </p:scale>
        <p:origin x="-84" y="-1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03/08/2014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03/08/2014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03/08/2014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03/08/2014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03/08/2014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03/08/2014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03/08/2014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492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32" y="642918"/>
            <a:ext cx="9787006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1.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Izaho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mino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Mpamorona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Mpanao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tany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lanitra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; </a:t>
            </a: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Izaho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manam-panorenana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manan-dRay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ary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an-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danitra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.</a:t>
            </a:r>
            <a:endParaRPr lang="fr-FR" sz="60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492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32" y="642918"/>
            <a:ext cx="9429816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2.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Izaho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mino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Mpanavotra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rany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masina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no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mamiko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momba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Azy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dia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sambatra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diany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no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mba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harahiko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.</a:t>
            </a:r>
            <a:endParaRPr lang="fr-FR" sz="60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492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1406" y="642918"/>
            <a:ext cx="9429816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3.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Inoako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Mpanamasina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Mpananatro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Masoandroko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Izaho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omeny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afo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masina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Mba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ho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madio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fiainako</a:t>
            </a:r>
            <a:endParaRPr lang="fr-FR" sz="60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71</Words>
  <PresentationFormat>Affichage à l'écran (4:3)</PresentationFormat>
  <Paragraphs>15</Paragraphs>
  <Slides>3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4" baseType="lpstr">
      <vt:lpstr>Thème Office</vt:lpstr>
      <vt:lpstr>HIRA 492</vt:lpstr>
      <vt:lpstr>HIRA 492</vt:lpstr>
      <vt:lpstr>HIRA 492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489: 3</dc:title>
  <dc:creator>M</dc:creator>
  <cp:lastModifiedBy>M</cp:lastModifiedBy>
  <cp:revision>9</cp:revision>
  <dcterms:created xsi:type="dcterms:W3CDTF">2012-10-02T21:36:53Z</dcterms:created>
  <dcterms:modified xsi:type="dcterms:W3CDTF">2014-08-03T04:19:45Z</dcterms:modified>
</cp:coreProperties>
</file>