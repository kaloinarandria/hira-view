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0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4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1. Andriamanitra hendry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:,: Loharanon-tsaina :,: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Manolo-pahendrena</a:t>
            </a:r>
            <a:endParaRPr lang="it-IT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'Zay manaiky Azy:,: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2. Andriamanitra mahay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:,: Izao rehetra izao :,: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Ka Izy no akana saina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Hahahendry antsika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57256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3. Ary isika mila saina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:,: Hanitsy antsika, :,: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:,: Amin'ny fianarana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Hanarahana Azy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42975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4. lzy no ihavian'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:,: Ny soa rehetra :,: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:,Hiainana </a:t>
            </a: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mandrakizay,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Ka Izy </a:t>
            </a:r>
            <a:r>
              <a:rPr lang="it-IT" sz="6600" b="1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it-IT" sz="6600" b="1" smtClean="0">
                <a:solidFill>
                  <a:srgbClr val="002060"/>
                </a:solidFill>
                <a:latin typeface="Cambria" pitchFamily="18" charset="0"/>
              </a:rPr>
              <a:t>omen-tsaotra:</a:t>
            </a:r>
            <a:endParaRPr lang="it-IT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75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25</vt:lpstr>
      <vt:lpstr>HIRA 25</vt:lpstr>
      <vt:lpstr>HIRA 25</vt:lpstr>
      <vt:lpstr>HIRA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21: 1, 3</dc:title>
  <dc:creator>M</dc:creator>
  <cp:lastModifiedBy>M</cp:lastModifiedBy>
  <cp:revision>9</cp:revision>
  <dcterms:created xsi:type="dcterms:W3CDTF">2012-10-02T21:34:15Z</dcterms:created>
  <dcterms:modified xsi:type="dcterms:W3CDTF">2014-05-28T11:07:41Z</dcterms:modified>
</cp:coreProperties>
</file>