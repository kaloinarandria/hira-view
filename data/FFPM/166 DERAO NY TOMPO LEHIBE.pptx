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57266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1. </a:t>
            </a:r>
            <a:r>
              <a:rPr lang="es-ES" sz="7200" dirty="0" err="1" smtClean="0">
                <a:latin typeface="Cambria" pitchFamily="18" charset="0"/>
              </a:rPr>
              <a:t>Derao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Tompo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lehibe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Nahary</a:t>
            </a:r>
            <a:r>
              <a:rPr lang="es-ES" sz="7200" dirty="0" smtClean="0">
                <a:latin typeface="Cambria" pitchFamily="18" charset="0"/>
              </a:rPr>
              <a:t> '</a:t>
            </a:r>
            <a:r>
              <a:rPr lang="es-ES" sz="7200" dirty="0" err="1" smtClean="0">
                <a:latin typeface="Cambria" pitchFamily="18" charset="0"/>
              </a:rPr>
              <a:t>zao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rehetra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izao</a:t>
            </a:r>
            <a:r>
              <a:rPr lang="es-E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57266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lanitra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tany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koa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Samia </a:t>
            </a:r>
            <a:r>
              <a:rPr lang="es-ES" sz="7200" dirty="0" err="1" smtClean="0">
                <a:latin typeface="Cambria" pitchFamily="18" charset="0"/>
              </a:rPr>
              <a:t>midera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avokoa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Asandrato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izao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dera</a:t>
            </a:r>
            <a:r>
              <a:rPr lang="es-E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57266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2. </a:t>
            </a:r>
            <a:r>
              <a:rPr lang="es-ES" sz="7200" dirty="0" err="1" smtClean="0">
                <a:latin typeface="Cambria" pitchFamily="18" charset="0"/>
              </a:rPr>
              <a:t>Ry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voadion'ny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ràny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soa</a:t>
            </a:r>
            <a:r>
              <a:rPr lang="es-E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Ankalazao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Tompo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tia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!</a:t>
            </a:r>
            <a:endParaRPr lang="es-E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57266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Ry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voavela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heloka</a:t>
            </a:r>
            <a:r>
              <a:rPr lang="es-E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Tsarovy</a:t>
            </a:r>
            <a:r>
              <a:rPr lang="es-ES" sz="7200" dirty="0" smtClean="0">
                <a:latin typeface="Cambria" pitchFamily="18" charset="0"/>
              </a:rPr>
              <a:t> re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indrafo</a:t>
            </a:r>
            <a:r>
              <a:rPr lang="es-E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Asandrato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izao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dera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!</a:t>
            </a:r>
            <a:endParaRPr lang="es-E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572660" cy="52863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3. </a:t>
            </a:r>
            <a:r>
              <a:rPr lang="es-ES" sz="7200" dirty="0" err="1" smtClean="0">
                <a:latin typeface="Cambria" pitchFamily="18" charset="0"/>
              </a:rPr>
              <a:t>Miraisa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ka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midera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Fa </a:t>
            </a:r>
            <a:r>
              <a:rPr lang="es-ES" sz="7200" dirty="0" err="1" smtClean="0">
                <a:latin typeface="Cambria" pitchFamily="18" charset="0"/>
              </a:rPr>
              <a:t>izy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niahy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hatrizay</a:t>
            </a:r>
            <a:r>
              <a:rPr lang="es-E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!</a:t>
            </a:r>
            <a:endParaRPr lang="es-E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572660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Derao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Ray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Zanaka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Sy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Fanahy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Masina</a:t>
            </a:r>
            <a:endParaRPr lang="es-E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Asandrato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izao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ny</a:t>
            </a:r>
            <a:r>
              <a:rPr lang="es-ES" sz="7200" dirty="0" smtClean="0">
                <a:latin typeface="Cambria" pitchFamily="18" charset="0"/>
              </a:rPr>
              <a:t> </a:t>
            </a:r>
            <a:r>
              <a:rPr lang="es-ES" sz="7200" dirty="0" err="1" smtClean="0">
                <a:latin typeface="Cambria" pitchFamily="18" charset="0"/>
              </a:rPr>
              <a:t>dera</a:t>
            </a:r>
            <a:r>
              <a:rPr lang="es-ES" sz="7200" dirty="0" smtClean="0">
                <a:latin typeface="Cambria" pitchFamily="18" charset="0"/>
              </a:rPr>
              <a:t>:</a:t>
            </a:r>
            <a:endParaRPr lang="es-E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35811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572660" cy="51435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, </a:t>
            </a:r>
            <a:r>
              <a:rPr lang="es-ES" sz="7200" dirty="0" err="1" smtClean="0">
                <a:latin typeface="Cambria" pitchFamily="18" charset="0"/>
              </a:rPr>
              <a:t>Haleloia</a:t>
            </a:r>
            <a:r>
              <a:rPr lang="es-E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7200" dirty="0" smtClean="0">
                <a:latin typeface="Cambria" pitchFamily="18" charset="0"/>
              </a:rPr>
              <a:t>Amena!</a:t>
            </a:r>
            <a:endParaRPr lang="es-E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121</Words>
  <PresentationFormat>Affichage à l'écran 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166</vt:lpstr>
      <vt:lpstr>HIRA 166</vt:lpstr>
      <vt:lpstr>HIRA 166</vt:lpstr>
      <vt:lpstr>HIRA 166</vt:lpstr>
      <vt:lpstr>HIRA 166</vt:lpstr>
      <vt:lpstr>HIRA 166</vt:lpstr>
      <vt:lpstr>HIRA 166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7</cp:revision>
  <dcterms:created xsi:type="dcterms:W3CDTF">2012-10-03T08:15:06Z</dcterms:created>
  <dcterms:modified xsi:type="dcterms:W3CDTF">2013-07-25T18:41:36Z</dcterms:modified>
</cp:coreProperties>
</file>