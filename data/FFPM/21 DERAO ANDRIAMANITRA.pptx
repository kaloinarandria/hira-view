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1" r:id="rId4"/>
    <p:sldId id="262" r:id="rId5"/>
    <p:sldId id="256" r:id="rId6"/>
    <p:sldId id="257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8182" autoAdjust="0"/>
    <p:restoredTop sz="94660"/>
  </p:normalViewPr>
  <p:slideViewPr>
    <p:cSldViewPr>
      <p:cViewPr varScale="1">
        <p:scale>
          <a:sx n="60" d="100"/>
          <a:sy n="60" d="100"/>
        </p:scale>
        <p:origin x="-34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21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Andriamanitra</a:t>
            </a:r>
            <a:endParaRPr lang="fr-FR" sz="63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vazantany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efatra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3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mamindra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endParaRPr lang="fr-FR" sz="63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mety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manome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zo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3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3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214290"/>
            <a:ext cx="8929718" cy="664371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Naniraka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Zanany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Hanavotra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olony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sandriny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toha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re,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manan-kery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lehibe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Malaza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Anarany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lehibe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asany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92867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21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00108"/>
            <a:ext cx="8929718" cy="5572164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zavatra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rehetra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e,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ranomasin-dehibe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Ireo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tendrombohitra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saha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feno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ahitra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214290"/>
            <a:ext cx="8929718" cy="664371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hazo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vorona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vato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zavona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voninkazo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manitra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endriky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lanitra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samy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mijanona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Midera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Mpamorona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21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59293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olona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navotana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mitsangàna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faingana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miderà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Tomponao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nanavotra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908" y="71462"/>
            <a:ext cx="9144000" cy="6858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he,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voninahiny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Manerana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taniny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Tendreo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valihanao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miventesa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voavonjy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ô,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Ray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Mpamorona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141</Words>
  <PresentationFormat>Affichage à l'écran (4:3)</PresentationFormat>
  <Paragraphs>33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21</vt:lpstr>
      <vt:lpstr>Diapositive 2</vt:lpstr>
      <vt:lpstr>HIRA 21</vt:lpstr>
      <vt:lpstr>Diapositive 4</vt:lpstr>
      <vt:lpstr>HIRA 21</vt:lpstr>
      <vt:lpstr>Diapositive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21: 1, 3</dc:title>
  <dc:creator>M</dc:creator>
  <cp:lastModifiedBy>M</cp:lastModifiedBy>
  <cp:revision>7</cp:revision>
  <dcterms:created xsi:type="dcterms:W3CDTF">2012-10-02T21:34:15Z</dcterms:created>
  <dcterms:modified xsi:type="dcterms:W3CDTF">2014-05-28T10:51:53Z</dcterms:modified>
</cp:coreProperties>
</file>