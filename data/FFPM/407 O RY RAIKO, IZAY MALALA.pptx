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423" autoAdjust="0"/>
    <p:restoredTop sz="94660"/>
  </p:normalViewPr>
  <p:slideViewPr>
    <p:cSldViewPr>
      <p:cViewPr varScale="1">
        <p:scale>
          <a:sx n="53" d="100"/>
          <a:sy n="53" d="100"/>
        </p:scale>
        <p:origin x="-11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407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1. O,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Tonga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nania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adala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mifona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Mamela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fahotako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Teo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anatrehanao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fahadalako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Aza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tsarovanao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2. He,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izaho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nanantena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nandà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lazain'ny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Kanjo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hitako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mana-java-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Hampiadana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501222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Enga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mahantra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isan'ny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Mpiantra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Miantrà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tra-bonjy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Ray!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Amen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123</Words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407 </vt:lpstr>
      <vt:lpstr>HIRA 407 </vt:lpstr>
      <vt:lpstr>HIRA 407 </vt:lpstr>
      <vt:lpstr>HIRA 407 </vt:lpstr>
      <vt:lpstr>HIRA 407 </vt:lpstr>
      <vt:lpstr>HIRA 407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408 </dc:title>
  <dc:creator>M</dc:creator>
  <cp:lastModifiedBy>M</cp:lastModifiedBy>
  <cp:revision>5</cp:revision>
  <dcterms:created xsi:type="dcterms:W3CDTF">2012-11-11T21:00:25Z</dcterms:created>
  <dcterms:modified xsi:type="dcterms:W3CDTF">2014-09-06T18:53:06Z</dcterms:modified>
</cp:coreProperties>
</file>