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22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104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Raha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mijery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hazo</a:t>
            </a:r>
            <a:endParaRPr lang="en-US" sz="72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7200" dirty="0" err="1" smtClean="0">
                <a:latin typeface="Cambria" pitchFamily="18" charset="0"/>
              </a:rPr>
              <a:t>Nijalian'i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Jesosy</a:t>
            </a:r>
            <a:endParaRPr lang="en-US" sz="72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misy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malaza</a:t>
            </a:r>
            <a:endParaRPr lang="en-US" sz="72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7200" dirty="0" smtClean="0">
                <a:latin typeface="Cambria" pitchFamily="18" charset="0"/>
              </a:rPr>
              <a:t>Na </a:t>
            </a: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mirehareha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104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miavonavona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Mpananvotra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Kristy</a:t>
            </a:r>
          </a:p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arahina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isan'andro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104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-71470" y="1071546"/>
            <a:ext cx="9644098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Indro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mandeha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Voahombo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tanany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Nijaly</a:t>
            </a:r>
            <a:r>
              <a:rPr lang="en-US" sz="6600" dirty="0" smtClean="0">
                <a:latin typeface="Cambria" pitchFamily="18" charset="0"/>
              </a:rPr>
              <a:t>, ka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maty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Nisolo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olo-meloka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104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-71470" y="1071546"/>
            <a:ext cx="9358346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'</a:t>
            </a:r>
            <a:r>
              <a:rPr lang="en-US" sz="6600" dirty="0" err="1" smtClean="0">
                <a:latin typeface="Cambria" pitchFamily="18" charset="0"/>
              </a:rPr>
              <a:t>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r>
              <a:rPr lang="en-US" sz="6600" dirty="0" smtClean="0">
                <a:latin typeface="Cambria" pitchFamily="18" charset="0"/>
              </a:rPr>
              <a:t> '</a:t>
            </a:r>
            <a:r>
              <a:rPr lang="en-US" sz="6600" dirty="0" err="1" smtClean="0">
                <a:latin typeface="Cambria" pitchFamily="18" charset="0"/>
              </a:rPr>
              <a:t>zao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rehetra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azoko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havaly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fitiavan'ny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104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homeko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Fanahiko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atolotro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mendrika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Azy</a:t>
            </a:r>
            <a:r>
              <a:rPr lang="en-US" sz="6600" dirty="0" smtClean="0">
                <a:latin typeface="Cambria" pitchFamily="18" charset="0"/>
              </a:rPr>
              <a:t> 'zany,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mety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mandray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99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104</vt:lpstr>
      <vt:lpstr>Hira 104</vt:lpstr>
      <vt:lpstr>Hira 104</vt:lpstr>
      <vt:lpstr>Hira 104</vt:lpstr>
      <vt:lpstr>Hira 104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107</dc:title>
  <dc:creator>M</dc:creator>
  <cp:lastModifiedBy>M</cp:lastModifiedBy>
  <cp:revision>5</cp:revision>
  <dcterms:created xsi:type="dcterms:W3CDTF">2012-11-04T17:19:04Z</dcterms:created>
  <dcterms:modified xsi:type="dcterms:W3CDTF">2013-08-21T18:20:01Z</dcterms:modified>
</cp:coreProperties>
</file>