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71" r:id="rId3"/>
    <p:sldId id="263" r:id="rId4"/>
    <p:sldId id="270" r:id="rId5"/>
    <p:sldId id="264" r:id="rId6"/>
    <p:sldId id="269" r:id="rId7"/>
    <p:sldId id="265" r:id="rId8"/>
    <p:sldId id="268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87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17/08/2013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17/08/2013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17/08/2013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17/08/2013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17/08/2013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17/08/2013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271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-142908" y="785794"/>
            <a:ext cx="992985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mivavaha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raha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maraina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Tsarovinao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Ilay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niaro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fanahy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aina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salama</a:t>
            </a:r>
            <a:r>
              <a:rPr lang="en-US" sz="6000" dirty="0" smtClean="0">
                <a:latin typeface="Cambria" pitchFamily="18" charset="0"/>
              </a:rPr>
              <a:t> toy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271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Tsarovy</a:t>
            </a:r>
            <a:r>
              <a:rPr lang="es-ES" sz="6600" dirty="0" smtClean="0">
                <a:latin typeface="Cambria" pitchFamily="18" charset="0"/>
              </a:rPr>
              <a:t> re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Tomponao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Izay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Mpiaro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anao</a:t>
            </a:r>
            <a:endParaRPr lang="es-E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271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786942" cy="607220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</a:t>
            </a:r>
            <a:r>
              <a:rPr lang="en-US" sz="6000" dirty="0" err="1" smtClean="0">
                <a:latin typeface="Cambria" pitchFamily="18" charset="0"/>
              </a:rPr>
              <a:t>Rehefa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tonga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koa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antoandro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O! </a:t>
            </a:r>
            <a:r>
              <a:rPr lang="en-US" sz="6000" dirty="0" err="1" smtClean="0">
                <a:latin typeface="Cambria" pitchFamily="18" charset="0"/>
              </a:rPr>
              <a:t>miambena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tsara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manangoly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saina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isan'andro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Ilay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devoly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rafinao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271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Tsarovy</a:t>
            </a:r>
            <a:r>
              <a:rPr lang="es-ES" sz="6600" dirty="0" smtClean="0">
                <a:latin typeface="Cambria" pitchFamily="18" charset="0"/>
              </a:rPr>
              <a:t> re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Tomponao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Izay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Mpiaro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anao</a:t>
            </a:r>
            <a:endParaRPr lang="es-E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271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572660" cy="607220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Raha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alina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mangina</a:t>
            </a:r>
            <a:r>
              <a:rPr lang="en-US" sz="6000" dirty="0" smtClean="0">
                <a:latin typeface="Cambria" pitchFamily="18" charset="0"/>
              </a:rPr>
              <a:t>, ka </a:t>
            </a:r>
            <a:r>
              <a:rPr lang="en-US" sz="6000" dirty="0" err="1" smtClean="0">
                <a:latin typeface="Cambria" pitchFamily="18" charset="0"/>
              </a:rPr>
              <a:t>hatory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Tsarovy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ota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natao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afony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mafy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itsory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Fandrao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maningotra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271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Tsarovy</a:t>
            </a:r>
            <a:r>
              <a:rPr lang="es-ES" sz="6600" dirty="0" smtClean="0">
                <a:latin typeface="Cambria" pitchFamily="18" charset="0"/>
              </a:rPr>
              <a:t> re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Tomponao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Izay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Mpiaro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anao</a:t>
            </a:r>
            <a:endParaRPr lang="es-E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271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785794"/>
            <a:ext cx="9572660" cy="6072206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Na </a:t>
            </a:r>
            <a:r>
              <a:rPr lang="en-US" sz="6000" dirty="0" err="1" smtClean="0">
                <a:latin typeface="Cambria" pitchFamily="18" charset="0"/>
              </a:rPr>
              <a:t>aiza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aiza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mitoetra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Satana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fahavalo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tokoa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Ka </a:t>
            </a:r>
            <a:r>
              <a:rPr lang="en-US" sz="6000" dirty="0" err="1" smtClean="0">
                <a:latin typeface="Cambria" pitchFamily="18" charset="0"/>
              </a:rPr>
              <a:t>aza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kivy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manjoretra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mivavaha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ho </a:t>
            </a:r>
            <a:r>
              <a:rPr lang="en-US" sz="6000" dirty="0" err="1" smtClean="0">
                <a:latin typeface="Cambria" pitchFamily="18" charset="0"/>
              </a:rPr>
              <a:t>voa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271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9144000" cy="550070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Tsarovy</a:t>
            </a:r>
            <a:r>
              <a:rPr lang="es-ES" sz="6600" dirty="0" smtClean="0">
                <a:latin typeface="Cambria" pitchFamily="18" charset="0"/>
              </a:rPr>
              <a:t> re </a:t>
            </a:r>
            <a:r>
              <a:rPr lang="es-ES" sz="6600" dirty="0" err="1" smtClean="0">
                <a:latin typeface="Cambria" pitchFamily="18" charset="0"/>
              </a:rPr>
              <a:t>ny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Tomponao</a:t>
            </a:r>
            <a:endParaRPr lang="es-E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s-ES" sz="6600" dirty="0" err="1" smtClean="0">
                <a:latin typeface="Cambria" pitchFamily="18" charset="0"/>
              </a:rPr>
              <a:t>Izay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Mpiaro</a:t>
            </a:r>
            <a:r>
              <a:rPr lang="es-ES" sz="6600" dirty="0" smtClean="0">
                <a:latin typeface="Cambria" pitchFamily="18" charset="0"/>
              </a:rPr>
              <a:t> </a:t>
            </a:r>
            <a:r>
              <a:rPr lang="es-ES" sz="6600" dirty="0" err="1" smtClean="0">
                <a:latin typeface="Cambria" pitchFamily="18" charset="0"/>
              </a:rPr>
              <a:t>anao</a:t>
            </a:r>
            <a:endParaRPr lang="es-ES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132</Words>
  <PresentationFormat>Affichage à l'écran (4:3)</PresentationFormat>
  <Paragraphs>32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271 </vt:lpstr>
      <vt:lpstr>HIRA 271 </vt:lpstr>
      <vt:lpstr>HIRA 271 </vt:lpstr>
      <vt:lpstr>HIRA 271 </vt:lpstr>
      <vt:lpstr>HIRA 271 </vt:lpstr>
      <vt:lpstr>HIRA 271 </vt:lpstr>
      <vt:lpstr>HIRA 271 </vt:lpstr>
      <vt:lpstr>HIRA 271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Alahady 30 Sept 2012</dc:title>
  <dc:creator>M</dc:creator>
  <cp:lastModifiedBy>M</cp:lastModifiedBy>
  <cp:revision>4</cp:revision>
  <dcterms:created xsi:type="dcterms:W3CDTF">2012-10-03T08:01:55Z</dcterms:created>
  <dcterms:modified xsi:type="dcterms:W3CDTF">2013-08-17T17:00:03Z</dcterms:modified>
</cp:coreProperties>
</file>