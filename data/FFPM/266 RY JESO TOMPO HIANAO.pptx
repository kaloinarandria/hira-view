
<file path=[Content_Types].xml><?xml version="1.0" encoding="utf-8"?>
<Types xmlns="http://schemas.openxmlformats.org/package/2006/content-types"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9144000" cy="6858000" type="screen4x3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/>
    <p:restoredTop sz="94660"/>
  </p:normalViewPr>
  <p:slideViewPr>
    <p:cSldViewPr>
      <p:cViewPr varScale="1">
        <p:scale>
          <a:sx n="40" d="100"/>
          <a:sy n="40" d="100"/>
        </p:scale>
        <p:origin x="-918" y="-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r-FR" smtClean="0"/>
              <a:t>Cliquez pour modifier le style des sous-titres du masque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17/01/2013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17/01/2013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17/01/2013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17/01/2013</a:t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17/01/2013</a:t>
            </a:fld>
            <a:endParaRPr lang="fr-BE"/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17/01/2013</a:t>
            </a:fld>
            <a:endParaRPr lang="fr-BE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17/01/2013</a:t>
            </a:fld>
            <a:endParaRPr lang="fr-BE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17/01/2013</a:t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BE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17/01/2013</a:t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17/01/2013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17/01/2013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A309A6D-C09C-4548-B29A-6CF363A7E532}" type="datetimeFigureOut">
              <a:rPr lang="fr-FR" smtClean="0"/>
              <a:pPr/>
              <a:t>17/01/2013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857232"/>
          </a:xfrm>
        </p:spPr>
        <p:txBody>
          <a:bodyPr/>
          <a:lstStyle/>
          <a:p>
            <a:r>
              <a:rPr lang="fr-FR" dirty="0" smtClean="0">
                <a:latin typeface="Cambria" pitchFamily="18" charset="0"/>
              </a:rPr>
              <a:t>HIRA </a:t>
            </a:r>
            <a:r>
              <a:rPr lang="fr-FR" dirty="0" smtClean="0">
                <a:latin typeface="Cambria" pitchFamily="18" charset="0"/>
              </a:rPr>
              <a:t>266</a:t>
            </a:r>
            <a:endParaRPr lang="fr-FR" dirty="0"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158" y="785794"/>
            <a:ext cx="8786842" cy="6072206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sz="6000" dirty="0" smtClean="0">
                <a:latin typeface="Cambria" pitchFamily="18" charset="0"/>
              </a:rPr>
              <a:t>1. </a:t>
            </a:r>
            <a:r>
              <a:rPr lang="en-US" sz="6000" dirty="0" err="1" smtClean="0">
                <a:latin typeface="Cambria" pitchFamily="18" charset="0"/>
              </a:rPr>
              <a:t>Ry</a:t>
            </a:r>
            <a:r>
              <a:rPr lang="en-US" sz="6000" dirty="0" smtClean="0">
                <a:latin typeface="Cambria" pitchFamily="18" charset="0"/>
              </a:rPr>
              <a:t> </a:t>
            </a:r>
            <a:r>
              <a:rPr lang="en-US" sz="6000" dirty="0" err="1" smtClean="0">
                <a:latin typeface="Cambria" pitchFamily="18" charset="0"/>
              </a:rPr>
              <a:t>Jeso</a:t>
            </a:r>
            <a:r>
              <a:rPr lang="en-US" sz="6000" dirty="0" smtClean="0">
                <a:latin typeface="Cambria" pitchFamily="18" charset="0"/>
              </a:rPr>
              <a:t> </a:t>
            </a:r>
            <a:r>
              <a:rPr lang="en-US" sz="6000" dirty="0" err="1" smtClean="0">
                <a:latin typeface="Cambria" pitchFamily="18" charset="0"/>
              </a:rPr>
              <a:t>Tompo</a:t>
            </a:r>
            <a:r>
              <a:rPr lang="en-US" sz="6000" dirty="0" smtClean="0">
                <a:latin typeface="Cambria" pitchFamily="18" charset="0"/>
              </a:rPr>
              <a:t>, </a:t>
            </a:r>
            <a:r>
              <a:rPr lang="en-US" sz="6000" dirty="0" err="1" smtClean="0">
                <a:latin typeface="Cambria" pitchFamily="18" charset="0"/>
              </a:rPr>
              <a:t>Hianao</a:t>
            </a:r>
            <a:endParaRPr lang="en-US" sz="6000" dirty="0" smtClean="0">
              <a:latin typeface="Cambria" pitchFamily="18" charset="0"/>
            </a:endParaRPr>
          </a:p>
          <a:p>
            <a:pPr>
              <a:buNone/>
            </a:pPr>
            <a:r>
              <a:rPr lang="en-US" sz="6000" dirty="0" err="1" smtClean="0">
                <a:latin typeface="Cambria" pitchFamily="18" charset="0"/>
              </a:rPr>
              <a:t>Isaorako</a:t>
            </a:r>
            <a:r>
              <a:rPr lang="en-US" sz="6000" dirty="0" smtClean="0">
                <a:latin typeface="Cambria" pitchFamily="18" charset="0"/>
              </a:rPr>
              <a:t> </a:t>
            </a:r>
            <a:r>
              <a:rPr lang="en-US" sz="6000" dirty="0" err="1" smtClean="0">
                <a:latin typeface="Cambria" pitchFamily="18" charset="0"/>
              </a:rPr>
              <a:t>tokoa</a:t>
            </a:r>
            <a:r>
              <a:rPr lang="en-US" sz="6000" dirty="0" smtClean="0">
                <a:latin typeface="Cambria" pitchFamily="18" charset="0"/>
              </a:rPr>
              <a:t> </a:t>
            </a:r>
            <a:r>
              <a:rPr lang="en-US" sz="6000" dirty="0" err="1" smtClean="0">
                <a:latin typeface="Cambria" pitchFamily="18" charset="0"/>
              </a:rPr>
              <a:t>izao</a:t>
            </a:r>
            <a:endParaRPr lang="en-US" sz="6000" dirty="0" smtClean="0">
              <a:latin typeface="Cambria" pitchFamily="18" charset="0"/>
            </a:endParaRPr>
          </a:p>
          <a:p>
            <a:pPr>
              <a:buNone/>
            </a:pPr>
            <a:r>
              <a:rPr lang="en-US" sz="6000" dirty="0" err="1" smtClean="0">
                <a:latin typeface="Cambria" pitchFamily="18" charset="0"/>
              </a:rPr>
              <a:t>Ny</a:t>
            </a:r>
            <a:r>
              <a:rPr lang="en-US" sz="6000" dirty="0" smtClean="0">
                <a:latin typeface="Cambria" pitchFamily="18" charset="0"/>
              </a:rPr>
              <a:t> </a:t>
            </a:r>
            <a:r>
              <a:rPr lang="en-US" sz="6000" dirty="0" err="1" smtClean="0">
                <a:latin typeface="Cambria" pitchFamily="18" charset="0"/>
              </a:rPr>
              <a:t>ranao</a:t>
            </a:r>
            <a:r>
              <a:rPr lang="en-US" sz="6000" dirty="0" smtClean="0">
                <a:latin typeface="Cambria" pitchFamily="18" charset="0"/>
              </a:rPr>
              <a:t> </a:t>
            </a:r>
            <a:r>
              <a:rPr lang="en-US" sz="6000" dirty="0" err="1" smtClean="0">
                <a:latin typeface="Cambria" pitchFamily="18" charset="0"/>
              </a:rPr>
              <a:t>sy</a:t>
            </a:r>
            <a:r>
              <a:rPr lang="en-US" sz="6000" dirty="0" smtClean="0">
                <a:latin typeface="Cambria" pitchFamily="18" charset="0"/>
              </a:rPr>
              <a:t> </a:t>
            </a:r>
            <a:r>
              <a:rPr lang="en-US" sz="6000" dirty="0" err="1" smtClean="0">
                <a:latin typeface="Cambria" pitchFamily="18" charset="0"/>
              </a:rPr>
              <a:t>ny</a:t>
            </a:r>
            <a:r>
              <a:rPr lang="en-US" sz="6000" dirty="0" smtClean="0">
                <a:latin typeface="Cambria" pitchFamily="18" charset="0"/>
              </a:rPr>
              <a:t> </a:t>
            </a:r>
            <a:r>
              <a:rPr lang="en-US" sz="6000" dirty="0" err="1" smtClean="0">
                <a:latin typeface="Cambria" pitchFamily="18" charset="0"/>
              </a:rPr>
              <a:t>tenanao</a:t>
            </a:r>
            <a:endParaRPr lang="en-US" sz="6000" dirty="0" smtClean="0">
              <a:latin typeface="Cambria" pitchFamily="18" charset="0"/>
            </a:endParaRPr>
          </a:p>
          <a:p>
            <a:pPr>
              <a:buNone/>
            </a:pPr>
            <a:r>
              <a:rPr lang="en-US" sz="6000" dirty="0" smtClean="0">
                <a:latin typeface="Cambria" pitchFamily="18" charset="0"/>
              </a:rPr>
              <a:t>No </a:t>
            </a:r>
            <a:r>
              <a:rPr lang="en-US" sz="6000" dirty="0" err="1" smtClean="0">
                <a:latin typeface="Cambria" pitchFamily="18" charset="0"/>
              </a:rPr>
              <a:t>nihinanako</a:t>
            </a:r>
            <a:r>
              <a:rPr lang="en-US" sz="6000" dirty="0" smtClean="0">
                <a:latin typeface="Cambria" pitchFamily="18" charset="0"/>
              </a:rPr>
              <a:t> </a:t>
            </a:r>
            <a:r>
              <a:rPr lang="en-US" sz="6000" dirty="0" err="1" smtClean="0">
                <a:latin typeface="Cambria" pitchFamily="18" charset="0"/>
              </a:rPr>
              <a:t>izao</a:t>
            </a:r>
            <a:endParaRPr lang="en-US" sz="6000" dirty="0" smtClean="0">
              <a:latin typeface="Cambria" pitchFamily="18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857232"/>
          </a:xfrm>
        </p:spPr>
        <p:txBody>
          <a:bodyPr/>
          <a:lstStyle/>
          <a:p>
            <a:r>
              <a:rPr lang="fr-FR" dirty="0" smtClean="0">
                <a:latin typeface="Cambria" pitchFamily="18" charset="0"/>
              </a:rPr>
              <a:t>HIRA </a:t>
            </a:r>
            <a:r>
              <a:rPr lang="fr-FR" dirty="0" smtClean="0">
                <a:latin typeface="Cambria" pitchFamily="18" charset="0"/>
              </a:rPr>
              <a:t>266</a:t>
            </a:r>
            <a:endParaRPr lang="fr-FR" dirty="0"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158" y="785794"/>
            <a:ext cx="8786842" cy="6072206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sz="6000" dirty="0" smtClean="0">
                <a:latin typeface="Cambria" pitchFamily="18" charset="0"/>
              </a:rPr>
              <a:t>2. </a:t>
            </a:r>
            <a:r>
              <a:rPr lang="en-US" sz="6000" dirty="0" err="1" smtClean="0">
                <a:latin typeface="Cambria" pitchFamily="18" charset="0"/>
              </a:rPr>
              <a:t>Ry</a:t>
            </a:r>
            <a:r>
              <a:rPr lang="en-US" sz="6000" dirty="0" smtClean="0">
                <a:latin typeface="Cambria" pitchFamily="18" charset="0"/>
              </a:rPr>
              <a:t> </a:t>
            </a:r>
            <a:r>
              <a:rPr lang="en-US" sz="6000" dirty="0" err="1" smtClean="0">
                <a:latin typeface="Cambria" pitchFamily="18" charset="0"/>
              </a:rPr>
              <a:t>foko</a:t>
            </a:r>
            <a:r>
              <a:rPr lang="en-US" sz="6000" dirty="0" smtClean="0">
                <a:latin typeface="Cambria" pitchFamily="18" charset="0"/>
              </a:rPr>
              <a:t> </a:t>
            </a:r>
            <a:r>
              <a:rPr lang="en-US" sz="6000" dirty="0" err="1" smtClean="0">
                <a:latin typeface="Cambria" pitchFamily="18" charset="0"/>
              </a:rPr>
              <a:t>faly</a:t>
            </a:r>
            <a:r>
              <a:rPr lang="en-US" sz="6000" dirty="0" smtClean="0">
                <a:latin typeface="Cambria" pitchFamily="18" charset="0"/>
              </a:rPr>
              <a:t>, </a:t>
            </a:r>
            <a:r>
              <a:rPr lang="en-US" sz="6000" dirty="0" err="1" smtClean="0">
                <a:latin typeface="Cambria" pitchFamily="18" charset="0"/>
              </a:rPr>
              <a:t>ambarao</a:t>
            </a:r>
            <a:endParaRPr lang="en-US" sz="6000" dirty="0" smtClean="0">
              <a:latin typeface="Cambria" pitchFamily="18" charset="0"/>
            </a:endParaRPr>
          </a:p>
          <a:p>
            <a:pPr>
              <a:buNone/>
            </a:pPr>
            <a:r>
              <a:rPr lang="en-US" sz="6000" dirty="0" err="1" smtClean="0">
                <a:latin typeface="Cambria" pitchFamily="18" charset="0"/>
              </a:rPr>
              <a:t>Ny</a:t>
            </a:r>
            <a:r>
              <a:rPr lang="en-US" sz="6000" dirty="0" smtClean="0">
                <a:latin typeface="Cambria" pitchFamily="18" charset="0"/>
              </a:rPr>
              <a:t> </a:t>
            </a:r>
            <a:r>
              <a:rPr lang="en-US" sz="6000" dirty="0" err="1" smtClean="0">
                <a:latin typeface="Cambria" pitchFamily="18" charset="0"/>
              </a:rPr>
              <a:t>soa</a:t>
            </a:r>
            <a:r>
              <a:rPr lang="en-US" sz="6000" dirty="0" smtClean="0">
                <a:latin typeface="Cambria" pitchFamily="18" charset="0"/>
              </a:rPr>
              <a:t> </a:t>
            </a:r>
            <a:r>
              <a:rPr lang="en-US" sz="6000" dirty="0" err="1" smtClean="0">
                <a:latin typeface="Cambria" pitchFamily="18" charset="0"/>
              </a:rPr>
              <a:t>azonao</a:t>
            </a:r>
            <a:r>
              <a:rPr lang="en-US" sz="6000" dirty="0" smtClean="0">
                <a:latin typeface="Cambria" pitchFamily="18" charset="0"/>
              </a:rPr>
              <a:t> </a:t>
            </a:r>
            <a:r>
              <a:rPr lang="en-US" sz="6000" dirty="0" err="1" smtClean="0">
                <a:latin typeface="Cambria" pitchFamily="18" charset="0"/>
              </a:rPr>
              <a:t>izao</a:t>
            </a:r>
            <a:endParaRPr lang="en-US" sz="6000" dirty="0" smtClean="0">
              <a:latin typeface="Cambria" pitchFamily="18" charset="0"/>
            </a:endParaRPr>
          </a:p>
          <a:p>
            <a:pPr>
              <a:buNone/>
            </a:pPr>
            <a:r>
              <a:rPr lang="en-US" sz="6000" dirty="0" err="1" smtClean="0">
                <a:latin typeface="Cambria" pitchFamily="18" charset="0"/>
              </a:rPr>
              <a:t>Jesosy</a:t>
            </a:r>
            <a:r>
              <a:rPr lang="en-US" sz="6000" dirty="0" smtClean="0">
                <a:latin typeface="Cambria" pitchFamily="18" charset="0"/>
              </a:rPr>
              <a:t> </a:t>
            </a:r>
            <a:r>
              <a:rPr lang="en-US" sz="6000" dirty="0" err="1" smtClean="0">
                <a:latin typeface="Cambria" pitchFamily="18" charset="0"/>
              </a:rPr>
              <a:t>monina</a:t>
            </a:r>
            <a:r>
              <a:rPr lang="en-US" sz="6000" dirty="0" smtClean="0">
                <a:latin typeface="Cambria" pitchFamily="18" charset="0"/>
              </a:rPr>
              <a:t> </a:t>
            </a:r>
            <a:r>
              <a:rPr lang="en-US" sz="6000" dirty="0" err="1" smtClean="0">
                <a:latin typeface="Cambria" pitchFamily="18" charset="0"/>
              </a:rPr>
              <a:t>ao</a:t>
            </a:r>
            <a:r>
              <a:rPr lang="en-US" sz="6000" dirty="0" smtClean="0">
                <a:latin typeface="Cambria" pitchFamily="18" charset="0"/>
              </a:rPr>
              <a:t> am-</a:t>
            </a:r>
            <a:r>
              <a:rPr lang="en-US" sz="6000" dirty="0" err="1" smtClean="0">
                <a:latin typeface="Cambria" pitchFamily="18" charset="0"/>
              </a:rPr>
              <a:t>po</a:t>
            </a:r>
            <a:endParaRPr lang="en-US" sz="6000" dirty="0" smtClean="0">
              <a:latin typeface="Cambria" pitchFamily="18" charset="0"/>
            </a:endParaRPr>
          </a:p>
          <a:p>
            <a:pPr>
              <a:buNone/>
            </a:pPr>
            <a:r>
              <a:rPr lang="en-US" sz="6000" dirty="0" err="1" smtClean="0">
                <a:latin typeface="Cambria" pitchFamily="18" charset="0"/>
              </a:rPr>
              <a:t>Endrey</a:t>
            </a:r>
            <a:r>
              <a:rPr lang="en-US" sz="6000" dirty="0" smtClean="0">
                <a:latin typeface="Cambria" pitchFamily="18" charset="0"/>
              </a:rPr>
              <a:t> </a:t>
            </a:r>
            <a:r>
              <a:rPr lang="en-US" sz="6000" dirty="0" err="1" smtClean="0">
                <a:latin typeface="Cambria" pitchFamily="18" charset="0"/>
              </a:rPr>
              <a:t>ny</a:t>
            </a:r>
            <a:r>
              <a:rPr lang="en-US" sz="6000" dirty="0" smtClean="0">
                <a:latin typeface="Cambria" pitchFamily="18" charset="0"/>
              </a:rPr>
              <a:t> </a:t>
            </a:r>
            <a:r>
              <a:rPr lang="en-US" sz="6000" dirty="0" err="1" smtClean="0">
                <a:latin typeface="Cambria" pitchFamily="18" charset="0"/>
              </a:rPr>
              <a:t>hafaliako</a:t>
            </a:r>
            <a:r>
              <a:rPr lang="en-US" sz="6000" dirty="0" smtClean="0">
                <a:latin typeface="Cambria" pitchFamily="18" charset="0"/>
              </a:rPr>
              <a:t>!</a:t>
            </a:r>
          </a:p>
          <a:p>
            <a:pPr>
              <a:buNone/>
            </a:pPr>
            <a:r>
              <a:rPr lang="en-US" sz="6000" smtClean="0">
                <a:latin typeface="Cambria" pitchFamily="18" charset="0"/>
              </a:rPr>
              <a:t> 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Bureau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Bureau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Bureau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41</Words>
  <PresentationFormat>Affichage à l'écran (4:3)</PresentationFormat>
  <Paragraphs>11</Paragraphs>
  <Slides>2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2</vt:i4>
      </vt:variant>
    </vt:vector>
  </HeadingPairs>
  <TitlesOfParts>
    <vt:vector size="3" baseType="lpstr">
      <vt:lpstr>Thème Office</vt:lpstr>
      <vt:lpstr>HIRA 266</vt:lpstr>
      <vt:lpstr>HIRA 266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HIRA 262</dc:title>
  <dc:creator>M</dc:creator>
  <cp:lastModifiedBy>M</cp:lastModifiedBy>
  <cp:revision>3</cp:revision>
  <dcterms:created xsi:type="dcterms:W3CDTF">2012-12-02T00:42:34Z</dcterms:created>
  <dcterms:modified xsi:type="dcterms:W3CDTF">2013-01-17T21:07:11Z</dcterms:modified>
</cp:coreProperties>
</file>