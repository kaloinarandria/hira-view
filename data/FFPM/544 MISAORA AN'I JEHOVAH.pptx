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9144000" cy="6858000" type="screen4x3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6973" autoAdjust="0"/>
    <p:restoredTop sz="94660"/>
  </p:normalViewPr>
  <p:slideViewPr>
    <p:cSldViewPr>
      <p:cViewPr varScale="1">
        <p:scale>
          <a:sx n="45" d="100"/>
          <a:sy n="45" d="100"/>
        </p:scale>
        <p:origin x="-108" y="-36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smtClean="0"/>
              <a:t>Cliquez pour modifier le style des sous-titres du masque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16/10/2013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16/10/2013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16/10/2013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16/10/2013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16/10/2013</a:t>
            </a:fld>
            <a:endParaRPr lang="fr-BE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16/10/2013</a:t>
            </a:fld>
            <a:endParaRPr lang="fr-BE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16/10/2013</a:t>
            </a:fld>
            <a:endParaRPr lang="fr-BE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16/10/2013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16/10/2013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16/10/2013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16/10/2013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309A6D-C09C-4548-B29A-6CF363A7E532}" type="datetimeFigureOut">
              <a:rPr lang="fr-FR" smtClean="0"/>
              <a:pPr/>
              <a:t>16/10/2013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28596" y="0"/>
            <a:ext cx="8229600" cy="928670"/>
          </a:xfrm>
        </p:spPr>
        <p:txBody>
          <a:bodyPr/>
          <a:lstStyle/>
          <a:p>
            <a:r>
              <a:rPr lang="fr-FR" b="1" dirty="0" err="1" smtClean="0">
                <a:solidFill>
                  <a:schemeClr val="tx2"/>
                </a:solidFill>
                <a:latin typeface="Cambria" pitchFamily="18" charset="0"/>
              </a:rPr>
              <a:t>Hira</a:t>
            </a:r>
            <a:r>
              <a:rPr lang="fr-FR" b="1" dirty="0" smtClean="0">
                <a:solidFill>
                  <a:schemeClr val="tx2"/>
                </a:solidFill>
                <a:latin typeface="Cambria" pitchFamily="18" charset="0"/>
              </a:rPr>
              <a:t> </a:t>
            </a:r>
            <a:r>
              <a:rPr lang="fr-FR" b="1" dirty="0" smtClean="0">
                <a:solidFill>
                  <a:schemeClr val="tx2"/>
                </a:solidFill>
                <a:latin typeface="Cambria" pitchFamily="18" charset="0"/>
              </a:rPr>
              <a:t>544</a:t>
            </a:r>
            <a:endParaRPr lang="fr-FR" b="1" dirty="0">
              <a:solidFill>
                <a:schemeClr val="tx2"/>
              </a:solidFill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428596" y="1071546"/>
            <a:ext cx="8715404" cy="5054617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6600" dirty="0" smtClean="0">
                <a:latin typeface="Cambria" pitchFamily="18" charset="0"/>
              </a:rPr>
              <a:t>1. </a:t>
            </a:r>
            <a:r>
              <a:rPr lang="en-US" sz="6600" dirty="0" err="1" smtClean="0">
                <a:latin typeface="Cambria" pitchFamily="18" charset="0"/>
              </a:rPr>
              <a:t>Misaora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an'i</a:t>
            </a:r>
            <a:r>
              <a:rPr lang="en-US" sz="6600" dirty="0" smtClean="0">
                <a:latin typeface="Cambria" pitchFamily="18" charset="0"/>
              </a:rPr>
              <a:t> Jehovah, </a:t>
            </a: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Miantsoa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ny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anarany</a:t>
            </a:r>
            <a:r>
              <a:rPr lang="en-US" sz="6600" dirty="0" smtClean="0">
                <a:latin typeface="Cambria" pitchFamily="18" charset="0"/>
              </a:rPr>
              <a:t>, </a:t>
            </a: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Mitoria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ny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asany</a:t>
            </a:r>
            <a:r>
              <a:rPr lang="en-US" sz="6600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Amin'ny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olombelona</a:t>
            </a:r>
            <a:endParaRPr lang="fr-FR" sz="6600" dirty="0"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28596" y="0"/>
            <a:ext cx="8229600" cy="928670"/>
          </a:xfrm>
        </p:spPr>
        <p:txBody>
          <a:bodyPr/>
          <a:lstStyle/>
          <a:p>
            <a:r>
              <a:rPr lang="fr-FR" b="1" dirty="0" err="1" smtClean="0">
                <a:solidFill>
                  <a:schemeClr val="tx2"/>
                </a:solidFill>
                <a:latin typeface="Cambria" pitchFamily="18" charset="0"/>
              </a:rPr>
              <a:t>Hira</a:t>
            </a:r>
            <a:r>
              <a:rPr lang="fr-FR" b="1" dirty="0" smtClean="0">
                <a:solidFill>
                  <a:schemeClr val="tx2"/>
                </a:solidFill>
                <a:latin typeface="Cambria" pitchFamily="18" charset="0"/>
              </a:rPr>
              <a:t> </a:t>
            </a:r>
            <a:r>
              <a:rPr lang="fr-FR" b="1" dirty="0" smtClean="0">
                <a:solidFill>
                  <a:schemeClr val="tx2"/>
                </a:solidFill>
                <a:latin typeface="Cambria" pitchFamily="18" charset="0"/>
              </a:rPr>
              <a:t>544</a:t>
            </a:r>
            <a:endParaRPr lang="fr-FR" b="1" dirty="0">
              <a:solidFill>
                <a:schemeClr val="tx2"/>
              </a:solidFill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428596" y="1071546"/>
            <a:ext cx="9001188" cy="5054617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6600" dirty="0" smtClean="0">
                <a:latin typeface="Cambria" pitchFamily="18" charset="0"/>
              </a:rPr>
              <a:t>2. </a:t>
            </a:r>
            <a:r>
              <a:rPr lang="en-US" sz="6600" dirty="0" err="1" smtClean="0">
                <a:latin typeface="Cambria" pitchFamily="18" charset="0"/>
              </a:rPr>
              <a:t>Ambarao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ny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fiantrany</a:t>
            </a:r>
            <a:endParaRPr lang="en-US" sz="66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Lazao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ny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famindram</a:t>
            </a:r>
            <a:r>
              <a:rPr lang="en-US" sz="6600" dirty="0" smtClean="0">
                <a:latin typeface="Cambria" pitchFamily="18" charset="0"/>
              </a:rPr>
              <a:t>-pony</a:t>
            </a:r>
            <a:endParaRPr lang="en-US" sz="66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Fa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mahagaga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antsika</a:t>
            </a:r>
            <a:r>
              <a:rPr lang="en-US" sz="6600" dirty="0" smtClean="0">
                <a:latin typeface="Cambria" pitchFamily="18" charset="0"/>
              </a:rPr>
              <a:t> </a:t>
            </a: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Ny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fitiavany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antsika</a:t>
            </a:r>
            <a:endParaRPr lang="fr-FR" sz="6600" dirty="0"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28596" y="0"/>
            <a:ext cx="8229600" cy="928670"/>
          </a:xfrm>
        </p:spPr>
        <p:txBody>
          <a:bodyPr/>
          <a:lstStyle/>
          <a:p>
            <a:r>
              <a:rPr lang="fr-FR" b="1" dirty="0" err="1" smtClean="0">
                <a:solidFill>
                  <a:schemeClr val="tx2"/>
                </a:solidFill>
                <a:latin typeface="Cambria" pitchFamily="18" charset="0"/>
              </a:rPr>
              <a:t>Hira</a:t>
            </a:r>
            <a:r>
              <a:rPr lang="fr-FR" b="1" dirty="0" smtClean="0">
                <a:solidFill>
                  <a:schemeClr val="tx2"/>
                </a:solidFill>
                <a:latin typeface="Cambria" pitchFamily="18" charset="0"/>
              </a:rPr>
              <a:t> </a:t>
            </a:r>
            <a:r>
              <a:rPr lang="fr-FR" b="1" dirty="0" smtClean="0">
                <a:solidFill>
                  <a:schemeClr val="tx2"/>
                </a:solidFill>
                <a:latin typeface="Cambria" pitchFamily="18" charset="0"/>
              </a:rPr>
              <a:t>544</a:t>
            </a:r>
            <a:endParaRPr lang="fr-FR" b="1" dirty="0">
              <a:solidFill>
                <a:schemeClr val="tx2"/>
              </a:solidFill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428596" y="1071546"/>
            <a:ext cx="8715404" cy="5054617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6600" dirty="0" smtClean="0">
                <a:latin typeface="Cambria" pitchFamily="18" charset="0"/>
              </a:rPr>
              <a:t>3. </a:t>
            </a:r>
            <a:r>
              <a:rPr lang="en-US" sz="6600" dirty="0" err="1" smtClean="0">
                <a:latin typeface="Cambria" pitchFamily="18" charset="0"/>
              </a:rPr>
              <a:t>Mpanota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tsy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naringana</a:t>
            </a:r>
            <a:endParaRPr lang="en-US" sz="66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6600" dirty="0" smtClean="0">
                <a:latin typeface="Cambria" pitchFamily="18" charset="0"/>
              </a:rPr>
              <a:t>Very </a:t>
            </a:r>
            <a:r>
              <a:rPr lang="en-US" sz="6600" dirty="0" err="1" smtClean="0">
                <a:latin typeface="Cambria" pitchFamily="18" charset="0"/>
              </a:rPr>
              <a:t>mana-Mpanavotra</a:t>
            </a:r>
            <a:endParaRPr lang="en-US" sz="66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Maty</a:t>
            </a:r>
            <a:r>
              <a:rPr lang="en-US" sz="6600" dirty="0" smtClean="0">
                <a:latin typeface="Cambria" pitchFamily="18" charset="0"/>
              </a:rPr>
              <a:t> ka </a:t>
            </a:r>
            <a:r>
              <a:rPr lang="en-US" sz="6600" dirty="0" err="1" smtClean="0">
                <a:latin typeface="Cambria" pitchFamily="18" charset="0"/>
              </a:rPr>
              <a:t>nomeny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aina</a:t>
            </a:r>
            <a:r>
              <a:rPr lang="en-US" sz="6600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en-US" sz="6600" dirty="0" smtClean="0">
                <a:latin typeface="Cambria" pitchFamily="18" charset="0"/>
              </a:rPr>
              <a:t>Ho </a:t>
            </a:r>
            <a:r>
              <a:rPr lang="en-US" sz="6600" dirty="0" err="1" smtClean="0">
                <a:latin typeface="Cambria" pitchFamily="18" charset="0"/>
              </a:rPr>
              <a:t>velona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mandrakizay</a:t>
            </a:r>
            <a:endParaRPr lang="fr-FR" sz="6600" dirty="0"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28596" y="0"/>
            <a:ext cx="8229600" cy="928670"/>
          </a:xfrm>
        </p:spPr>
        <p:txBody>
          <a:bodyPr/>
          <a:lstStyle/>
          <a:p>
            <a:r>
              <a:rPr lang="fr-FR" b="1" dirty="0" err="1" smtClean="0">
                <a:solidFill>
                  <a:schemeClr val="tx2"/>
                </a:solidFill>
                <a:latin typeface="Cambria" pitchFamily="18" charset="0"/>
              </a:rPr>
              <a:t>Hira</a:t>
            </a:r>
            <a:r>
              <a:rPr lang="fr-FR" b="1" dirty="0" smtClean="0">
                <a:solidFill>
                  <a:schemeClr val="tx2"/>
                </a:solidFill>
                <a:latin typeface="Cambria" pitchFamily="18" charset="0"/>
              </a:rPr>
              <a:t> </a:t>
            </a:r>
            <a:r>
              <a:rPr lang="fr-FR" b="1" dirty="0" smtClean="0">
                <a:solidFill>
                  <a:schemeClr val="tx2"/>
                </a:solidFill>
                <a:latin typeface="Cambria" pitchFamily="18" charset="0"/>
              </a:rPr>
              <a:t>544</a:t>
            </a:r>
            <a:endParaRPr lang="fr-FR" b="1" dirty="0">
              <a:solidFill>
                <a:schemeClr val="tx2"/>
              </a:solidFill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428596" y="1071546"/>
            <a:ext cx="8715404" cy="5054617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6600" dirty="0" smtClean="0">
                <a:latin typeface="Cambria" pitchFamily="18" charset="0"/>
              </a:rPr>
              <a:t>4. </a:t>
            </a:r>
            <a:r>
              <a:rPr lang="en-US" sz="6600" dirty="0" err="1" smtClean="0">
                <a:latin typeface="Cambria" pitchFamily="18" charset="0"/>
              </a:rPr>
              <a:t>Ry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Andriamanitray</a:t>
            </a:r>
            <a:r>
              <a:rPr lang="en-US" sz="6600" dirty="0" smtClean="0">
                <a:latin typeface="Cambria" pitchFamily="18" charset="0"/>
              </a:rPr>
              <a:t> ô!</a:t>
            </a: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Ry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Jesosy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Mpamonjy</a:t>
            </a:r>
            <a:r>
              <a:rPr lang="en-US" sz="6600" dirty="0" smtClean="0">
                <a:latin typeface="Cambria" pitchFamily="18" charset="0"/>
              </a:rPr>
              <a:t> ô!</a:t>
            </a: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Ry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Fanahy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Masina</a:t>
            </a:r>
            <a:r>
              <a:rPr lang="en-US" sz="6600" dirty="0" smtClean="0">
                <a:latin typeface="Cambria" pitchFamily="18" charset="0"/>
              </a:rPr>
              <a:t> ô!</a:t>
            </a: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Vonjeo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ny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olona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ory</a:t>
            </a:r>
            <a:r>
              <a:rPr lang="en-US" sz="6600" dirty="0" smtClean="0">
                <a:latin typeface="Cambria" pitchFamily="18" charset="0"/>
              </a:rPr>
              <a:t>,</a:t>
            </a:r>
            <a:endParaRPr lang="en-US" sz="6600" dirty="0" smtClean="0"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28596" y="0"/>
            <a:ext cx="8229600" cy="928670"/>
          </a:xfrm>
        </p:spPr>
        <p:txBody>
          <a:bodyPr/>
          <a:lstStyle/>
          <a:p>
            <a:r>
              <a:rPr lang="fr-FR" b="1" dirty="0" err="1" smtClean="0">
                <a:solidFill>
                  <a:schemeClr val="tx2"/>
                </a:solidFill>
                <a:latin typeface="Cambria" pitchFamily="18" charset="0"/>
              </a:rPr>
              <a:t>Hira</a:t>
            </a:r>
            <a:r>
              <a:rPr lang="fr-FR" b="1" dirty="0" smtClean="0">
                <a:solidFill>
                  <a:schemeClr val="tx2"/>
                </a:solidFill>
                <a:latin typeface="Cambria" pitchFamily="18" charset="0"/>
              </a:rPr>
              <a:t> </a:t>
            </a:r>
            <a:r>
              <a:rPr lang="fr-FR" b="1" dirty="0" smtClean="0">
                <a:solidFill>
                  <a:schemeClr val="tx2"/>
                </a:solidFill>
                <a:latin typeface="Cambria" pitchFamily="18" charset="0"/>
              </a:rPr>
              <a:t>544</a:t>
            </a:r>
            <a:endParaRPr lang="fr-FR" b="1" dirty="0">
              <a:solidFill>
                <a:schemeClr val="tx2"/>
              </a:solidFill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428596" y="1071546"/>
            <a:ext cx="8715404" cy="5054617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6600" dirty="0" smtClean="0">
                <a:latin typeface="Cambria" pitchFamily="18" charset="0"/>
              </a:rPr>
              <a:t>5. </a:t>
            </a:r>
            <a:r>
              <a:rPr lang="en-US" sz="6600" dirty="0" err="1" smtClean="0">
                <a:latin typeface="Cambria" pitchFamily="18" charset="0"/>
              </a:rPr>
              <a:t>Fa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zohy</a:t>
            </a:r>
            <a:r>
              <a:rPr lang="en-US" sz="6600" dirty="0" smtClean="0">
                <a:latin typeface="Cambria" pitchFamily="18" charset="0"/>
              </a:rPr>
              <a:t> no </a:t>
            </a:r>
            <a:r>
              <a:rPr lang="en-US" sz="6600" dirty="0" err="1" smtClean="0">
                <a:latin typeface="Cambria" pitchFamily="18" charset="0"/>
              </a:rPr>
              <a:t>itoerana</a:t>
            </a:r>
            <a:r>
              <a:rPr lang="en-US" sz="6600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en-US" sz="6600" dirty="0" smtClean="0">
                <a:latin typeface="Cambria" pitchFamily="18" charset="0"/>
              </a:rPr>
              <a:t>Lava-</a:t>
            </a:r>
            <a:r>
              <a:rPr lang="en-US" sz="6600" dirty="0" err="1" smtClean="0">
                <a:latin typeface="Cambria" pitchFamily="18" charset="0"/>
              </a:rPr>
              <a:t>bato</a:t>
            </a:r>
            <a:r>
              <a:rPr lang="en-US" sz="6600" dirty="0" smtClean="0">
                <a:latin typeface="Cambria" pitchFamily="18" charset="0"/>
              </a:rPr>
              <a:t> no </a:t>
            </a:r>
            <a:r>
              <a:rPr lang="en-US" sz="6600" dirty="0" err="1" smtClean="0">
                <a:latin typeface="Cambria" pitchFamily="18" charset="0"/>
              </a:rPr>
              <a:t>ierena</a:t>
            </a:r>
            <a:endParaRPr lang="en-US" sz="66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Fa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indrafo</a:t>
            </a:r>
            <a:r>
              <a:rPr lang="en-US" sz="6600" dirty="0" smtClean="0">
                <a:latin typeface="Cambria" pitchFamily="18" charset="0"/>
              </a:rPr>
              <a:t> no </a:t>
            </a:r>
            <a:r>
              <a:rPr lang="en-US" sz="6600" dirty="0" err="1" smtClean="0">
                <a:latin typeface="Cambria" pitchFamily="18" charset="0"/>
              </a:rPr>
              <a:t>ifalian</a:t>
            </a:r>
            <a:r>
              <a:rPr lang="en-US" sz="6600" dirty="0" smtClean="0">
                <a:latin typeface="Cambria" pitchFamily="18" charset="0"/>
              </a:rPr>
              <a:t>'</a:t>
            </a: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Ny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mpivahiny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smtClean="0">
                <a:latin typeface="Cambria" pitchFamily="18" charset="0"/>
              </a:rPr>
              <a:t>mandalo</a:t>
            </a:r>
            <a:endParaRPr lang="fr-FR" sz="6600" dirty="0"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hème Office">
  <a:themeElements>
    <a:clrScheme name="Bureau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Bureau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Bureau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94</Words>
  <PresentationFormat>Affichage à l'écran (4:3)</PresentationFormat>
  <Paragraphs>25</Paragraphs>
  <Slides>5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5</vt:i4>
      </vt:variant>
    </vt:vector>
  </HeadingPairs>
  <TitlesOfParts>
    <vt:vector size="6" baseType="lpstr">
      <vt:lpstr>Thème Office</vt:lpstr>
      <vt:lpstr>Hira 544</vt:lpstr>
      <vt:lpstr>Hira 544</vt:lpstr>
      <vt:lpstr>Hira 544</vt:lpstr>
      <vt:lpstr>Hira 544</vt:lpstr>
      <vt:lpstr>Hira 544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Hira 543</dc:title>
  <dc:creator>M</dc:creator>
  <cp:lastModifiedBy>M</cp:lastModifiedBy>
  <cp:revision>3</cp:revision>
  <dcterms:created xsi:type="dcterms:W3CDTF">2012-10-02T22:03:12Z</dcterms:created>
  <dcterms:modified xsi:type="dcterms:W3CDTF">2013-10-16T16:42:17Z</dcterms:modified>
</cp:coreProperties>
</file>