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27" autoAdjust="0"/>
    <p:restoredTop sz="94660"/>
  </p:normalViewPr>
  <p:slideViewPr>
    <p:cSldViewPr>
      <p:cViewPr varScale="1">
        <p:scale>
          <a:sx n="59" d="100"/>
          <a:sy n="59" d="100"/>
        </p:scale>
        <p:origin x="-8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Moa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Andriamanitra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nahoana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hanahy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miambina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mijery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Fahavalo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mahakasika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ampinga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hanahy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Moa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Mpanolotsaina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hendry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sahy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Amin</a:t>
            </a:r>
            <a:r>
              <a:rPr lang="en-US" sz="6600" dirty="0" smtClean="0">
                <a:latin typeface="Cambria" pitchFamily="18" charset="0"/>
              </a:rPr>
              <a:t>-java-</a:t>
            </a:r>
            <a:r>
              <a:rPr lang="en-US" sz="6600" dirty="0" err="1" smtClean="0">
                <a:latin typeface="Cambria" pitchFamily="18" charset="0"/>
              </a:rPr>
              <a:t>tsoa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kinendry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tarihin-Kapiteny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satria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nahoana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nomeny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Moa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mahagaga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Mpanasitrana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Mpitahy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ahoako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hitranga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Ranomasina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Nampangininy</a:t>
            </a:r>
            <a:r>
              <a:rPr lang="en-US" sz="6600" dirty="0" smtClean="0">
                <a:latin typeface="Cambria" pitchFamily="18" charset="0"/>
              </a:rPr>
              <a:t> ka tony;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Hahato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sitrapony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Moa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Rain'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Velon-toky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nekeny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novonjeny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mijaly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Vetivety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hifaly</a:t>
            </a:r>
            <a:r>
              <a:rPr lang="en-US" sz="6600" dirty="0" smtClean="0">
                <a:latin typeface="Cambria" pitchFamily="18" charset="0"/>
              </a:rPr>
              <a:t> :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Mampaninona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5. Moa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Andriampiadanantsika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Andriamanitra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Mpiahy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Fitahiana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hika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485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vita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Hofikiriko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Fahasoavana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hampita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Any am-</a:t>
            </a:r>
            <a:r>
              <a:rPr lang="en-US" sz="6600" dirty="0" err="1" smtClean="0">
                <a:latin typeface="Cambria" pitchFamily="18" charset="0"/>
              </a:rPr>
              <a:t>paradisa</a:t>
            </a:r>
            <a:r>
              <a:rPr lang="en-US" sz="6600" smtClean="0">
                <a:latin typeface="Cambria" pitchFamily="18" charset="0"/>
              </a:rPr>
              <a:t> any.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202</Words>
  <PresentationFormat>Affichage à l'écran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485</vt:lpstr>
      <vt:lpstr>Hira 485</vt:lpstr>
      <vt:lpstr>Hira 485</vt:lpstr>
      <vt:lpstr>Hira 485</vt:lpstr>
      <vt:lpstr>Hira 485</vt:lpstr>
      <vt:lpstr>Hira 485</vt:lpstr>
      <vt:lpstr>Hira 485</vt:lpstr>
      <vt:lpstr>Hira 485</vt:lpstr>
      <vt:lpstr>Hira 485</vt:lpstr>
      <vt:lpstr>Hira 485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9</cp:revision>
  <dcterms:created xsi:type="dcterms:W3CDTF">2012-10-02T21:16:57Z</dcterms:created>
  <dcterms:modified xsi:type="dcterms:W3CDTF">2013-01-18T17:57:47Z</dcterms:modified>
</cp:coreProperties>
</file>