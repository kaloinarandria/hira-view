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090" autoAdjust="0"/>
    <p:restoredTop sz="94660"/>
  </p:normalViewPr>
  <p:slideViewPr>
    <p:cSldViewPr>
      <p:cViewPr varScale="1">
        <p:scale>
          <a:sx n="43" d="100"/>
          <a:sy n="43" d="100"/>
        </p:scale>
        <p:origin x="-102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198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1. </a:t>
            </a:r>
            <a:r>
              <a:rPr lang="fr-FR" sz="7200" dirty="0" err="1" smtClean="0">
                <a:latin typeface="Cambria" pitchFamily="18" charset="0"/>
              </a:rPr>
              <a:t>Isaoranay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jehovah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Fa </a:t>
            </a:r>
            <a:r>
              <a:rPr lang="fr-FR" sz="7200" dirty="0" err="1" smtClean="0">
                <a:latin typeface="Cambria" pitchFamily="18" charset="0"/>
              </a:rPr>
              <a:t>Tompo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lehibe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manova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famindramponao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198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Miorina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aminay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fiangona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masinao</a:t>
            </a:r>
            <a:r>
              <a:rPr lang="fr-FR" sz="72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Torina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aminay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teny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mampiray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198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428736"/>
            <a:ext cx="8786842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ravoravo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Izahay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midera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198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2. </a:t>
            </a:r>
            <a:r>
              <a:rPr lang="fr-FR" sz="7200" dirty="0" err="1" smtClean="0">
                <a:latin typeface="Cambria" pitchFamily="18" charset="0"/>
              </a:rPr>
              <a:t>Derao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Jesosy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Tompo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Mpamonjinao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Hiraonao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foko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fitiavany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198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Jesosy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avotray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Dia </a:t>
            </a:r>
            <a:r>
              <a:rPr lang="fr-FR" sz="7200" dirty="0" err="1" smtClean="0">
                <a:latin typeface="Cambria" pitchFamily="18" charset="0"/>
              </a:rPr>
              <a:t>Zanaky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Ray,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198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428736"/>
            <a:ext cx="8786842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ainy</a:t>
            </a:r>
            <a:r>
              <a:rPr lang="fr-FR" sz="7200" dirty="0" smtClean="0">
                <a:latin typeface="Cambria" pitchFamily="18" charset="0"/>
              </a:rPr>
              <a:t> no </a:t>
            </a:r>
            <a:r>
              <a:rPr lang="fr-FR" sz="7200" dirty="0" err="1" smtClean="0">
                <a:latin typeface="Cambria" pitchFamily="18" charset="0"/>
              </a:rPr>
              <a:t>voaray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Hisolo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helokay</a:t>
            </a:r>
            <a:r>
              <a:rPr lang="fr-FR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198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3. </a:t>
            </a:r>
            <a:r>
              <a:rPr lang="fr-FR" sz="7200" dirty="0" err="1" smtClean="0">
                <a:latin typeface="Cambria" pitchFamily="18" charset="0"/>
              </a:rPr>
              <a:t>Derainay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Fanahy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asanao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misy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mampanahy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tarihinao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198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anjakao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fonay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Arovy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fiangonanay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Velomy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izahay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Ataovinao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mahay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198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Manoka</a:t>
            </a:r>
            <a:r>
              <a:rPr lang="fr-FR" sz="7200" dirty="0" smtClean="0">
                <a:latin typeface="Cambria" pitchFamily="18" charset="0"/>
              </a:rPr>
              <a:t>-po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Handray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endParaRPr lang="fr-FR" sz="720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smtClean="0">
                <a:latin typeface="Cambria" pitchFamily="18" charset="0"/>
              </a:rPr>
              <a:t>aim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baovao</a:t>
            </a:r>
            <a:r>
              <a:rPr lang="fr-FR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132</Words>
  <PresentationFormat>Affichage à l'écran (4:3)</PresentationFormat>
  <Paragraphs>40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198</vt:lpstr>
      <vt:lpstr>HIRA 198</vt:lpstr>
      <vt:lpstr>HIRA 198</vt:lpstr>
      <vt:lpstr>HIRA 198</vt:lpstr>
      <vt:lpstr>HIRA 198</vt:lpstr>
      <vt:lpstr>HIRA 198</vt:lpstr>
      <vt:lpstr>HIRA 198</vt:lpstr>
      <vt:lpstr>HIRA 198</vt:lpstr>
      <vt:lpstr>HIRA 198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4</cp:revision>
  <dcterms:created xsi:type="dcterms:W3CDTF">2012-10-03T08:17:13Z</dcterms:created>
  <dcterms:modified xsi:type="dcterms:W3CDTF">2013-11-29T10:22:18Z</dcterms:modified>
</cp:coreProperties>
</file>