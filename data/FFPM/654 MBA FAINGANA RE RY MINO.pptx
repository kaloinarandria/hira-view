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20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654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1 .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faingàna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mino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Aza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tamàna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aty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aza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manadino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anjaranao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ary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654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Mpamonjy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manangana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faneva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mampihevaheva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Azy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eo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alohanao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654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Marobe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mitady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fiainana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vaovao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kosa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miady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Amin'izao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654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Mpamonjy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manangana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faneva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mampihevaheva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Azy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eo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alohanao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654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ampinga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Tano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sabatrao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mahakinga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mpandeha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654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Mpamonjy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manangana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faneva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mampihevaheva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Azy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eo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alohanao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654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He, </a:t>
            </a:r>
            <a:r>
              <a:rPr lang="fr-FR" sz="6600" dirty="0" err="1" smtClean="0">
                <a:latin typeface="Cambria" pitchFamily="18" charset="0"/>
              </a:rPr>
              <a:t>akaiky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Kanana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hovantaninao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tanàna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anjaranao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654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Mpamonjy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manangana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faneva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mampihevaheva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Azy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eo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alohanao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151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654</vt:lpstr>
      <vt:lpstr>Hira 654</vt:lpstr>
      <vt:lpstr>Hira 654</vt:lpstr>
      <vt:lpstr>Hira 654</vt:lpstr>
      <vt:lpstr>Hira 654</vt:lpstr>
      <vt:lpstr>Hira 654</vt:lpstr>
      <vt:lpstr>Hira 654</vt:lpstr>
      <vt:lpstr>Hira 654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4</cp:revision>
  <dcterms:created xsi:type="dcterms:W3CDTF">2012-11-26T19:13:07Z</dcterms:created>
  <dcterms:modified xsi:type="dcterms:W3CDTF">2015-03-14T10:46:01Z</dcterms:modified>
</cp:coreProperties>
</file>