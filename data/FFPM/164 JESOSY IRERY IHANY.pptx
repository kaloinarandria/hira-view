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13/05/2018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13/05/2018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13/05/2018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13/05/2018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13/05/2018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13/05/2018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13/05/2018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13/05/2018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13/05/2018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13/05/2018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13/05/2018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13/05/2018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164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0004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1. </a:t>
            </a:r>
            <a:r>
              <a:rPr lang="fr-FR" sz="7200" dirty="0" err="1" smtClean="0">
                <a:latin typeface="Cambria" pitchFamily="18" charset="0"/>
              </a:rPr>
              <a:t>Jesosy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irery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ihany</a:t>
            </a:r>
            <a:r>
              <a:rPr lang="fr-FR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Filazantsara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soa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Nentin’ireo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mpanompo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Torina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aminao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164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Maizina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avokoa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Izao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rehetr’izao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Nefa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he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mazava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Naposaka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aminao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164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2. </a:t>
            </a:r>
            <a:r>
              <a:rPr lang="fr-FR" sz="7200" dirty="0" err="1" smtClean="0">
                <a:latin typeface="Cambria" pitchFamily="18" charset="0"/>
              </a:rPr>
              <a:t>Jesosy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irery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ihany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No </a:t>
            </a:r>
            <a:r>
              <a:rPr lang="fr-FR" sz="7200" dirty="0" err="1" smtClean="0">
                <a:latin typeface="Cambria" pitchFamily="18" charset="0"/>
              </a:rPr>
              <a:t>ivavahana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Anarany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irery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no </a:t>
            </a:r>
            <a:r>
              <a:rPr lang="fr-FR" sz="7200" dirty="0" err="1" smtClean="0">
                <a:latin typeface="Cambria" pitchFamily="18" charset="0"/>
              </a:rPr>
              <a:t>fanavotana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164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28662" y="857232"/>
            <a:ext cx="821533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olona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rehetra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no </a:t>
            </a:r>
            <a:r>
              <a:rPr lang="fr-FR" sz="7200" dirty="0" err="1" smtClean="0">
                <a:latin typeface="Cambria" pitchFamily="18" charset="0"/>
              </a:rPr>
              <a:t>handohalika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Ety</a:t>
            </a:r>
            <a:r>
              <a:rPr lang="fr-FR" sz="7200" dirty="0" smtClean="0">
                <a:latin typeface="Cambria" pitchFamily="18" charset="0"/>
              </a:rPr>
              <a:t> an-</a:t>
            </a:r>
            <a:r>
              <a:rPr lang="fr-FR" sz="7200" dirty="0" err="1" smtClean="0">
                <a:latin typeface="Cambria" pitchFamily="18" charset="0"/>
              </a:rPr>
              <a:t>tany</a:t>
            </a:r>
            <a:r>
              <a:rPr lang="fr-FR" sz="7200" dirty="0" smtClean="0">
                <a:latin typeface="Cambria" pitchFamily="18" charset="0"/>
              </a:rPr>
              <a:t> ka ha-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trany</a:t>
            </a:r>
            <a:r>
              <a:rPr lang="fr-FR" sz="7200" dirty="0" smtClean="0">
                <a:latin typeface="Cambria" pitchFamily="18" charset="0"/>
              </a:rPr>
              <a:t> an-</a:t>
            </a:r>
            <a:r>
              <a:rPr lang="fr-FR" sz="7200" dirty="0" err="1" smtClean="0">
                <a:latin typeface="Cambria" pitchFamily="18" charset="0"/>
              </a:rPr>
              <a:t>danitra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164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3. </a:t>
            </a:r>
            <a:r>
              <a:rPr lang="fr-FR" sz="7200" dirty="0" err="1" smtClean="0">
                <a:latin typeface="Cambria" pitchFamily="18" charset="0"/>
              </a:rPr>
              <a:t>Jesosy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miova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omaly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anio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mandrakizay</a:t>
            </a:r>
            <a:r>
              <a:rPr lang="fr-FR" sz="7200" dirty="0" smtClean="0">
                <a:latin typeface="Cambria" pitchFamily="18" charset="0"/>
              </a:rPr>
              <a:t> fa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mamitaka</a:t>
            </a:r>
            <a:r>
              <a:rPr lang="fr-FR" sz="72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r>
              <a:rPr lang="fr-FR" b="1" smtClean="0">
                <a:solidFill>
                  <a:schemeClr val="tx2"/>
                </a:solidFill>
                <a:latin typeface="Cambria" pitchFamily="18" charset="0"/>
              </a:rPr>
              <a:t>HIRA 164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Mifona</a:t>
            </a:r>
            <a:r>
              <a:rPr lang="fr-FR" sz="7200" dirty="0" smtClean="0">
                <a:latin typeface="Cambria" pitchFamily="18" charset="0"/>
              </a:rPr>
              <a:t> ho </a:t>
            </a:r>
            <a:r>
              <a:rPr lang="fr-FR" sz="7200" dirty="0" err="1" smtClean="0">
                <a:latin typeface="Cambria" pitchFamily="18" charset="0"/>
              </a:rPr>
              <a:t>antsika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Eo</a:t>
            </a:r>
            <a:r>
              <a:rPr lang="fr-FR" sz="7200" dirty="0" smtClean="0">
                <a:latin typeface="Cambria" pitchFamily="18" charset="0"/>
              </a:rPr>
              <a:t> an-</a:t>
            </a:r>
            <a:r>
              <a:rPr lang="fr-FR" sz="7200" dirty="0" err="1" smtClean="0">
                <a:latin typeface="Cambria" pitchFamily="18" charset="0"/>
              </a:rPr>
              <a:t>kavanan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dRay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JESOSY IRERY IHANY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Re</a:t>
            </a:r>
            <a:r>
              <a:rPr lang="fr-FR" sz="7200" dirty="0" smtClean="0">
                <a:latin typeface="Cambria" pitchFamily="18" charset="0"/>
              </a:rPr>
              <a:t> no </a:t>
            </a:r>
            <a:r>
              <a:rPr lang="fr-FR" sz="7200" dirty="0" err="1" smtClean="0">
                <a:latin typeface="Cambria" pitchFamily="18" charset="0"/>
              </a:rPr>
              <a:t>isaorana</a:t>
            </a:r>
            <a:r>
              <a:rPr lang="fr-FR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92</Words>
  <Application>Microsoft Office PowerPoint</Application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164</vt:lpstr>
      <vt:lpstr>HIRA 164</vt:lpstr>
      <vt:lpstr>HIRA 164</vt:lpstr>
      <vt:lpstr>HIRA 164</vt:lpstr>
      <vt:lpstr>HIRA 164</vt:lpstr>
      <vt:lpstr>HIRA 164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FJKM MANDROSOA ILAFY</cp:lastModifiedBy>
  <cp:revision>7</cp:revision>
  <dcterms:created xsi:type="dcterms:W3CDTF">2012-10-03T08:15:06Z</dcterms:created>
  <dcterms:modified xsi:type="dcterms:W3CDTF">2018-05-13T08:54:31Z</dcterms:modified>
</cp:coreProperties>
</file>