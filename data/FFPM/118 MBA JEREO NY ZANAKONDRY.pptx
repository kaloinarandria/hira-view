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47" autoAdjust="0"/>
  </p:normalViewPr>
  <p:slideViewPr>
    <p:cSldViewPr>
      <p:cViewPr varScale="1">
        <p:scale>
          <a:sx n="44" d="100"/>
          <a:sy n="44" d="100"/>
        </p:scale>
        <p:origin x="-9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118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85860"/>
            <a:ext cx="9144000" cy="55721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jereo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zanakondry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Voahombo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118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71612"/>
            <a:ext cx="9144000" cy="52863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He!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Rainy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namaly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nijaly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Tamim-panaitainana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118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71612"/>
            <a:ext cx="9144000" cy="52863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He,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Marina </a:t>
            </a:r>
            <a:r>
              <a:rPr lang="en-US" sz="6600" dirty="0" err="1" smtClean="0">
                <a:latin typeface="Cambria" pitchFamily="18" charset="0"/>
              </a:rPr>
              <a:t>nijaly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hahaizako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mifaly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niaretany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118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71612"/>
            <a:ext cx="9144000" cy="52863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O!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mangovita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Manatona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hahita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fahafatesany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118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71612"/>
            <a:ext cx="9144000" cy="52863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Eny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meteza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hanambara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harem-</a:t>
            </a:r>
            <a:r>
              <a:rPr lang="en-US" sz="6600" dirty="0" err="1" smtClean="0">
                <a:latin typeface="Cambria" pitchFamily="18" charset="0"/>
              </a:rPr>
              <a:t>pitiavananao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118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71612"/>
            <a:ext cx="9144000" cy="52863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hafanao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hahaizako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hanompo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118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71612"/>
            <a:ext cx="9144000" cy="52863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Aoko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hitomany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mievitra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Fahoriana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nentinao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118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71612"/>
            <a:ext cx="9144000" cy="52863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Azoko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famonjena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O!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manenena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Noho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vitanao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118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71612"/>
            <a:ext cx="9144000" cy="52863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manampia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harisika</a:t>
            </a:r>
            <a:r>
              <a:rPr lang="en-US" sz="6600" dirty="0" smtClean="0">
                <a:latin typeface="Cambria" pitchFamily="18" charset="0"/>
              </a:rPr>
              <a:t> am-</a:t>
            </a:r>
            <a:r>
              <a:rPr lang="en-US" sz="6600" dirty="0" err="1" smtClean="0">
                <a:latin typeface="Cambria" pitchFamily="18" charset="0"/>
              </a:rPr>
              <a:t>panahy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Hanompoako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118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71612"/>
            <a:ext cx="9144000" cy="52863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mbola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aty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afoy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tohany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hisaraka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151</Words>
  <PresentationFormat>Affichage à l'écran (4:3)</PresentationFormat>
  <Paragraphs>40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118</vt:lpstr>
      <vt:lpstr>HIRA 118</vt:lpstr>
      <vt:lpstr>HIRA 118</vt:lpstr>
      <vt:lpstr>HIRA 118</vt:lpstr>
      <vt:lpstr>HIRA 118</vt:lpstr>
      <vt:lpstr>HIRA 118</vt:lpstr>
      <vt:lpstr>HIRA 118</vt:lpstr>
      <vt:lpstr>HIRA 118</vt:lpstr>
      <vt:lpstr>HIRA 118</vt:lpstr>
      <vt:lpstr>HIRA 118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115</dc:title>
  <dc:creator>M</dc:creator>
  <cp:lastModifiedBy>M</cp:lastModifiedBy>
  <cp:revision>8</cp:revision>
  <dcterms:created xsi:type="dcterms:W3CDTF">2012-10-21T18:56:48Z</dcterms:created>
  <dcterms:modified xsi:type="dcterms:W3CDTF">2013-07-03T06:10:38Z</dcterms:modified>
</cp:coreProperties>
</file>