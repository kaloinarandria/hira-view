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73" autoAdjust="0"/>
    <p:restoredTop sz="94660"/>
  </p:normalViewPr>
  <p:slideViewPr>
    <p:cSldViewPr>
      <p:cViewPr varScale="1">
        <p:scale>
          <a:sx n="59" d="100"/>
          <a:sy n="59" d="100"/>
        </p:scale>
        <p:origin x="-69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dirty="0" smtClean="0">
                <a:latin typeface="Cambria" pitchFamily="18" charset="0"/>
              </a:rPr>
              <a:t>541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He, </a:t>
            </a: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manako</a:t>
            </a:r>
            <a:r>
              <a:rPr lang="en-US" sz="6000" dirty="0" smtClean="0">
                <a:latin typeface="Cambria" pitchFamily="18" charset="0"/>
              </a:rPr>
              <a:t> re!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zaza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amin-dRay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Falifaly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mandre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dirty="0" smtClean="0">
                <a:latin typeface="Cambria" pitchFamily="18" charset="0"/>
              </a:rPr>
              <a:t>541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lndro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Rainy </a:t>
            </a:r>
            <a:r>
              <a:rPr lang="en-US" sz="6000" dirty="0" err="1" smtClean="0">
                <a:latin typeface="Cambria" pitchFamily="18" charset="0"/>
              </a:rPr>
              <a:t>lasa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nankao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miteny</a:t>
            </a:r>
            <a:r>
              <a:rPr lang="en-US" sz="6000" dirty="0" smtClean="0">
                <a:latin typeface="Cambria" pitchFamily="18" charset="0"/>
              </a:rPr>
              <a:t>: "</a:t>
            </a:r>
            <a:r>
              <a:rPr lang="en-US" sz="6000" dirty="0" err="1" smtClean="0">
                <a:latin typeface="Cambria" pitchFamily="18" charset="0"/>
              </a:rPr>
              <a:t>Peratra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Soloy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lamba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kapa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alao</a:t>
            </a:r>
            <a:r>
              <a:rPr lang="en-US" sz="6000" dirty="0" smtClean="0">
                <a:latin typeface="Cambria" pitchFamily="18" charset="0"/>
              </a:rPr>
              <a:t>."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dirty="0" smtClean="0">
                <a:latin typeface="Cambria" pitchFamily="18" charset="0"/>
              </a:rPr>
              <a:t>541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He </a:t>
            </a: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hoby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tranon</a:t>
            </a:r>
            <a:r>
              <a:rPr lang="en-US" sz="6000" dirty="0" smtClean="0">
                <a:latin typeface="Cambria" pitchFamily="18" charset="0"/>
              </a:rPr>
              <a:t>-</a:t>
            </a:r>
            <a:r>
              <a:rPr lang="en-US" sz="6000" dirty="0" err="1" smtClean="0">
                <a:latin typeface="Cambria" pitchFamily="18" charset="0"/>
              </a:rPr>
              <a:t>dRay</a:t>
            </a:r>
            <a:r>
              <a:rPr lang="en-US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voavonjy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nania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Hobio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dirty="0" smtClean="0">
                <a:latin typeface="Cambria" pitchFamily="18" charset="0"/>
              </a:rPr>
              <a:t>541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4. 0,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anjely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dapa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Miraisa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hanandra-peo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mangina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lazao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116</Words>
  <PresentationFormat>Affichage à l'écran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541</vt:lpstr>
      <vt:lpstr>Hira 541</vt:lpstr>
      <vt:lpstr>Hira 541</vt:lpstr>
      <vt:lpstr>Hira 541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543</dc:title>
  <dc:creator>M</dc:creator>
  <cp:lastModifiedBy>M</cp:lastModifiedBy>
  <cp:revision>4</cp:revision>
  <dcterms:created xsi:type="dcterms:W3CDTF">2012-10-02T22:03:12Z</dcterms:created>
  <dcterms:modified xsi:type="dcterms:W3CDTF">2013-04-21T05:57:41Z</dcterms:modified>
</cp:coreProperties>
</file>