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512" autoAdjust="0"/>
    <p:restoredTop sz="94660"/>
  </p:normalViewPr>
  <p:slideViewPr>
    <p:cSldViewPr>
      <p:cViewPr varScale="1">
        <p:scale>
          <a:sx n="59" d="100"/>
          <a:sy n="59" d="100"/>
        </p:scale>
        <p:origin x="-37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entinay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midera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Andriananaharinay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ambany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,:,: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Andriananaharinay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andronay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entinay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manoa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Mpanjakanay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Satria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fantatray</a:t>
            </a:r>
            <a:endParaRPr lang="en-US" sz="5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tianao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5400" b="1" dirty="0" err="1" smtClean="0">
                <a:solidFill>
                  <a:srgbClr val="002060"/>
                </a:solidFill>
                <a:latin typeface="Cambria" pitchFamily="18" charset="0"/>
              </a:rPr>
              <a:t>Mpanjakanay</a:t>
            </a:r>
            <a:r>
              <a:rPr lang="en-US" sz="54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3.Ny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hevitray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enti-mankalaza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Mpanasoa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Mpitahy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.:,: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Mpanasoa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iasanay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Aronay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Tanjakay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Miezaka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:,: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Aronay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Tanjakay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6429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Rehefa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alainao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tapitra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andronay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Hamantana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any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danitrao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Hamantana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any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144</Words>
  <PresentationFormat>Affichage à l'écran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18</vt:lpstr>
      <vt:lpstr>HIRA 18</vt:lpstr>
      <vt:lpstr>HIRA 18</vt:lpstr>
      <vt:lpstr>HIRA 18</vt:lpstr>
      <vt:lpstr>HIRA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</dc:title>
  <dc:creator>M</dc:creator>
  <cp:lastModifiedBy>M</cp:lastModifiedBy>
  <cp:revision>7</cp:revision>
  <dcterms:created xsi:type="dcterms:W3CDTF">2012-10-02T21:28:02Z</dcterms:created>
  <dcterms:modified xsi:type="dcterms:W3CDTF">2014-09-14T04:31:25Z</dcterms:modified>
</cp:coreProperties>
</file>