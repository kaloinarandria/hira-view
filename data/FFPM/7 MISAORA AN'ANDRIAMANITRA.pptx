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7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686800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Misaora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nanao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Namorona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>
                <a:solidFill>
                  <a:srgbClr val="002060"/>
                </a:solidFill>
                <a:latin typeface="Cambria" pitchFamily="18" charset="0"/>
              </a:rPr>
              <a:t>mahasoa</a:t>
            </a: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56"/>
            <a:ext cx="8858312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voninahiny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Ankalazao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heriny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fitiavany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tambonao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tononina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Miondrika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imasonao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Midera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Anaranao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Autofit/>
          </a:bodyPr>
          <a:lstStyle/>
          <a:p>
            <a:r>
              <a:rPr lang="fr-FR" b="1" smtClean="0">
                <a:solidFill>
                  <a:srgbClr val="0070C0"/>
                </a:solidFill>
                <a:latin typeface="Cambria" pitchFamily="18" charset="0"/>
              </a:rPr>
              <a:t>HIRA 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844" y="1000108"/>
            <a:ext cx="9144064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Isaorana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mandrakizay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Andriamanitray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haja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Atolotray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7</vt:lpstr>
      <vt:lpstr>HIRA 7</vt:lpstr>
      <vt:lpstr>HIRA 7</vt:lpstr>
      <vt:lpstr>HIRA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7</dc:title>
  <dc:creator>M</dc:creator>
  <cp:lastModifiedBy>M</cp:lastModifiedBy>
  <cp:revision>5</cp:revision>
  <dcterms:created xsi:type="dcterms:W3CDTF">2012-10-21T19:49:29Z</dcterms:created>
  <dcterms:modified xsi:type="dcterms:W3CDTF">2014-05-28T09:28:46Z</dcterms:modified>
</cp:coreProperties>
</file>