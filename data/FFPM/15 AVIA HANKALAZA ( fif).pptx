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7" r:id="rId4"/>
    <p:sldId id="261" r:id="rId5"/>
    <p:sldId id="262" r:id="rId6"/>
    <p:sldId id="268" r:id="rId7"/>
    <p:sldId id="263" r:id="rId8"/>
    <p:sldId id="264" r:id="rId9"/>
    <p:sldId id="269" r:id="rId10"/>
    <p:sldId id="265" r:id="rId11"/>
    <p:sldId id="266" r:id="rId12"/>
    <p:sldId id="270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512" autoAdjust="0"/>
    <p:restoredTop sz="94660"/>
  </p:normalViewPr>
  <p:slideViewPr>
    <p:cSldViewPr>
      <p:cViewPr varScale="1">
        <p:scale>
          <a:sx n="59" d="100"/>
          <a:sy n="59" d="100"/>
        </p:scale>
        <p:origin x="-42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501122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</a:t>
            </a:r>
            <a:r>
              <a:rPr lang="en-US" sz="72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 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Andeha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mitambara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vazan-tany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o!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Miankohofa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Hanaja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57256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</a:t>
            </a:r>
            <a:r>
              <a:rPr lang="en-US" sz="72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 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9215502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Tsitoha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Manondrika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Midera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57256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Omena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anjakao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</a:t>
            </a:r>
            <a:r>
              <a:rPr lang="en-US" sz="72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 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9286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928694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mahakendry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hahasoa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mangidy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fitondranao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safidy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Manaiky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1071546"/>
            <a:ext cx="9144000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</a:t>
            </a:r>
            <a:r>
              <a:rPr lang="en-US" sz="72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 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222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lazanao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be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lany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fiderana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Ventesinay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hankalaza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</a:t>
            </a:r>
            <a:r>
              <a:rPr lang="en-US" sz="72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e 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211</Words>
  <PresentationFormat>Affichage à l'écran (4:3)</PresentationFormat>
  <Paragraphs>60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15</vt:lpstr>
      <vt:lpstr>HIRA 15</vt:lpstr>
      <vt:lpstr>HIRA 15</vt:lpstr>
      <vt:lpstr>HIRA 15</vt:lpstr>
      <vt:lpstr>HIRA 15</vt:lpstr>
      <vt:lpstr>HIRA 15</vt:lpstr>
      <vt:lpstr>HIRA 15</vt:lpstr>
      <vt:lpstr>HIRA 15</vt:lpstr>
      <vt:lpstr>HIRA 15</vt:lpstr>
      <vt:lpstr>HIRA 15</vt:lpstr>
      <vt:lpstr>HIRA 15</vt:lpstr>
      <vt:lpstr>HIRA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</dc:title>
  <dc:creator>M</dc:creator>
  <cp:lastModifiedBy>M</cp:lastModifiedBy>
  <cp:revision>7</cp:revision>
  <dcterms:created xsi:type="dcterms:W3CDTF">2012-10-02T21:28:02Z</dcterms:created>
  <dcterms:modified xsi:type="dcterms:W3CDTF">2014-09-20T19:26:19Z</dcterms:modified>
</cp:coreProperties>
</file>