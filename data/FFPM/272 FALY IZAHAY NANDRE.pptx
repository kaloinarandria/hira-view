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272</a:t>
            </a:r>
            <a:br>
              <a:rPr lang="fr-FR" dirty="0" smtClean="0">
                <a:latin typeface="Cambria" pitchFamily="18" charset="0"/>
              </a:rPr>
            </a:br>
            <a:r>
              <a:rPr lang="fr-FR" dirty="0" smtClean="0">
                <a:latin typeface="Cambria" pitchFamily="18" charset="0"/>
              </a:rPr>
              <a:t>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nadre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Havan-tia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nanao</a:t>
            </a:r>
            <a:r>
              <a:rPr lang="en-US" sz="6600" dirty="0" smtClean="0">
                <a:latin typeface="Cambria" pitchFamily="18" charset="0"/>
              </a:rPr>
              <a:t> hoe: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Miaraha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Trano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halehanay</a:t>
            </a:r>
            <a:r>
              <a:rPr lang="en-US" sz="6600" dirty="0" smtClean="0">
                <a:latin typeface="Cambria" pitchFamily="18" charset="0"/>
              </a:rPr>
              <a:t>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272</a:t>
            </a:r>
            <a:br>
              <a:rPr lang="fr-FR" dirty="0" smtClean="0">
                <a:latin typeface="Cambria" pitchFamily="18" charset="0"/>
              </a:rPr>
            </a:br>
            <a:r>
              <a:rPr lang="fr-FR" dirty="0" smtClean="0">
                <a:latin typeface="Cambria" pitchFamily="18" charset="0"/>
              </a:rPr>
              <a:t>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hivavaka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Jehovah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Mitahia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Miandrandra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mangataka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Hanomezanao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sambatra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ho </a:t>
            </a:r>
            <a:r>
              <a:rPr lang="en-US" sz="6600" dirty="0" err="1" smtClean="0">
                <a:latin typeface="Cambria" pitchFamily="18" charset="0"/>
              </a:rPr>
              <a:t>tanterahinay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Hoderainay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aman</a:t>
            </a:r>
            <a:r>
              <a:rPr lang="en-US" sz="6600" dirty="0" smtClean="0">
                <a:latin typeface="Cambria" pitchFamily="18" charset="0"/>
              </a:rPr>
              <a:t>’ </a:t>
            </a:r>
            <a:r>
              <a:rPr lang="en-US" sz="6600" dirty="0" err="1" smtClean="0">
                <a:latin typeface="Cambria" pitchFamily="18" charset="0"/>
              </a:rPr>
              <a:t>alina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Anaranao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Foto-piadanana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79</Words>
  <PresentationFormat>Affichage à l'écran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272  </vt:lpstr>
      <vt:lpstr>HIRA 272  </vt:lpstr>
      <vt:lpstr>HIRA 272 </vt:lpstr>
      <vt:lpstr>HIRA 272 </vt:lpstr>
      <vt:lpstr>HIRA 272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Alahady 30 Sept 2012</dc:title>
  <dc:creator>M</dc:creator>
  <cp:lastModifiedBy>M</cp:lastModifiedBy>
  <cp:revision>6</cp:revision>
  <dcterms:created xsi:type="dcterms:W3CDTF">2012-10-03T08:01:55Z</dcterms:created>
  <dcterms:modified xsi:type="dcterms:W3CDTF">2014-09-14T09:30:02Z</dcterms:modified>
</cp:coreProperties>
</file>