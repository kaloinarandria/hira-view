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424" autoAdjust="0"/>
  </p:normalViewPr>
  <p:slideViewPr>
    <p:cSldViewPr>
      <p:cViewPr varScale="1">
        <p:scale>
          <a:sx n="58" d="100"/>
          <a:sy n="58" d="100"/>
        </p:scale>
        <p:origin x="-2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mananjara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mpandrafy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Ta-</a:t>
            </a:r>
            <a:r>
              <a:rPr lang="en-US" sz="6600" dirty="0" err="1" smtClean="0">
                <a:latin typeface="Cambria" pitchFamily="18" charset="0"/>
              </a:rPr>
              <a:t>hamely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manafy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921550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manodidina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lasana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Manakaiky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mampanahy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921550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hitantana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dàlana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921550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3.Eny,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manantena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630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921550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hilaozako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hankany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630 </vt:lpstr>
      <vt:lpstr>HIRA 630 </vt:lpstr>
      <vt:lpstr>HIRA 630 </vt:lpstr>
      <vt:lpstr>HIRA 630 </vt:lpstr>
      <vt:lpstr>HIRA 630 </vt:lpstr>
      <vt:lpstr>HIRA 630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6</cp:revision>
  <dcterms:created xsi:type="dcterms:W3CDTF">2012-10-03T07:52:32Z</dcterms:created>
  <dcterms:modified xsi:type="dcterms:W3CDTF">2015-03-22T08:40:15Z</dcterms:modified>
</cp:coreProperties>
</file>