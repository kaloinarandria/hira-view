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52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06/12/2014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1. Tonga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indray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re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Noely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Andro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tsara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sady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Tompon'ny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Anjely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Nefa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nietry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Indro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tonga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Zazakely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sakaizanay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tokoa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hamory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miely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Hody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amin-dRainy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2. He!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fonay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ravoravo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Noely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maminay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Zanaky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nomeny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hanarina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lavo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Sady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fiainanay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;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Feno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mitafotafo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'Zany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hasambaranay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3. O!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androm-pamonjena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Arahaba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!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Olo-maro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sesehena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mifaly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aminao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928670"/>
            <a:ext cx="8786842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hitsena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'Lay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Mpamonjy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soa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'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zahay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fonay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homena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An'i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 Kristy </a:t>
            </a:r>
            <a:r>
              <a:rPr lang="en-US" sz="6000" b="1" dirty="0" err="1" smtClean="0">
                <a:solidFill>
                  <a:srgbClr val="002060"/>
                </a:solidFill>
                <a:latin typeface="Cambria" pitchFamily="18" charset="0"/>
              </a:rPr>
              <a:t>Havanay</a:t>
            </a:r>
            <a:r>
              <a:rPr lang="en-US" sz="60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119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77</vt:lpstr>
      <vt:lpstr>HIRA 77</vt:lpstr>
      <vt:lpstr>HIRA 77</vt:lpstr>
      <vt:lpstr>HIRA 77</vt:lpstr>
      <vt:lpstr>HIRA 77</vt:lpstr>
      <vt:lpstr>HIRA 77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68</dc:title>
  <dc:creator>M</dc:creator>
  <cp:lastModifiedBy>M</cp:lastModifiedBy>
  <cp:revision>9</cp:revision>
  <dcterms:created xsi:type="dcterms:W3CDTF">2012-12-08T21:27:25Z</dcterms:created>
  <dcterms:modified xsi:type="dcterms:W3CDTF">2014-12-06T21:08:08Z</dcterms:modified>
</cp:coreProperties>
</file>