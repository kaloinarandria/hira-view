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 du titre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12" name="Texte niveau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13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21" name="Texte niveau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22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 du titre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Texte du titre</a:t>
            </a:r>
          </a:p>
        </p:txBody>
      </p:sp>
      <p:sp>
        <p:nvSpPr>
          <p:cNvPr id="30" name="Texte niveau 1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31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39" name="Texte niveau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48" name="Texte niveau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9" name="Espace réservé du texte 4"/>
          <p:cNvSpPr/>
          <p:nvPr>
            <p:ph type="body" sz="quarter" idx="21"/>
          </p:nvPr>
        </p:nvSpPr>
        <p:spPr>
          <a:xfrm>
            <a:off x="4645025" y="1535112"/>
            <a:ext cx="4041775" cy="639764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58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e du titre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Texte du titre</a:t>
            </a:r>
          </a:p>
        </p:txBody>
      </p:sp>
      <p:sp>
        <p:nvSpPr>
          <p:cNvPr id="73" name="Texte niveau 1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74" name="Espace réservé du texte 3"/>
          <p:cNvSpPr/>
          <p:nvPr>
            <p:ph type="body" sz="half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e du titre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Texte du titre</a:t>
            </a:r>
          </a:p>
        </p:txBody>
      </p:sp>
      <p:sp>
        <p:nvSpPr>
          <p:cNvPr id="83" name="Espace réservé pour une image 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Texte niveau 1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8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 du titre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Texte du titre</a:t>
            </a:r>
          </a:p>
        </p:txBody>
      </p:sp>
      <p:sp>
        <p:nvSpPr>
          <p:cNvPr id="3" name="Texte niveau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" name="Numéro de diapositive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re 3"/>
          <p:cNvSpPr txBox="1"/>
          <p:nvPr>
            <p:ph type="title"/>
          </p:nvPr>
        </p:nvSpPr>
        <p:spPr>
          <a:xfrm>
            <a:off x="1214413" y="0"/>
            <a:ext cx="7498082" cy="8572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/>
            <a:r>
              <a:t>Hira 338</a:t>
            </a:r>
          </a:p>
        </p:txBody>
      </p:sp>
      <p:sp>
        <p:nvSpPr>
          <p:cNvPr id="95" name="Espace réservé du contenu 4"/>
          <p:cNvSpPr txBox="1"/>
          <p:nvPr>
            <p:ph type="body" idx="1"/>
          </p:nvPr>
        </p:nvSpPr>
        <p:spPr>
          <a:xfrm>
            <a:off x="0" y="928668"/>
            <a:ext cx="9144000" cy="5929332"/>
          </a:xfrm>
          <a:prstGeom prst="rect">
            <a:avLst/>
          </a:prstGeom>
        </p:spPr>
        <p:txBody>
          <a:bodyPr/>
          <a:lstStyle/>
          <a:p>
            <a:pPr algn="ctr">
              <a:spcBef>
                <a:spcPts val="1500"/>
              </a:spcBef>
              <a:buSzTx/>
              <a:buNone/>
              <a:defRPr sz="6600">
                <a:latin typeface="Cambria"/>
                <a:ea typeface="Cambria"/>
                <a:cs typeface="Cambria"/>
                <a:sym typeface="Cambria"/>
              </a:defRPr>
            </a:pPr>
            <a:r>
              <a:t>1. Arovy aho, Tompo,</a:t>
            </a:r>
          </a:p>
          <a:p>
            <a:pPr algn="ctr">
              <a:spcBef>
                <a:spcPts val="1500"/>
              </a:spcBef>
              <a:buSzTx/>
              <a:buNone/>
              <a:defRPr sz="6600">
                <a:latin typeface="Cambria"/>
                <a:ea typeface="Cambria"/>
                <a:cs typeface="Cambria"/>
                <a:sym typeface="Cambria"/>
              </a:defRPr>
            </a:pPr>
            <a:r>
              <a:t>Atolotro izao</a:t>
            </a:r>
          </a:p>
          <a:p>
            <a:pPr algn="ctr">
              <a:spcBef>
                <a:spcPts val="1500"/>
              </a:spcBef>
              <a:buSzTx/>
              <a:buNone/>
              <a:defRPr sz="6600">
                <a:latin typeface="Cambria"/>
                <a:ea typeface="Cambria"/>
                <a:cs typeface="Cambria"/>
                <a:sym typeface="Cambria"/>
              </a:defRPr>
            </a:pPr>
            <a:r>
              <a:t>Ny tenako hanompo,</a:t>
            </a:r>
          </a:p>
          <a:p>
            <a:pPr algn="ctr">
              <a:spcBef>
                <a:spcPts val="1500"/>
              </a:spcBef>
              <a:buSzTx/>
              <a:buNone/>
              <a:defRPr sz="6600">
                <a:latin typeface="Cambria"/>
                <a:ea typeface="Cambria"/>
                <a:cs typeface="Cambria"/>
                <a:sym typeface="Cambria"/>
              </a:defRPr>
            </a:pPr>
            <a:r>
              <a:t>Sy hankalaza Anao.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re 3"/>
          <p:cNvSpPr txBox="1"/>
          <p:nvPr>
            <p:ph type="title"/>
          </p:nvPr>
        </p:nvSpPr>
        <p:spPr>
          <a:xfrm>
            <a:off x="1214413" y="0"/>
            <a:ext cx="7498082" cy="8572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/>
            <a:r>
              <a:t>Hira 338</a:t>
            </a:r>
          </a:p>
        </p:txBody>
      </p:sp>
      <p:sp>
        <p:nvSpPr>
          <p:cNvPr id="98" name="Espace réservé du contenu 4"/>
          <p:cNvSpPr txBox="1"/>
          <p:nvPr>
            <p:ph type="body" idx="1"/>
          </p:nvPr>
        </p:nvSpPr>
        <p:spPr>
          <a:xfrm>
            <a:off x="0" y="785792"/>
            <a:ext cx="9144000" cy="6072210"/>
          </a:xfrm>
          <a:prstGeom prst="rect">
            <a:avLst/>
          </a:prstGeom>
        </p:spPr>
        <p:txBody>
          <a:bodyPr/>
          <a:lstStyle/>
          <a:p>
            <a:pPr algn="ctr">
              <a:spcBef>
                <a:spcPts val="1500"/>
              </a:spcBef>
              <a:buSzTx/>
              <a:buNone/>
              <a:defRPr sz="6600">
                <a:latin typeface="Cambria"/>
                <a:ea typeface="Cambria"/>
                <a:cs typeface="Cambria"/>
                <a:sym typeface="Cambria"/>
              </a:defRPr>
            </a:pPr>
            <a:r>
              <a:t>Omeo ahy hery sy faharetam-po,</a:t>
            </a:r>
          </a:p>
          <a:p>
            <a:pPr algn="ctr">
              <a:spcBef>
                <a:spcPts val="1500"/>
              </a:spcBef>
              <a:buSzTx/>
              <a:buNone/>
              <a:defRPr sz="6600">
                <a:latin typeface="Cambria"/>
                <a:ea typeface="Cambria"/>
                <a:cs typeface="Cambria"/>
                <a:sym typeface="Cambria"/>
              </a:defRPr>
            </a:pPr>
            <a:r>
              <a:t>Arovy tsy ho very izay anjarako.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Thèm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hèm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Thème Office">
  <a:themeElements>
    <a:clrScheme name="Thèm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hèm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