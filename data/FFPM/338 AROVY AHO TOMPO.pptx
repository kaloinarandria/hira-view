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10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17/04/2014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17/04/2014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17/04/2014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17/04/2014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17/04/2014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17/04/2014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17/04/2014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17/04/2014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17/04/2014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17/04/2014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17/04/2014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17/04/2014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1214414" y="0"/>
            <a:ext cx="7498080" cy="857232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</a:rPr>
              <a:t>Hira</a:t>
            </a:r>
            <a:r>
              <a:rPr lang="fr-FR" dirty="0" smtClean="0">
                <a:solidFill>
                  <a:srgbClr val="0070C0"/>
                </a:solidFill>
              </a:rPr>
              <a:t> 338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6600" dirty="0" err="1" smtClean="0">
                <a:latin typeface="Cambria" pitchFamily="18" charset="0"/>
              </a:rPr>
              <a:t>Arovy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 algn="ctr">
              <a:buNone/>
            </a:pPr>
            <a:r>
              <a:rPr lang="en-US" sz="6600" dirty="0" err="1" smtClean="0">
                <a:latin typeface="Cambria" pitchFamily="18" charset="0"/>
              </a:rPr>
              <a:t>Atolotro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endParaRPr lang="fr-FR" sz="6600" dirty="0" smtClean="0">
              <a:latin typeface="Cambria" pitchFamily="18" charset="0"/>
            </a:endParaRPr>
          </a:p>
          <a:p>
            <a:pPr algn="ctr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hanompo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 algn="ctr">
              <a:buNone/>
            </a:pP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hankalaza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fr-FR" sz="6600" dirty="0" smtClean="0">
              <a:latin typeface="Cambria" pitchFamily="18" charset="0"/>
            </a:endParaRPr>
          </a:p>
          <a:p>
            <a:pPr algn="ctr"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1214414" y="0"/>
            <a:ext cx="7498080" cy="857232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</a:rPr>
              <a:t>Hira</a:t>
            </a:r>
            <a:r>
              <a:rPr lang="fr-FR" dirty="0" smtClean="0">
                <a:solidFill>
                  <a:srgbClr val="0070C0"/>
                </a:solidFill>
              </a:rPr>
              <a:t> 338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6600" dirty="0" err="1" smtClean="0">
                <a:latin typeface="Cambria" pitchFamily="18" charset="0"/>
              </a:rPr>
              <a:t>Omeo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faharetam-po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 algn="ctr">
              <a:buNone/>
            </a:pPr>
            <a:r>
              <a:rPr lang="en-US" sz="6600" dirty="0" err="1" smtClean="0">
                <a:latin typeface="Cambria" pitchFamily="18" charset="0"/>
              </a:rPr>
              <a:t>Arovy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ho very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anjarako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</Words>
  <PresentationFormat>Affichage à l'écran (4:3)</PresentationFormat>
  <Paragraphs>8</Paragraphs>
  <Slides>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3" baseType="lpstr">
      <vt:lpstr>Thème Office</vt:lpstr>
      <vt:lpstr>Hira 338</vt:lpstr>
      <vt:lpstr>Hira 338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338</dc:title>
  <dc:creator>M</dc:creator>
  <cp:lastModifiedBy>M</cp:lastModifiedBy>
  <cp:revision>3</cp:revision>
  <dcterms:created xsi:type="dcterms:W3CDTF">2012-10-03T08:49:56Z</dcterms:created>
  <dcterms:modified xsi:type="dcterms:W3CDTF">2014-04-17T17:19:31Z</dcterms:modified>
</cp:coreProperties>
</file>