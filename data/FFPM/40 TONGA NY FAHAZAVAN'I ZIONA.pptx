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172" autoAdjust="0"/>
    <p:restoredTop sz="94660"/>
  </p:normalViewPr>
  <p:slideViewPr>
    <p:cSldViewPr>
      <p:cViewPr varScale="1">
        <p:scale>
          <a:sx n="56" d="100"/>
          <a:sy n="56" d="100"/>
        </p:scale>
        <p:origin x="-90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1. Tonga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fahazavan'i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Ziona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maizina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14422"/>
            <a:ext cx="885828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Tapitra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fidradradradrana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miadana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2. Tonga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fahazavan'i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Ziona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nandrasana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tapitra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fanompoana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ampodina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babo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142892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He,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miboiboika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Any an-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efitra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hobiny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lohasaha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Manakoako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vaovao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nosy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mankalaza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fanjakany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manam-petra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Miravoravo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vaovao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109</Words>
  <PresentationFormat>Affichage à l'écran (4:3)</PresentationFormat>
  <Paragraphs>26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40</vt:lpstr>
      <vt:lpstr>HIRA 40</vt:lpstr>
      <vt:lpstr>HIRA 40</vt:lpstr>
      <vt:lpstr>HIRA 40</vt:lpstr>
      <vt:lpstr>HIRA 40</vt:lpstr>
      <vt:lpstr>HIRA 40</vt:lpstr>
      <vt:lpstr>HIRA 40</vt:lpstr>
      <vt:lpstr>HIRA 40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28: 1, 3</dc:title>
  <dc:creator>M</dc:creator>
  <cp:lastModifiedBy>M</cp:lastModifiedBy>
  <cp:revision>9</cp:revision>
  <dcterms:created xsi:type="dcterms:W3CDTF">2012-10-03T07:22:00Z</dcterms:created>
  <dcterms:modified xsi:type="dcterms:W3CDTF">2014-08-04T13:36:50Z</dcterms:modified>
</cp:coreProperties>
</file>