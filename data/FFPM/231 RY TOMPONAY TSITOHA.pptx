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642" autoAdjust="0"/>
    <p:restoredTop sz="94660"/>
  </p:normalViewPr>
  <p:slideViewPr>
    <p:cSldViewPr>
      <p:cViewPr varScale="1">
        <p:scale>
          <a:sx n="39" d="100"/>
          <a:sy n="39" d="100"/>
        </p:scale>
        <p:origin x="-102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231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642918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Tsitoha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Ilay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iray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hatrizay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Avia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hampifoha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fiangonanay</a:t>
            </a:r>
            <a:r>
              <a:rPr lang="fr-FR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231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78" y="1000108"/>
            <a:ext cx="9001092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Atreho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mpivory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manantena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Fohazy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matory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Handray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teninao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231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14" y="785794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 </a:t>
            </a:r>
            <a:r>
              <a:rPr lang="fr-FR" sz="7200" dirty="0" err="1" smtClean="0">
                <a:latin typeface="Cambria" pitchFamily="18" charset="0"/>
              </a:rPr>
              <a:t>Iraho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Fanahy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hanavao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anay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homba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hitahy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teny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inoanay</a:t>
            </a:r>
            <a:r>
              <a:rPr lang="fr-FR" sz="72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231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78" y="928670"/>
            <a:ext cx="9001092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Na </a:t>
            </a:r>
            <a:r>
              <a:rPr lang="fr-FR" sz="7200" dirty="0" err="1" smtClean="0">
                <a:latin typeface="Cambria" pitchFamily="18" charset="0"/>
              </a:rPr>
              <a:t>lehibe</a:t>
            </a:r>
            <a:r>
              <a:rPr lang="fr-FR" sz="7200" dirty="0" smtClean="0">
                <a:latin typeface="Cambria" pitchFamily="18" charset="0"/>
              </a:rPr>
              <a:t> na </a:t>
            </a:r>
            <a:r>
              <a:rPr lang="fr-FR" sz="7200" dirty="0" err="1" smtClean="0">
                <a:latin typeface="Cambria" pitchFamily="18" charset="0"/>
              </a:rPr>
              <a:t>kely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Ampio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hafanao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Hazoto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hampiely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lazanao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231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928694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asam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pamonjena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natombokao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Ambino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hihena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Tahio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tontosao</a:t>
            </a:r>
            <a:r>
              <a:rPr lang="fr-FR" sz="7200" dirty="0" smtClean="0"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231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1000108"/>
            <a:ext cx="9001092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herin'i</a:t>
            </a:r>
            <a:r>
              <a:rPr lang="fr-FR" sz="7200" dirty="0" smtClean="0">
                <a:latin typeface="Cambria" pitchFamily="18" charset="0"/>
              </a:rPr>
              <a:t> Satana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Folahy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hatrizao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afa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pahotana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lzahay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navotanao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231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Arovy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finoana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naorinao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Vonoy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hevi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poana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Mandà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teninao</a:t>
            </a:r>
            <a:r>
              <a:rPr lang="fr-FR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231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1000108"/>
            <a:ext cx="9001092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lzahay</a:t>
            </a:r>
            <a:r>
              <a:rPr lang="fr-FR" sz="7200" dirty="0" smtClean="0">
                <a:latin typeface="Cambria" pitchFamily="18" charset="0"/>
              </a:rPr>
              <a:t> na </a:t>
            </a:r>
            <a:r>
              <a:rPr lang="fr-FR" sz="7200" dirty="0" err="1" smtClean="0">
                <a:latin typeface="Cambria" pitchFamily="18" charset="0"/>
              </a:rPr>
              <a:t>be</a:t>
            </a:r>
            <a:r>
              <a:rPr lang="fr-FR" sz="7200" dirty="0" smtClean="0">
                <a:latin typeface="Cambria" pitchFamily="18" charset="0"/>
              </a:rPr>
              <a:t> na </a:t>
            </a:r>
            <a:r>
              <a:rPr lang="fr-FR" sz="7200" dirty="0" err="1" smtClean="0">
                <a:latin typeface="Cambria" pitchFamily="18" charset="0"/>
              </a:rPr>
              <a:t>vitsy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Hazôny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hania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mihitsy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Mandrakizay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doria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231 </vt:lpstr>
      <vt:lpstr>Hira 231 </vt:lpstr>
      <vt:lpstr>Hira 231 </vt:lpstr>
      <vt:lpstr>Hira 231 </vt:lpstr>
      <vt:lpstr>Hira 231 </vt:lpstr>
      <vt:lpstr>Hira 231 </vt:lpstr>
      <vt:lpstr>Hira 231 </vt:lpstr>
      <vt:lpstr>Hira 231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226 </dc:title>
  <dc:creator>M</dc:creator>
  <cp:lastModifiedBy>M</cp:lastModifiedBy>
  <cp:revision>7</cp:revision>
  <dcterms:created xsi:type="dcterms:W3CDTF">2012-11-11T21:23:20Z</dcterms:created>
  <dcterms:modified xsi:type="dcterms:W3CDTF">2014-05-05T08:57:47Z</dcterms:modified>
</cp:coreProperties>
</file>