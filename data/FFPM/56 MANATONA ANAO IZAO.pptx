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0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22/02/2017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21495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Manatona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madinikao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Ampandrosoy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zava-tianay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Miravoravo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nilaozanao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takatray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heverina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fitiavan-dalina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nitiavanao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misaotra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Tariho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Ambinonao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FA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mivory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6. 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</a:t>
            </a:r>
            <a:r>
              <a:rPr lang="en-US" sz="6600" dirty="0" smtClean="0">
                <a:latin typeface="Cambria" pitchFamily="18" charset="0"/>
              </a:rPr>
              <a:t>-ho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Hipetraka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anilanao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hatahoranay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voamarikao</a:t>
            </a:r>
            <a:r>
              <a:rPr lang="en-US" sz="6600" dirty="0" smtClean="0">
                <a:latin typeface="Cambria" pitchFamily="18" charset="0"/>
              </a:rPr>
              <a:t>	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isan'ny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arovanao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8.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anjelinao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Hisaotra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Manatrika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159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56</vt:lpstr>
      <vt:lpstr>Hira 56</vt:lpstr>
      <vt:lpstr>Hira 56</vt:lpstr>
      <vt:lpstr>Hira 56</vt:lpstr>
      <vt:lpstr>Hira 56</vt:lpstr>
      <vt:lpstr>Hira 56</vt:lpstr>
      <vt:lpstr>Hira 56</vt:lpstr>
      <vt:lpstr>Hira 56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c060</cp:lastModifiedBy>
  <cp:revision>16</cp:revision>
  <dcterms:created xsi:type="dcterms:W3CDTF">2012-10-02T21:52:07Z</dcterms:created>
  <dcterms:modified xsi:type="dcterms:W3CDTF">2017-02-22T09:43:42Z</dcterms:modified>
</cp:coreProperties>
</file>