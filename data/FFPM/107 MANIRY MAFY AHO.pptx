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2" d="100"/>
          <a:sy n="62" d="100"/>
        </p:scale>
        <p:origin x="-36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20/07/2014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20/07/2014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20/07/2014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20/07/2014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20/07/2014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107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28596" y="785794"/>
            <a:ext cx="8286808" cy="5214974"/>
          </a:xfrm>
        </p:spPr>
        <p:txBody>
          <a:bodyPr>
            <a:noAutofit/>
          </a:bodyPr>
          <a:lstStyle/>
          <a:p>
            <a:pPr marL="914400" indent="-914400"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1. 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Maniry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mafy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aho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 marL="914400" indent="-914400"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Jeso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ô,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       </a:t>
            </a:r>
          </a:p>
          <a:p>
            <a:pPr marL="914400" indent="-914400">
              <a:buNone/>
            </a:pP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Hialoka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eo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 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ambany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hazo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fijalianao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107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misy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toeran-kafa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re '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tena</a:t>
            </a:r>
            <a:r>
              <a:rPr lang="fr-FR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mamiko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hazo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fijalianao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fiarovako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2984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107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428596" y="857232"/>
            <a:ext cx="9072626" cy="600076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hazo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fijalianao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itazanako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tenanao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nijaly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ho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avotro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107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285720" y="785794"/>
            <a:ext cx="9072626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Ka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endParaRPr lang="en-U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kotsan-dranomasom-pitiavana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tavako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afa-keloka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107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357222" y="1071546"/>
            <a:ext cx="9144000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3. Am-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pototry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hazo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izay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nijalianao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itoerako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hohazavain'ny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tavanao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14422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107</a:t>
            </a:r>
            <a:endParaRPr lang="fr-FR" b="1" dirty="0">
              <a:solidFill>
                <a:srgbClr val="0070C0"/>
              </a:solidFill>
            </a:endParaRP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>
          <a:xfrm>
            <a:off x="500034" y="1071546"/>
            <a:ext cx="8643966" cy="578645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Ataoko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fatiantoka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zava-mora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lo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hazo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fijalianao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 no </a:t>
            </a:r>
            <a:r>
              <a:rPr lang="en-US" sz="6600" b="1" dirty="0" err="1" smtClean="0">
                <a:solidFill>
                  <a:srgbClr val="002060"/>
                </a:solidFill>
                <a:latin typeface="Cambria" pitchFamily="18" charset="0"/>
              </a:rPr>
              <a:t>tombon-dahiko</a:t>
            </a:r>
            <a:r>
              <a:rPr lang="en-U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endParaRPr lang="fr-FR" sz="6600" b="1" dirty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96</Words>
  <PresentationFormat>Affichage à l'écran (4:3)</PresentationFormat>
  <Paragraphs>22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107</vt:lpstr>
      <vt:lpstr>HIRA 107</vt:lpstr>
      <vt:lpstr>HIRA 107</vt:lpstr>
      <vt:lpstr>HIRA 107</vt:lpstr>
      <vt:lpstr>HIRA 107</vt:lpstr>
      <vt:lpstr>HIRA 107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107</dc:title>
  <dc:creator>M</dc:creator>
  <cp:lastModifiedBy>M</cp:lastModifiedBy>
  <cp:revision>7</cp:revision>
  <dcterms:created xsi:type="dcterms:W3CDTF">2012-11-04T17:19:04Z</dcterms:created>
  <dcterms:modified xsi:type="dcterms:W3CDTF">2014-07-20T08:10:26Z</dcterms:modified>
</cp:coreProperties>
</file>