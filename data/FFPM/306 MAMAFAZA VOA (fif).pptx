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11" r:id="rId7"/>
    <p:sldId id="302" r:id="rId8"/>
    <p:sldId id="303" r:id="rId9"/>
    <p:sldId id="312" r:id="rId10"/>
    <p:sldId id="305" r:id="rId11"/>
    <p:sldId id="306" r:id="rId12"/>
    <p:sldId id="313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074" autoAdjust="0"/>
    <p:restoredTop sz="94660"/>
  </p:normalViewPr>
  <p:slideViewPr>
    <p:cSldViewPr>
      <p:cViewPr varScale="1">
        <p:scale>
          <a:sx n="61" d="100"/>
          <a:sy n="61" d="100"/>
        </p:scale>
        <p:origin x="-90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aza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malaina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fantatrao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vanona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hariva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maraina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re e!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aza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mifidy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hasian-tsoa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antra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homen'ny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valisoa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re e!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malemy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'reo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loharanon-kery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anovozy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ilain'ny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re e!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Miasà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milofosa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Dieny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azonao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Matahora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sao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vita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anjara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lzay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napetraky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Mamafaza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voa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mijanona</a:t>
            </a:r>
            <a:endParaRPr lang="es-E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re e! 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181</Words>
  <PresentationFormat>Affichage à l'écran (4:3)</PresentationFormat>
  <Paragraphs>44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  <vt:lpstr>HIRA 306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15</cp:revision>
  <dcterms:created xsi:type="dcterms:W3CDTF">2012-11-04T17:25:30Z</dcterms:created>
  <dcterms:modified xsi:type="dcterms:W3CDTF">2014-07-27T05:35:29Z</dcterms:modified>
</cp:coreProperties>
</file>