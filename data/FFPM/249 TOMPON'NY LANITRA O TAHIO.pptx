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5664" autoAdjust="0"/>
    <p:restoredTop sz="94660"/>
  </p:normalViewPr>
  <p:slideViewPr>
    <p:cSldViewPr>
      <p:cViewPr varScale="1">
        <p:scale>
          <a:sx n="39" d="100"/>
          <a:sy n="39" d="100"/>
        </p:scale>
        <p:origin x="-102" y="-5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249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Tompon'ny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lanitra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ô!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tahio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ta-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hanatona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Ka ta-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handray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batisa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anio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Sady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maniry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zanakao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</a:p>
          <a:p>
            <a:pPr>
              <a:buNone/>
            </a:pP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4" name="Espace réservé du contenu 5"/>
          <p:cNvSpPr txBox="1">
            <a:spLocks/>
          </p:cNvSpPr>
          <p:nvPr/>
        </p:nvSpPr>
        <p:spPr>
          <a:xfrm>
            <a:off x="0" y="866756"/>
            <a:ext cx="9296400" cy="61436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fr-FR" sz="7200" b="0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  <p:sp>
        <p:nvSpPr>
          <p:cNvPr id="7" name="Espace réservé du contenu 5"/>
          <p:cNvSpPr txBox="1">
            <a:spLocks/>
          </p:cNvSpPr>
          <p:nvPr/>
        </p:nvSpPr>
        <p:spPr>
          <a:xfrm>
            <a:off x="590520" y="1019156"/>
            <a:ext cx="8858280" cy="61436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fr-FR" sz="7200" b="0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249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Ampifalio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fony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ory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Sady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miaiky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ota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natao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ratsy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maniry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fongory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omeo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aina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vaovao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4" name="Espace réservé du contenu 5"/>
          <p:cNvSpPr txBox="1">
            <a:spLocks/>
          </p:cNvSpPr>
          <p:nvPr/>
        </p:nvSpPr>
        <p:spPr>
          <a:xfrm>
            <a:off x="438120" y="866756"/>
            <a:ext cx="8858280" cy="61436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fr-FR" sz="7200" b="0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  <p:sp>
        <p:nvSpPr>
          <p:cNvPr id="7" name="Espace réservé du contenu 5"/>
          <p:cNvSpPr txBox="1">
            <a:spLocks/>
          </p:cNvSpPr>
          <p:nvPr/>
        </p:nvSpPr>
        <p:spPr>
          <a:xfrm>
            <a:off x="590520" y="1019156"/>
            <a:ext cx="8858280" cy="61436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fr-FR" sz="7200" b="0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249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714356"/>
            <a:ext cx="9429784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lzy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manaiky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hitana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Sady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mandà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devoly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Aoka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hiseho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mpino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Amin'ny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fomba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asa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vaovao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</a:p>
          <a:p>
            <a:pPr>
              <a:buNone/>
            </a:pP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4" name="Espace réservé du contenu 5"/>
          <p:cNvSpPr txBox="1">
            <a:spLocks/>
          </p:cNvSpPr>
          <p:nvPr/>
        </p:nvSpPr>
        <p:spPr>
          <a:xfrm>
            <a:off x="438120" y="866756"/>
            <a:ext cx="8858280" cy="61436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fr-FR" sz="7200" b="0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  <p:sp>
        <p:nvSpPr>
          <p:cNvPr id="7" name="Espace réservé du contenu 5"/>
          <p:cNvSpPr txBox="1">
            <a:spLocks/>
          </p:cNvSpPr>
          <p:nvPr/>
        </p:nvSpPr>
        <p:spPr>
          <a:xfrm>
            <a:off x="590520" y="1019156"/>
            <a:ext cx="8858280" cy="61436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fr-FR" sz="7200" b="0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249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Afon'ny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lanitra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ôl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ateraho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fony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tarihonao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hania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Fa te-ho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sambatra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4" name="Espace réservé du contenu 5"/>
          <p:cNvSpPr txBox="1">
            <a:spLocks/>
          </p:cNvSpPr>
          <p:nvPr/>
        </p:nvSpPr>
        <p:spPr>
          <a:xfrm>
            <a:off x="438120" y="866756"/>
            <a:ext cx="8858280" cy="61436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fr-FR" sz="7200" b="0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  <p:sp>
        <p:nvSpPr>
          <p:cNvPr id="7" name="Espace réservé du contenu 5"/>
          <p:cNvSpPr txBox="1">
            <a:spLocks/>
          </p:cNvSpPr>
          <p:nvPr/>
        </p:nvSpPr>
        <p:spPr>
          <a:xfrm>
            <a:off x="590520" y="1019156"/>
            <a:ext cx="8858280" cy="61436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fr-FR" sz="7200" b="0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249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714356"/>
            <a:ext cx="10072726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Andriamanitra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Ray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be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fitia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Taomy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maro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hanatona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Fiangonanao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be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mpitia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marobe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ankohonanao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4" name="Espace réservé du contenu 5"/>
          <p:cNvSpPr txBox="1">
            <a:spLocks/>
          </p:cNvSpPr>
          <p:nvPr/>
        </p:nvSpPr>
        <p:spPr>
          <a:xfrm>
            <a:off x="438120" y="866756"/>
            <a:ext cx="8858280" cy="61436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fr-FR" sz="7200" b="0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  <p:sp>
        <p:nvSpPr>
          <p:cNvPr id="7" name="Espace réservé du contenu 5"/>
          <p:cNvSpPr txBox="1">
            <a:spLocks/>
          </p:cNvSpPr>
          <p:nvPr/>
        </p:nvSpPr>
        <p:spPr>
          <a:xfrm>
            <a:off x="590520" y="1019156"/>
            <a:ext cx="8858280" cy="61436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fr-FR" sz="7200" b="0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129</Words>
  <PresentationFormat>Affichage à l'écran 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249</vt:lpstr>
      <vt:lpstr>Hira 249</vt:lpstr>
      <vt:lpstr>Hira 249</vt:lpstr>
      <vt:lpstr>Hira 249</vt:lpstr>
      <vt:lpstr>Hira 249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235 </dc:title>
  <dc:creator>M</dc:creator>
  <cp:lastModifiedBy>M</cp:lastModifiedBy>
  <cp:revision>6</cp:revision>
  <dcterms:created xsi:type="dcterms:W3CDTF">2012-11-26T19:15:45Z</dcterms:created>
  <dcterms:modified xsi:type="dcterms:W3CDTF">2014-05-12T10:35:44Z</dcterms:modified>
</cp:coreProperties>
</file>