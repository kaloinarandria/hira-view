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481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4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be </a:t>
            </a:r>
            <a:r>
              <a:rPr lang="en-US" sz="6000" dirty="0" err="1" smtClean="0">
                <a:latin typeface="Cambria" pitchFamily="18" charset="0"/>
              </a:rPr>
              <a:t>fitia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zanakao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Tantano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hania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Hiaraka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481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4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mamiko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akaikinao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orin</a:t>
            </a:r>
            <a:r>
              <a:rPr lang="en-US" sz="6000" dirty="0" smtClean="0">
                <a:latin typeface="Cambria" pitchFamily="18" charset="0"/>
              </a:rPr>
              <a:t>-java-</a:t>
            </a:r>
            <a:r>
              <a:rPr lang="en-US" sz="6000" dirty="0" err="1" smtClean="0">
                <a:latin typeface="Cambria" pitchFamily="18" charset="0"/>
              </a:rPr>
              <a:t>tsoa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sakaizanao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481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4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Harena</a:t>
            </a:r>
            <a:r>
              <a:rPr lang="en-US" sz="6000" dirty="0" smtClean="0">
                <a:latin typeface="Cambria" pitchFamily="18" charset="0"/>
              </a:rPr>
              <a:t> be an-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Mamilivily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tiana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mampionom-po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481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4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aniriako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Hifikitra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Atolotro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foko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eo</a:t>
            </a:r>
            <a:r>
              <a:rPr lang="en-US" sz="6000" dirty="0" smtClean="0">
                <a:latin typeface="Cambria" pitchFamily="18" charset="0"/>
              </a:rPr>
              <a:t> an-</a:t>
            </a:r>
            <a:r>
              <a:rPr lang="en-US" sz="6000" dirty="0" err="1" smtClean="0">
                <a:latin typeface="Cambria" pitchFamily="18" charset="0"/>
              </a:rPr>
              <a:t>tananao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481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4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raha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irery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Voasakan-tsitrapo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Mandeha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manirery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maro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manjo</a:t>
            </a:r>
            <a:r>
              <a:rPr lang="en-US" sz="6000" dirty="0" smtClean="0">
                <a:latin typeface="Cambria" pitchFamily="18" charset="0"/>
              </a:rPr>
              <a:t> 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481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4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Izany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ilàko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Hiaraka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Vimbino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Raiko</a:t>
            </a:r>
            <a:r>
              <a:rPr lang="en-US" sz="60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eo</a:t>
            </a:r>
            <a:r>
              <a:rPr lang="en-US" sz="6000" dirty="0" smtClean="0">
                <a:latin typeface="Cambria" pitchFamily="18" charset="0"/>
              </a:rPr>
              <a:t> an-</a:t>
            </a:r>
            <a:r>
              <a:rPr lang="en-US" sz="6000" dirty="0" err="1" smtClean="0">
                <a:latin typeface="Cambria" pitchFamily="18" charset="0"/>
              </a:rPr>
              <a:t>tananao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481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4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hitako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mihitsy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mahafa-po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akory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mety</a:t>
            </a:r>
            <a:r>
              <a:rPr lang="en-US" sz="6000" dirty="0" smtClean="0">
                <a:latin typeface="Cambria" pitchFamily="18" charset="0"/>
              </a:rPr>
              <a:t> lo;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481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4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Fa ao am-paradisa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No feno zava-tsoa, 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Tsy mahadisadisa,</a:t>
            </a:r>
          </a:p>
          <a:p>
            <a:pPr>
              <a:buNone/>
            </a:pPr>
            <a:r>
              <a:rPr lang="pt-BR" sz="6000" smtClean="0">
                <a:latin typeface="Cambria" pitchFamily="18" charset="0"/>
              </a:rPr>
              <a:t>Fa sambatra tokoa.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481 </vt:lpstr>
      <vt:lpstr>Hira 481 </vt:lpstr>
      <vt:lpstr>Hira 481 </vt:lpstr>
      <vt:lpstr>Hira 481 </vt:lpstr>
      <vt:lpstr>Hira 481 </vt:lpstr>
      <vt:lpstr>Hira 481 </vt:lpstr>
      <vt:lpstr>Hira 481 </vt:lpstr>
      <vt:lpstr>Hira 481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481 </dc:title>
  <dc:creator>M</dc:creator>
  <cp:lastModifiedBy>M</cp:lastModifiedBy>
  <cp:revision>1</cp:revision>
  <dcterms:created xsi:type="dcterms:W3CDTF">2012-12-04T19:51:23Z</dcterms:created>
  <dcterms:modified xsi:type="dcterms:W3CDTF">2012-12-04T19:55:13Z</dcterms:modified>
</cp:coreProperties>
</file>