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69" r:id="rId5"/>
    <p:sldId id="270" r:id="rId6"/>
    <p:sldId id="272" r:id="rId7"/>
    <p:sldId id="271" r:id="rId8"/>
    <p:sldId id="27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98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469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ô, </a:t>
            </a:r>
            <a:r>
              <a:rPr lang="en-US" sz="6600" dirty="0" err="1" smtClean="0">
                <a:latin typeface="Cambria" pitchFamily="18" charset="0"/>
              </a:rPr>
              <a:t>Mpitia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 !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Maminay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Osa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fanahinay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mahery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: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469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Mamy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! (in-3)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469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ô, </a:t>
            </a:r>
            <a:r>
              <a:rPr lang="en-US" sz="6600" dirty="0" err="1" smtClean="0">
                <a:latin typeface="Cambria" pitchFamily="18" charset="0"/>
              </a:rPr>
              <a:t>Mpitia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 !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Mahadio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;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halotoanay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Aoka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voasasanao</a:t>
            </a:r>
            <a:r>
              <a:rPr lang="en-US" sz="6600" dirty="0" smtClean="0"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469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Mamy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! (in-3)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469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ô, </a:t>
            </a:r>
            <a:r>
              <a:rPr lang="en-US" sz="6600" dirty="0" err="1" smtClean="0">
                <a:latin typeface="Cambria" pitchFamily="18" charset="0"/>
              </a:rPr>
              <a:t>Mpitia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 !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Tompon'aina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;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aretinay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samy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afakao</a:t>
            </a:r>
            <a:r>
              <a:rPr lang="en-US" sz="6600" dirty="0" smtClean="0"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469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Mamy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! (in-3)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469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ô, </a:t>
            </a:r>
            <a:r>
              <a:rPr lang="en-US" sz="6600" dirty="0" err="1" smtClean="0">
                <a:latin typeface="Cambria" pitchFamily="18" charset="0"/>
              </a:rPr>
              <a:t>Mpitia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 !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hotarihinao</a:t>
            </a:r>
            <a:r>
              <a:rPr lang="en-US" sz="6600" dirty="0" smtClean="0">
                <a:latin typeface="Cambria" pitchFamily="18" charset="0"/>
              </a:rPr>
              <a:t> ;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Mandra-pahafatinay</a:t>
            </a:r>
            <a:r>
              <a:rPr lang="en-US" sz="6600" dirty="0" smtClean="0"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469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Mamy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! (in-3)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136</Words>
  <PresentationFormat>Affichage à l'écran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469</vt:lpstr>
      <vt:lpstr>Hira 469</vt:lpstr>
      <vt:lpstr>Hira 469</vt:lpstr>
      <vt:lpstr>Hira 469</vt:lpstr>
      <vt:lpstr>Hira 469</vt:lpstr>
      <vt:lpstr>Hira 469</vt:lpstr>
      <vt:lpstr>Hira 469</vt:lpstr>
      <vt:lpstr>Hira 469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462</dc:title>
  <dc:creator>M</dc:creator>
  <cp:lastModifiedBy>M</cp:lastModifiedBy>
  <cp:revision>2</cp:revision>
  <dcterms:created xsi:type="dcterms:W3CDTF">2012-11-11T21:25:06Z</dcterms:created>
  <dcterms:modified xsi:type="dcterms:W3CDTF">2013-01-17T22:43:25Z</dcterms:modified>
</cp:coreProperties>
</file>