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sokafinao</a:t>
            </a:r>
            <a:r>
              <a:rPr lang="en-US" sz="7200" dirty="0" smtClean="0">
                <a:latin typeface="Cambria" pitchFamily="18" charset="0"/>
              </a:rPr>
              <a:t> 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Midina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Mahery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Ampisehoy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sandrinao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manan-kery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He </a:t>
            </a:r>
            <a:r>
              <a:rPr lang="en-US" sz="7200" dirty="0" err="1" smtClean="0">
                <a:latin typeface="Cambria" pitchFamily="18" charset="0"/>
              </a:rPr>
              <a:t>manakora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fahavalonao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maro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mandà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afo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Narehitrao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O,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Mpitia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Mpanjaka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voahombo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teninao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Mahery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mitombo</a:t>
            </a:r>
            <a:r>
              <a:rPr lang="en-US" sz="72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Ampahafantaronao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tontolo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foana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Nalatsakao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fahiny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ampiraiso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re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olom-boafidy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akambano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mafy</a:t>
            </a:r>
            <a:r>
              <a:rPr lang="en-US" sz="7200" dirty="0" smtClean="0"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lova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sarobidy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fitiavana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marina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aoka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hanavao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fiangonanao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Nosinay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tranonay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aman-tsainay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samy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havaozinao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fototry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ainay</a:t>
            </a:r>
            <a:r>
              <a:rPr lang="en-US" sz="72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Ampiononinao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187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1285860"/>
            <a:ext cx="8715404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Avia</a:t>
            </a:r>
            <a:r>
              <a:rPr lang="en-US" sz="7200" dirty="0" smtClean="0">
                <a:latin typeface="Cambria" pitchFamily="18" charset="0"/>
              </a:rPr>
              <a:t>, ka </a:t>
            </a:r>
            <a:r>
              <a:rPr lang="en-US" sz="7200" dirty="0" err="1" smtClean="0">
                <a:latin typeface="Cambria" pitchFamily="18" charset="0"/>
              </a:rPr>
              <a:t>mamonje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Avia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mampandrese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mahantra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155</Words>
  <PresentationFormat>Affichage à l'écran (4:3)</PresentationFormat>
  <Paragraphs>46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Hira 187</vt:lpstr>
      <vt:lpstr>Hira 187</vt:lpstr>
      <vt:lpstr>Hira 187</vt:lpstr>
      <vt:lpstr>Hira 187</vt:lpstr>
      <vt:lpstr>Hira 187</vt:lpstr>
      <vt:lpstr>Hira 187</vt:lpstr>
      <vt:lpstr>Hira 187</vt:lpstr>
      <vt:lpstr>Hira 187</vt:lpstr>
      <vt:lpstr>Hira 187</vt:lpstr>
      <vt:lpstr>Hira 187</vt:lpstr>
      <vt:lpstr>Hira 187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7</cp:revision>
  <dcterms:created xsi:type="dcterms:W3CDTF">2012-11-11T21:19:33Z</dcterms:created>
  <dcterms:modified xsi:type="dcterms:W3CDTF">2013-08-21T19:01:55Z</dcterms:modified>
</cp:coreProperties>
</file>