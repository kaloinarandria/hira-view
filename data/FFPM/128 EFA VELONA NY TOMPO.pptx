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62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128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nitsangana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Resiny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'Lay </a:t>
            </a:r>
            <a:r>
              <a:rPr lang="en-US" sz="6600" dirty="0" err="1" smtClean="0">
                <a:latin typeface="Cambria" pitchFamily="18" charset="0"/>
              </a:rPr>
              <a:t>mpihaza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285728"/>
            <a:ext cx="7286676" cy="10715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128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2071678"/>
            <a:ext cx="8858280" cy="47863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Resiny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rafinao</a:t>
            </a:r>
            <a:r>
              <a:rPr lang="en-US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2976" y="357166"/>
            <a:ext cx="6500858" cy="11430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128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Matokia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Avotrao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nahadiso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357166"/>
            <a:ext cx="7358114" cy="107152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128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643050"/>
            <a:ext cx="8858280" cy="52149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helokao</a:t>
            </a:r>
            <a:r>
              <a:rPr lang="en-US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500042"/>
            <a:ext cx="6572296" cy="857256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128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nitsangana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ela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Kristy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namoha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vavahady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Any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hidiranao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1538" y="571480"/>
            <a:ext cx="6143668" cy="9286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128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2428868"/>
            <a:ext cx="8858280" cy="44291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nialoha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99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128</vt:lpstr>
      <vt:lpstr>HIRA 128</vt:lpstr>
      <vt:lpstr>HIRA 128</vt:lpstr>
      <vt:lpstr>HIRA 128</vt:lpstr>
      <vt:lpstr>HIRA 128</vt:lpstr>
      <vt:lpstr>HIRA 128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10</cp:revision>
  <dcterms:created xsi:type="dcterms:W3CDTF">2012-10-21T18:56:48Z</dcterms:created>
  <dcterms:modified xsi:type="dcterms:W3CDTF">2015-04-12T09:02:19Z</dcterms:modified>
</cp:coreProperties>
</file>