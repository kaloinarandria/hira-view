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4" r:id="rId3"/>
    <p:sldId id="280" r:id="rId4"/>
    <p:sldId id="281" r:id="rId5"/>
    <p:sldId id="284" r:id="rId6"/>
    <p:sldId id="285" r:id="rId7"/>
    <p:sldId id="282" r:id="rId8"/>
    <p:sldId id="283" r:id="rId9"/>
    <p:sldId id="286" r:id="rId10"/>
    <p:sldId id="287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813" autoAdjust="0"/>
    <p:restoredTop sz="94660"/>
  </p:normalViewPr>
  <p:slideViewPr>
    <p:cSldViewPr>
      <p:cViewPr varScale="1">
        <p:scale>
          <a:sx n="60" d="100"/>
          <a:sy n="60" d="100"/>
        </p:scale>
        <p:origin x="-21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08/06/2014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Kiady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fiarovana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hitokianay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Lalana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marina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Fahamarinana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Irak'i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Tonga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Manazavà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hevi-dratsinay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Esorinao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heloka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mambo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tsaroanao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hadisoanay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200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mamelà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manomeza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132</Words>
  <PresentationFormat>Affichage à l'écran (4:3)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200 </vt:lpstr>
      <vt:lpstr>HIRA 200 </vt:lpstr>
      <vt:lpstr>HIRA 200 </vt:lpstr>
      <vt:lpstr>HIRA 200 </vt:lpstr>
      <vt:lpstr>HIRA 200 </vt:lpstr>
      <vt:lpstr>HIRA 200 </vt:lpstr>
      <vt:lpstr>HIRA 200 </vt:lpstr>
      <vt:lpstr>HIRA 200 </vt:lpstr>
      <vt:lpstr>HIRA 200 </vt:lpstr>
      <vt:lpstr>HIRA 200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8</cp:revision>
  <dcterms:created xsi:type="dcterms:W3CDTF">2012-10-03T08:17:13Z</dcterms:created>
  <dcterms:modified xsi:type="dcterms:W3CDTF">2014-06-08T04:47:56Z</dcterms:modified>
</cp:coreProperties>
</file>