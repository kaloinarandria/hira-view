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88" autoAdjust="0"/>
    <p:restoredTop sz="94660"/>
  </p:normalViewPr>
  <p:slideViewPr>
    <p:cSldViewPr>
      <p:cViewPr varScale="1">
        <p:scale>
          <a:sx n="59" d="100"/>
          <a:sy n="59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1. </a:t>
            </a:r>
            <a:r>
              <a:rPr lang="es-ES" sz="6600" b="1" dirty="0" err="1" smtClean="0">
                <a:latin typeface="Cambria" pitchFamily="18" charset="0"/>
              </a:rPr>
              <a:t>Maizina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firenena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Koa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diso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lalana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mahita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famonjena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Tia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zava-poana</a:t>
            </a:r>
            <a:r>
              <a:rPr lang="es-ES" sz="6600" b="1" dirty="0" smtClean="0">
                <a:latin typeface="Cambria" pitchFamily="18" charset="0"/>
              </a:rPr>
              <a:t>;</a:t>
            </a:r>
            <a:endParaRPr lang="es-E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Endrey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haverezan-tsainy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Lany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foana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ainy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2. </a:t>
            </a:r>
            <a:r>
              <a:rPr lang="es-ES" sz="6600" b="1" dirty="0" err="1" smtClean="0">
                <a:latin typeface="Cambria" pitchFamily="18" charset="0"/>
              </a:rPr>
              <a:t>Lehibe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aizin'ota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Takona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lalana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Handosiran'ny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mpanota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fahaverezana</a:t>
            </a:r>
            <a:r>
              <a:rPr lang="es-ES" sz="6600" b="1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Indrisy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very</a:t>
            </a:r>
            <a:r>
              <a:rPr lang="es-ES" sz="6600" b="1" dirty="0" smtClean="0">
                <a:latin typeface="Cambria" pitchFamily="18" charset="0"/>
              </a:rPr>
              <a:t> re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aina!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Injany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feo </a:t>
            </a:r>
            <a:r>
              <a:rPr lang="es-ES" sz="6600" b="1" dirty="0" err="1" smtClean="0">
                <a:latin typeface="Cambria" pitchFamily="18" charset="0"/>
              </a:rPr>
              <a:t>mitaraina</a:t>
            </a:r>
            <a:r>
              <a:rPr lang="es-ES" sz="6600" b="1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3. </a:t>
            </a:r>
            <a:r>
              <a:rPr lang="es-ES" sz="6600" b="1" dirty="0" err="1" smtClean="0">
                <a:latin typeface="Cambria" pitchFamily="18" charset="0"/>
              </a:rPr>
              <a:t>Mitsangàna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izao</a:t>
            </a:r>
            <a:r>
              <a:rPr lang="es-ES" sz="6600" b="1" dirty="0" smtClean="0">
                <a:latin typeface="Cambria" pitchFamily="18" charset="0"/>
              </a:rPr>
              <a:t>, 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ry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smtClean="0">
                <a:latin typeface="Cambria" pitchFamily="18" charset="0"/>
              </a:rPr>
              <a:t>mino,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Mandehàna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faingana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Ento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aminy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jiro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Atoroy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lalana</a:t>
            </a:r>
            <a:r>
              <a:rPr lang="es-ES" sz="6600" b="1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Hianao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smtClean="0">
                <a:latin typeface="Cambria" pitchFamily="18" charset="0"/>
              </a:rPr>
              <a:t>va </a:t>
            </a: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onena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manam-pamonjana</a:t>
            </a:r>
            <a:r>
              <a:rPr lang="es-ES" sz="6600" b="1" dirty="0" smtClean="0">
                <a:latin typeface="Cambria" pitchFamily="18" charset="0"/>
              </a:rPr>
              <a:t>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4. </a:t>
            </a:r>
            <a:r>
              <a:rPr lang="es-ES" sz="6600" b="1" dirty="0" err="1" smtClean="0">
                <a:latin typeface="Cambria" pitchFamily="18" charset="0"/>
              </a:rPr>
              <a:t>Dia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ento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mazava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Izay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naseho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taminao</a:t>
            </a:r>
            <a:r>
              <a:rPr lang="es-ES" sz="6600" b="1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Mazotoa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hampisava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Izany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aizim</a:t>
            </a:r>
            <a:r>
              <a:rPr lang="es-ES" sz="6600" b="1" dirty="0" smtClean="0">
                <a:latin typeface="Cambria" pitchFamily="18" charset="0"/>
              </a:rPr>
              <a:t>-pito </a:t>
            </a:r>
            <a:r>
              <a:rPr lang="es-ES" sz="6600" b="1" dirty="0" err="1" smtClean="0">
                <a:latin typeface="Cambria" pitchFamily="18" charset="0"/>
              </a:rPr>
              <a:t>ao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namanao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mahantra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Itorio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Mpiantra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5. </a:t>
            </a:r>
            <a:r>
              <a:rPr lang="es-ES" sz="6600" b="1" dirty="0" err="1" smtClean="0">
                <a:latin typeface="Cambria" pitchFamily="18" charset="0"/>
              </a:rPr>
              <a:t>Eny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tsara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mahery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filazantsara</a:t>
            </a:r>
            <a:r>
              <a:rPr lang="es-ES" sz="6600" b="1" dirty="0" smtClean="0"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Afaka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olom-bery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Sambatra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mahare</a:t>
            </a:r>
            <a:endParaRPr lang="es-E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286940" cy="6643710"/>
          </a:xfrm>
        </p:spPr>
        <p:txBody>
          <a:bodyPr>
            <a:noAutofit/>
          </a:bodyPr>
          <a:lstStyle/>
          <a:p>
            <a:pPr>
              <a:buNone/>
            </a:pP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mitandrina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tokoa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Izany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teny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mahasoa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150</Words>
  <PresentationFormat>Affichage à l'écran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316</vt:lpstr>
      <vt:lpstr>HIRA 316</vt:lpstr>
      <vt:lpstr>HIRA 316</vt:lpstr>
      <vt:lpstr>HIRA 316</vt:lpstr>
      <vt:lpstr>HIRA 316</vt:lpstr>
      <vt:lpstr>HIRA 316</vt:lpstr>
      <vt:lpstr>HIRA 316</vt:lpstr>
      <vt:lpstr>HIRA 316</vt:lpstr>
      <vt:lpstr>HIRA 316</vt:lpstr>
      <vt:lpstr>HIRA 316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9</cp:revision>
  <dcterms:created xsi:type="dcterms:W3CDTF">2012-11-04T17:25:30Z</dcterms:created>
  <dcterms:modified xsi:type="dcterms:W3CDTF">2014-09-14T04:23:44Z</dcterms:modified>
</cp:coreProperties>
</file>