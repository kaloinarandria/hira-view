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644098" cy="578645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Amin-kery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arahin'ny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be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 :,: Moa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He! ho </a:t>
            </a:r>
            <a:r>
              <a:rPr lang="en-US" sz="6600" dirty="0" err="1" smtClean="0">
                <a:latin typeface="Cambria" pitchFamily="18" charset="0"/>
              </a:rPr>
              <a:t>simba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rava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àry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hifankahita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 :,: Moa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Maso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hijery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fahizay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ihany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No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rahatrizay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 :,: Moa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Rehefa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Hitomany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hanatrika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 :,: Moa ho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:,: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hidera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5. O! 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 re,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Hahatonga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Hiara-paly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51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 :,: O! Avia, ô! Avia :,: </a:t>
            </a:r>
          </a:p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Fa ny olonao rehetra</a:t>
            </a:r>
          </a:p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Dia maniry indrindra Anao</a:t>
            </a:r>
          </a:p>
          <a:p>
            <a:pPr marL="996696" indent="-914400">
              <a:buNone/>
            </a:pPr>
            <a:r>
              <a:rPr lang="pt-BR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206</Words>
  <PresentationFormat>Affichage à l'écran (4:3)</PresentationFormat>
  <Paragraphs>46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51</vt:lpstr>
      <vt:lpstr>Hira 51</vt:lpstr>
      <vt:lpstr>Hira 51</vt:lpstr>
      <vt:lpstr>Hira 51</vt:lpstr>
      <vt:lpstr>Hira 51</vt:lpstr>
      <vt:lpstr>Hira 51</vt:lpstr>
      <vt:lpstr>Hira 51</vt:lpstr>
      <vt:lpstr>Hira 51</vt:lpstr>
      <vt:lpstr>Hira 51</vt:lpstr>
      <vt:lpstr>Hira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10</cp:revision>
  <dcterms:created xsi:type="dcterms:W3CDTF">2012-10-02T21:52:07Z</dcterms:created>
  <dcterms:modified xsi:type="dcterms:W3CDTF">2013-07-01T18:53:16Z</dcterms:modified>
</cp:coreProperties>
</file>