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102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516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An-</a:t>
            </a:r>
            <a:r>
              <a:rPr lang="en-US" sz="6600" dirty="0" err="1" smtClean="0">
                <a:latin typeface="Cambria" pitchFamily="18" charset="0"/>
              </a:rPr>
              <a:t>dafin</a:t>
            </a:r>
            <a:r>
              <a:rPr lang="en-US" sz="6600" dirty="0" smtClean="0">
                <a:latin typeface="Cambria" pitchFamily="18" charset="0"/>
              </a:rPr>
              <a:t>'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efitra</a:t>
            </a:r>
            <a:r>
              <a:rPr lang="en-US" sz="6600" dirty="0" smtClean="0">
                <a:latin typeface="Cambria" pitchFamily="18" charset="0"/>
              </a:rPr>
              <a:t> lava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maina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No </a:t>
            </a:r>
            <a:r>
              <a:rPr lang="en-US" sz="6600" dirty="0" err="1" smtClean="0">
                <a:latin typeface="Cambria" pitchFamily="18" charset="0"/>
              </a:rPr>
              <a:t>misy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ilay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mamin'ny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516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Ilay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nampanantenaina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Ho </a:t>
            </a:r>
            <a:r>
              <a:rPr lang="en-US" sz="6600" dirty="0" err="1" smtClean="0">
                <a:latin typeface="Cambria" pitchFamily="18" charset="0"/>
              </a:rPr>
              <a:t>lovan</a:t>
            </a:r>
            <a:r>
              <a:rPr lang="en-US" sz="6600" dirty="0" smtClean="0">
                <a:latin typeface="Cambria" pitchFamily="18" charset="0"/>
              </a:rPr>
              <a:t>'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mino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mankato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516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Iriko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indrindra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tafita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mety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miadana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mandra-pahita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516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l-PL" sz="6600" dirty="0" smtClean="0">
                <a:latin typeface="Cambria" pitchFamily="18" charset="0"/>
              </a:rPr>
              <a:t>2. Anefa ny lala-mankany no mafy,</a:t>
            </a:r>
          </a:p>
          <a:p>
            <a:pPr>
              <a:buNone/>
            </a:pPr>
            <a:r>
              <a:rPr lang="pl-PL" sz="6600" dirty="0" smtClean="0">
                <a:latin typeface="Cambria" pitchFamily="18" charset="0"/>
              </a:rPr>
              <a:t>Ny rafiko maro manotrika ao;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516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nn-NO" sz="6600" dirty="0" smtClean="0">
                <a:latin typeface="Cambria" pitchFamily="18" charset="0"/>
              </a:rPr>
              <a:t>Ny nofo indrindra no tena mpandrafy,</a:t>
            </a:r>
          </a:p>
          <a:p>
            <a:pPr>
              <a:buNone/>
            </a:pPr>
            <a:r>
              <a:rPr lang="nn-NO" sz="6600" dirty="0" smtClean="0">
                <a:latin typeface="Cambria" pitchFamily="18" charset="0"/>
              </a:rPr>
              <a:t>Ka tery ny lalan-kaleha izao!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516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nn-NO" sz="6600" dirty="0" smtClean="0">
                <a:latin typeface="Cambria" pitchFamily="18" charset="0"/>
              </a:rPr>
              <a:t>Anefa tsaroako tsara ny teny</a:t>
            </a:r>
          </a:p>
          <a:p>
            <a:pPr>
              <a:buNone/>
            </a:pPr>
            <a:r>
              <a:rPr lang="nn-NO" sz="6600" dirty="0" smtClean="0">
                <a:latin typeface="Cambria" pitchFamily="18" charset="0"/>
              </a:rPr>
              <a:t>Milaza fa misy fitsaharana eny.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516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nn-NO" sz="6600" dirty="0" smtClean="0">
                <a:latin typeface="Cambria" pitchFamily="18" charset="0"/>
              </a:rPr>
              <a:t>3. Ka aza mba ketraka, ry mpivahiny,</a:t>
            </a:r>
          </a:p>
          <a:p>
            <a:pPr>
              <a:buNone/>
            </a:pPr>
            <a:r>
              <a:rPr lang="nn-NO" sz="6600" dirty="0" smtClean="0">
                <a:latin typeface="Cambria" pitchFamily="18" charset="0"/>
              </a:rPr>
              <a:t>Hevero fa Jeso no momba anao;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516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nn-NO" sz="6600" dirty="0" smtClean="0">
                <a:latin typeface="Cambria" pitchFamily="18" charset="0"/>
              </a:rPr>
              <a:t>Ilay nampangina ny loza fahiny</a:t>
            </a:r>
          </a:p>
          <a:p>
            <a:pPr>
              <a:buNone/>
            </a:pPr>
            <a:r>
              <a:rPr lang="nn-NO" sz="6600" dirty="0" smtClean="0">
                <a:latin typeface="Cambria" pitchFamily="18" charset="0"/>
              </a:rPr>
              <a:t>Dia mbola mahay mampandresy anao!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516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nn-NO" sz="6600" dirty="0" smtClean="0">
                <a:latin typeface="Cambria" pitchFamily="18" charset="0"/>
              </a:rPr>
              <a:t>Andrasanao kely, ho lany ny fetra,</a:t>
            </a:r>
          </a:p>
          <a:p>
            <a:pPr>
              <a:buNone/>
            </a:pPr>
            <a:r>
              <a:rPr lang="nn-NO" sz="6600" dirty="0" smtClean="0">
                <a:latin typeface="Cambria" pitchFamily="18" charset="0"/>
              </a:rPr>
              <a:t>Ho ringana ny fahavalo </a:t>
            </a:r>
            <a:r>
              <a:rPr lang="nn-NO" sz="6600" dirty="0" smtClean="0">
                <a:latin typeface="Cambria" pitchFamily="18" charset="0"/>
              </a:rPr>
              <a:t>rehetra</a:t>
            </a:r>
            <a:r>
              <a:rPr lang="nn-NO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516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nn-NO" sz="6600" dirty="0" smtClean="0">
                <a:latin typeface="Cambria" pitchFamily="18" charset="0"/>
              </a:rPr>
              <a:t>4. Izaho hiezaka mafy tokoa</a:t>
            </a:r>
          </a:p>
          <a:p>
            <a:pPr>
              <a:buNone/>
            </a:pPr>
            <a:r>
              <a:rPr lang="nn-NO" sz="6600" dirty="0" smtClean="0">
                <a:latin typeface="Cambria" pitchFamily="18" charset="0"/>
              </a:rPr>
              <a:t>Hahazo ny loka ao alohako ao;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516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nn-NO" sz="6600" dirty="0" smtClean="0">
                <a:latin typeface="Cambria" pitchFamily="18" charset="0"/>
              </a:rPr>
              <a:t>Ny tafio-drivotra mba mahasoa,</a:t>
            </a:r>
          </a:p>
          <a:p>
            <a:pPr>
              <a:buNone/>
            </a:pPr>
            <a:r>
              <a:rPr lang="nn-NO" sz="6600" dirty="0" smtClean="0">
                <a:latin typeface="Cambria" pitchFamily="18" charset="0"/>
              </a:rPr>
              <a:t>Fa hahatongavako fiaingana ao;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516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Indray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mipi-maso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eto</a:t>
            </a:r>
            <a:r>
              <a:rPr lang="en-US" sz="6600" dirty="0" smtClean="0">
                <a:latin typeface="Cambria" pitchFamily="18" charset="0"/>
              </a:rPr>
              <a:t> an-</a:t>
            </a:r>
            <a:r>
              <a:rPr lang="en-US" sz="6600" dirty="0" err="1" smtClean="0">
                <a:latin typeface="Cambria" pitchFamily="18" charset="0"/>
              </a:rPr>
              <a:t>tany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any an-</a:t>
            </a:r>
            <a:r>
              <a:rPr lang="en-US" sz="6600" dirty="0" err="1" smtClean="0">
                <a:latin typeface="Cambria" pitchFamily="18" charset="0"/>
              </a:rPr>
              <a:t>danitra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hita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lany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181</Words>
  <PresentationFormat>Affichage à l'écran (4:3)</PresentationFormat>
  <Paragraphs>37</Paragraphs>
  <Slides>12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3" baseType="lpstr">
      <vt:lpstr>Thème Office</vt:lpstr>
      <vt:lpstr>HIRA 516</vt:lpstr>
      <vt:lpstr>HIRA 516</vt:lpstr>
      <vt:lpstr>HIRA 516</vt:lpstr>
      <vt:lpstr>HIRA 516</vt:lpstr>
      <vt:lpstr>HIRA 516</vt:lpstr>
      <vt:lpstr>HIRA 516</vt:lpstr>
      <vt:lpstr>HIRA 516</vt:lpstr>
      <vt:lpstr>HIRA 516</vt:lpstr>
      <vt:lpstr>HIRA 516</vt:lpstr>
      <vt:lpstr>HIRA 516</vt:lpstr>
      <vt:lpstr>HIRA 516</vt:lpstr>
      <vt:lpstr>HIRA 516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515</dc:title>
  <dc:creator>M</dc:creator>
  <cp:lastModifiedBy>M</cp:lastModifiedBy>
  <cp:revision>5</cp:revision>
  <dcterms:created xsi:type="dcterms:W3CDTF">2012-12-02T11:05:16Z</dcterms:created>
  <dcterms:modified xsi:type="dcterms:W3CDTF">2013-01-18T18:35:11Z</dcterms:modified>
</cp:coreProperties>
</file>