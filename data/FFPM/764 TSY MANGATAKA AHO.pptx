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718" autoAdjust="0"/>
    <p:restoredTop sz="94660"/>
  </p:normalViewPr>
  <p:slideViewPr>
    <p:cSldViewPr>
      <p:cViewPr varScale="1">
        <p:scale>
          <a:sx n="57" d="100"/>
          <a:sy n="57" d="100"/>
        </p:scale>
        <p:origin x="-22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764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mangataka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aho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Zava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py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harena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zo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iriko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Dia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: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madio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764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Fo </a:t>
            </a:r>
            <a:r>
              <a:rPr lang="fr-FR" sz="6600" dirty="0" err="1" smtClean="0">
                <a:latin typeface="Cambria" pitchFamily="18" charset="0"/>
              </a:rPr>
              <a:t>madio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akany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Feno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eritreri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tsoa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Fo </a:t>
            </a:r>
            <a:r>
              <a:rPr lang="fr-FR" sz="6600" dirty="0" err="1" smtClean="0">
                <a:latin typeface="Cambria" pitchFamily="18" charset="0"/>
              </a:rPr>
              <a:t>madio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haren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lany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Sarobidy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avokoa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764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Indrisy</a:t>
            </a:r>
            <a:r>
              <a:rPr lang="fr-FR" sz="6600" dirty="0" smtClean="0">
                <a:latin typeface="Cambria" pitchFamily="18" charset="0"/>
              </a:rPr>
              <a:t>, fa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soan'ny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tany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Manodòka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mora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lò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haren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mety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lany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Dia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: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madio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764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Fo </a:t>
            </a:r>
            <a:r>
              <a:rPr lang="fr-FR" sz="6600" dirty="0" err="1" smtClean="0">
                <a:latin typeface="Cambria" pitchFamily="18" charset="0"/>
              </a:rPr>
              <a:t>madio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akany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Feno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eritreri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tsoa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Fo </a:t>
            </a:r>
            <a:r>
              <a:rPr lang="fr-FR" sz="6600" dirty="0" err="1" smtClean="0">
                <a:latin typeface="Cambria" pitchFamily="18" charset="0"/>
              </a:rPr>
              <a:t>madio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haren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lany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Sarobidy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avokoa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764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Na </a:t>
            </a:r>
            <a:r>
              <a:rPr lang="fr-FR" sz="6600" dirty="0" err="1" smtClean="0">
                <a:latin typeface="Cambria" pitchFamily="18" charset="0"/>
              </a:rPr>
              <a:t>maraina</a:t>
            </a:r>
            <a:r>
              <a:rPr lang="fr-FR" sz="6600" dirty="0" smtClean="0">
                <a:latin typeface="Cambria" pitchFamily="18" charset="0"/>
              </a:rPr>
              <a:t> na </a:t>
            </a:r>
            <a:r>
              <a:rPr lang="fr-FR" sz="6600" dirty="0" err="1" smtClean="0">
                <a:latin typeface="Cambria" pitchFamily="18" charset="0"/>
              </a:rPr>
              <a:t>hariva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, no </a:t>
            </a:r>
            <a:r>
              <a:rPr lang="fr-FR" sz="6600" dirty="0" err="1" smtClean="0">
                <a:latin typeface="Cambria" pitchFamily="18" charset="0"/>
              </a:rPr>
              <a:t>angatahiko</a:t>
            </a:r>
            <a:r>
              <a:rPr lang="fr-FR" sz="66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ahy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ilay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indrindra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Dia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: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madio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764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Fo </a:t>
            </a:r>
            <a:r>
              <a:rPr lang="fr-FR" sz="6600" dirty="0" err="1" smtClean="0">
                <a:latin typeface="Cambria" pitchFamily="18" charset="0"/>
              </a:rPr>
              <a:t>madio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akany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Feno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eritreri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tsoa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Fo </a:t>
            </a:r>
            <a:r>
              <a:rPr lang="fr-FR" sz="6600" dirty="0" err="1" smtClean="0">
                <a:latin typeface="Cambria" pitchFamily="18" charset="0"/>
              </a:rPr>
              <a:t>madio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haren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lany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Sarobidy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avokoa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126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764</vt:lpstr>
      <vt:lpstr>HIRA 764</vt:lpstr>
      <vt:lpstr>HIRA 764</vt:lpstr>
      <vt:lpstr>HIRA 764</vt:lpstr>
      <vt:lpstr>HIRA 764</vt:lpstr>
      <vt:lpstr>HIRA 764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15</cp:revision>
  <dcterms:created xsi:type="dcterms:W3CDTF">2012-12-02T01:28:21Z</dcterms:created>
  <dcterms:modified xsi:type="dcterms:W3CDTF">2015-01-29T17:54:03Z</dcterms:modified>
</cp:coreProperties>
</file>