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O! </a:t>
            </a:r>
            <a:r>
              <a:rPr lang="en-US" sz="6000" dirty="0" err="1" smtClean="0">
                <a:latin typeface="Cambria" pitchFamily="18" charset="0"/>
              </a:rPr>
              <a:t>mihobia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teraka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Zanaka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Mesia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nantenaina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Mpamonjy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sitraky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Ray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avotra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mandrakizay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mendri-koderaina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Renao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anjely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mampiely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Teny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Kristy </a:t>
            </a:r>
            <a:r>
              <a:rPr lang="en-US" sz="6000" dirty="0" err="1" smtClean="0">
                <a:latin typeface="Cambria" pitchFamily="18" charset="0"/>
              </a:rPr>
              <a:t>teraka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-71462"/>
            <a:ext cx="528641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He ! Tonga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Mpanavotra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Hanafaka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tahotra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Mamatotra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Mitondra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fiadanana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mampihavana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lanitra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aman-tany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	</a:t>
            </a:r>
            <a:r>
              <a:rPr lang="en-US" sz="6000" dirty="0" err="1" smtClean="0">
                <a:latin typeface="Cambria" pitchFamily="18" charset="0"/>
              </a:rPr>
              <a:t>Indro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tonga</a:t>
            </a:r>
            <a:r>
              <a:rPr lang="en-US" sz="6000" dirty="0" smtClean="0">
                <a:latin typeface="Cambria" pitchFamily="18" charset="0"/>
              </a:rPr>
              <a:t>	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Mpamonjy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mahavonjy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mpanota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manaisotra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ota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-71462"/>
            <a:ext cx="528641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Omeo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voninahitra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Ray, </a:t>
            </a:r>
            <a:r>
              <a:rPr lang="en-US" sz="6000" dirty="0" err="1" smtClean="0">
                <a:latin typeface="Cambria" pitchFamily="18" charset="0"/>
              </a:rPr>
              <a:t>Andriamanitra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Tompom-pamonjena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Zanaka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raisonao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fananganana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59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lova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homena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Amen, Amen!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Teny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Isika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lavo</a:t>
            </a:r>
            <a:r>
              <a:rPr lang="en-US" sz="6000" dirty="0" smtClean="0">
                <a:latin typeface="Cambria" pitchFamily="18" charset="0"/>
              </a:rPr>
              <a:t>	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Tonga </a:t>
            </a:r>
            <a:r>
              <a:rPr lang="en-US" sz="6000" dirty="0" err="1" smtClean="0">
                <a:latin typeface="Cambria" pitchFamily="18" charset="0"/>
              </a:rPr>
              <a:t>zanaky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Avo</a:t>
            </a:r>
            <a:r>
              <a:rPr lang="en-US" sz="600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111</Words>
  <PresentationFormat>Affichage à l'écran (4:3)</PresentationFormat>
  <Paragraphs>36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59</vt:lpstr>
      <vt:lpstr>Hira 59</vt:lpstr>
      <vt:lpstr>Hira 59</vt:lpstr>
      <vt:lpstr>Hira 59</vt:lpstr>
      <vt:lpstr>Hira 59</vt:lpstr>
      <vt:lpstr>Hira 59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14</cp:revision>
  <dcterms:created xsi:type="dcterms:W3CDTF">2012-10-02T21:52:07Z</dcterms:created>
  <dcterms:modified xsi:type="dcterms:W3CDTF">2013-07-02T11:19:11Z</dcterms:modified>
</cp:coreProperties>
</file>