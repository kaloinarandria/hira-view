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1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718" autoAdjust="0"/>
    <p:restoredTop sz="94660"/>
  </p:normalViewPr>
  <p:slideViewPr>
    <p:cSldViewPr>
      <p:cViewPr varScale="1">
        <p:scale>
          <a:sx n="65" d="100"/>
          <a:sy n="65" d="100"/>
        </p:scale>
        <p:origin x="-123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05/01/2013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05/01/2013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05/01/2013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05/01/2013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05/01/2013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05/01/2013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779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Kristy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Tomponay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Kristy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Avotray</a:t>
            </a:r>
            <a:r>
              <a:rPr lang="fr-FR" sz="6600" dirty="0" smtClean="0"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Avy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hidera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mpianatrao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779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 :,:</a:t>
            </a:r>
            <a:r>
              <a:rPr lang="fr-FR" sz="6600" dirty="0" err="1" smtClean="0">
                <a:latin typeface="Cambria" pitchFamily="18" charset="0"/>
              </a:rPr>
              <a:t>Mihainoa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fonay</a:t>
            </a:r>
            <a:r>
              <a:rPr lang="fr-FR" sz="6600" dirty="0" smtClean="0">
                <a:latin typeface="Cambria" pitchFamily="18" charset="0"/>
              </a:rPr>
              <a:t>, 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fonay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Entinay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midera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779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Zazakely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Zava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bitsy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fantatray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mahasoa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Dia </a:t>
            </a:r>
            <a:r>
              <a:rPr lang="fr-FR" sz="6600" dirty="0" err="1" smtClean="0">
                <a:latin typeface="Cambria" pitchFamily="18" charset="0"/>
              </a:rPr>
              <a:t>ankinina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aminao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779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 :,:</a:t>
            </a:r>
            <a:r>
              <a:rPr lang="fr-FR" sz="6600" dirty="0" err="1" smtClean="0">
                <a:latin typeface="Cambria" pitchFamily="18" charset="0"/>
              </a:rPr>
              <a:t>Mihainoa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fonay</a:t>
            </a:r>
            <a:r>
              <a:rPr lang="fr-FR" sz="6600" dirty="0" smtClean="0">
                <a:latin typeface="Cambria" pitchFamily="18" charset="0"/>
              </a:rPr>
              <a:t>, 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fonay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Entinay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midera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779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Mamindrà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aminay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Mamelà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helokay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hiraisana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aminao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maminao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779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 :,:</a:t>
            </a:r>
            <a:r>
              <a:rPr lang="fr-FR" sz="6600" dirty="0" err="1" smtClean="0">
                <a:latin typeface="Cambria" pitchFamily="18" charset="0"/>
              </a:rPr>
              <a:t>Mihainoa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fonay</a:t>
            </a:r>
            <a:r>
              <a:rPr lang="fr-FR" sz="6600" dirty="0" smtClean="0">
                <a:latin typeface="Cambria" pitchFamily="18" charset="0"/>
              </a:rPr>
              <a:t>, 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fonay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Entinay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midera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779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</a:t>
            </a:r>
            <a:r>
              <a:rPr lang="fr-FR" sz="6600" dirty="0" err="1" smtClean="0">
                <a:latin typeface="Cambria" pitchFamily="18" charset="0"/>
              </a:rPr>
              <a:t>Mba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tahionao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izahay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koa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havanay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Atsangano</a:t>
            </a:r>
            <a:r>
              <a:rPr lang="fr-FR" sz="6600" dirty="0" smtClean="0">
                <a:latin typeface="Cambria" pitchFamily="18" charset="0"/>
              </a:rPr>
              <a:t> ho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izay</a:t>
            </a:r>
            <a:r>
              <a:rPr lang="fr-FR" sz="6600" dirty="0" smtClean="0">
                <a:latin typeface="Cambria" pitchFamily="18" charset="0"/>
              </a:rPr>
              <a:t> no </a:t>
            </a:r>
            <a:r>
              <a:rPr lang="fr-FR" sz="6600" dirty="0" err="1" smtClean="0">
                <a:latin typeface="Cambria" pitchFamily="18" charset="0"/>
              </a:rPr>
              <a:t>sitrakao</a:t>
            </a:r>
            <a:r>
              <a:rPr lang="fr-FR" sz="6600" dirty="0" smtClean="0">
                <a:latin typeface="Cambria" pitchFamily="18" charset="0"/>
              </a:rPr>
              <a:t>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779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 :,:</a:t>
            </a:r>
            <a:r>
              <a:rPr lang="fr-FR" sz="6600" dirty="0" err="1" smtClean="0">
                <a:latin typeface="Cambria" pitchFamily="18" charset="0"/>
              </a:rPr>
              <a:t>Mihainoa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Jeso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:,: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fonay</a:t>
            </a:r>
            <a:r>
              <a:rPr lang="fr-FR" sz="6600" dirty="0" smtClean="0">
                <a:latin typeface="Cambria" pitchFamily="18" charset="0"/>
              </a:rPr>
              <a:t>, fa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fonay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Entinay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midera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Anao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164</Words>
  <PresentationFormat>Affichage à l'écran (4:3)</PresentationFormat>
  <Paragraphs>36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779</vt:lpstr>
      <vt:lpstr>HIRA 779</vt:lpstr>
      <vt:lpstr>HIRA 779</vt:lpstr>
      <vt:lpstr>HIRA 779</vt:lpstr>
      <vt:lpstr>HIRA 779</vt:lpstr>
      <vt:lpstr>HIRA 779</vt:lpstr>
      <vt:lpstr>HIRA 779</vt:lpstr>
      <vt:lpstr>HIRA 779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15</cp:revision>
  <dcterms:created xsi:type="dcterms:W3CDTF">2012-12-02T01:28:21Z</dcterms:created>
  <dcterms:modified xsi:type="dcterms:W3CDTF">2013-01-05T20:13:00Z</dcterms:modified>
</cp:coreProperties>
</file>