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664" autoAdjust="0"/>
    <p:restoredTop sz="94660"/>
  </p:normalViewPr>
  <p:slideViewPr>
    <p:cSldViewPr>
      <p:cViewPr varScale="1">
        <p:scale>
          <a:sx n="39" d="100"/>
          <a:sy n="39" d="100"/>
        </p:scale>
        <p:origin x="-102" y="-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Vory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andronao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hivavaka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tranonao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-71470" y="500042"/>
            <a:ext cx="9429816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2. Ka na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vory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herinao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asehoy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Efao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ikambananay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tranonao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Ekeo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fanandratana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voninahitrao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vavaka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tononinay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anatrehanao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fanatitra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Ankasitrahanao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fitarainana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Ataon'ny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Soloy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fifaliana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Hisaoranay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6.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halahatra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Hambininao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Hamelom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pitiavana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Am-pon'izay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mandre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105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239</vt:lpstr>
      <vt:lpstr>Hira 239</vt:lpstr>
      <vt:lpstr>Hira 239</vt:lpstr>
      <vt:lpstr>Hira 239</vt:lpstr>
      <vt:lpstr>Hira 239</vt:lpstr>
      <vt:lpstr>Hira 239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235 </dc:title>
  <dc:creator>M</dc:creator>
  <cp:lastModifiedBy>M</cp:lastModifiedBy>
  <cp:revision>5</cp:revision>
  <dcterms:created xsi:type="dcterms:W3CDTF">2012-11-26T19:15:45Z</dcterms:created>
  <dcterms:modified xsi:type="dcterms:W3CDTF">2014-05-12T09:47:02Z</dcterms:modified>
</cp:coreProperties>
</file>