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23/07/2013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518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Rehefa</a:t>
            </a:r>
            <a:r>
              <a:rPr lang="en-US" sz="6000" dirty="0" smtClean="0">
                <a:latin typeface="Cambria" pitchFamily="18" charset="0"/>
              </a:rPr>
              <a:t> vita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asako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ety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fanahiko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raisina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ery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Miara-mitoetra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Tomponay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hasambarako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mandrakizay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smtClean="0">
                <a:latin typeface="Cambria" pitchFamily="18" charset="0"/>
              </a:rPr>
              <a:t>: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518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57158" y="1071546"/>
            <a:ext cx="8572560" cy="54452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fahasambarana</a:t>
            </a:r>
            <a:r>
              <a:rPr lang="en-US" sz="6600" dirty="0" smtClean="0">
                <a:latin typeface="Cambria" pitchFamily="18" charset="0"/>
              </a:rPr>
              <a:t> be!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518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0" y="571480"/>
            <a:ext cx="9429784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Rehefa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ataoko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veloma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ety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azoko</a:t>
            </a:r>
            <a:r>
              <a:rPr lang="en-US" sz="6000" dirty="0" smtClean="0">
                <a:latin typeface="Cambria" pitchFamily="18" charset="0"/>
              </a:rPr>
              <a:t> 'lay </a:t>
            </a:r>
            <a:r>
              <a:rPr lang="en-US" sz="6000" dirty="0" err="1" smtClean="0">
                <a:latin typeface="Cambria" pitchFamily="18" charset="0"/>
              </a:rPr>
              <a:t>Paradisa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ery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Sady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mahita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tavan'ny</a:t>
            </a:r>
            <a:r>
              <a:rPr lang="en-US" sz="6000" dirty="0" smtClean="0">
                <a:latin typeface="Cambria" pitchFamily="18" charset="0"/>
              </a:rPr>
              <a:t> Ray</a:t>
            </a:r>
          </a:p>
          <a:p>
            <a:pPr>
              <a:buNone/>
            </a:pPr>
            <a:r>
              <a:rPr lang="en-US" sz="5600" dirty="0" smtClean="0">
                <a:latin typeface="Cambria" pitchFamily="18" charset="0"/>
              </a:rPr>
              <a:t>No </a:t>
            </a:r>
            <a:r>
              <a:rPr lang="en-US" sz="5600" dirty="0" err="1" smtClean="0">
                <a:latin typeface="Cambria" pitchFamily="18" charset="0"/>
              </a:rPr>
              <a:t>hasambarako</a:t>
            </a:r>
            <a:r>
              <a:rPr lang="en-US" sz="5600" dirty="0" smtClean="0">
                <a:latin typeface="Cambria" pitchFamily="18" charset="0"/>
              </a:rPr>
              <a:t> </a:t>
            </a:r>
            <a:r>
              <a:rPr lang="en-US" sz="5600" dirty="0" err="1" smtClean="0">
                <a:latin typeface="Cambria" pitchFamily="18" charset="0"/>
              </a:rPr>
              <a:t>mandrakizay</a:t>
            </a:r>
            <a:endParaRPr lang="en-US" sz="5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518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57158" y="1071546"/>
            <a:ext cx="8572560" cy="54452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fahasambarana</a:t>
            </a:r>
            <a:r>
              <a:rPr lang="en-US" sz="6600" dirty="0" smtClean="0">
                <a:latin typeface="Cambria" pitchFamily="18" charset="0"/>
              </a:rPr>
              <a:t> be!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518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0" y="642918"/>
            <a:ext cx="9144000" cy="621508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Miombom-pahasamabarana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ary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Amin'ireo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olon-tiako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taty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misaraka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mandrakizay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5400" dirty="0" smtClean="0">
                <a:latin typeface="Cambria" pitchFamily="18" charset="0"/>
              </a:rPr>
              <a:t>No </a:t>
            </a:r>
            <a:r>
              <a:rPr lang="en-US" sz="5400" dirty="0" err="1" smtClean="0">
                <a:latin typeface="Cambria" pitchFamily="18" charset="0"/>
              </a:rPr>
              <a:t>hasambarako</a:t>
            </a:r>
            <a:r>
              <a:rPr lang="en-US" sz="5400" dirty="0" smtClean="0">
                <a:latin typeface="Cambria" pitchFamily="18" charset="0"/>
              </a:rPr>
              <a:t> </a:t>
            </a:r>
            <a:r>
              <a:rPr lang="en-US" sz="5400" dirty="0" err="1" smtClean="0">
                <a:latin typeface="Cambria" pitchFamily="18" charset="0"/>
              </a:rPr>
              <a:t>mandrakizay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11222"/>
          </a:xfrm>
        </p:spPr>
        <p:txBody>
          <a:bodyPr>
            <a:normAutofit/>
          </a:bodyPr>
          <a:lstStyle/>
          <a:p>
            <a:r>
              <a:rPr lang="fr-FR" sz="4000" b="1" dirty="0" err="1" smtClean="0"/>
              <a:t>Hira</a:t>
            </a:r>
            <a:r>
              <a:rPr lang="fr-FR" sz="4000" b="1" dirty="0" smtClean="0"/>
              <a:t> </a:t>
            </a:r>
            <a:r>
              <a:rPr lang="fr-FR" sz="4000" b="1" dirty="0" smtClean="0"/>
              <a:t>518</a:t>
            </a:r>
            <a:endParaRPr lang="fr-FR" sz="4000" b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57158" y="1071546"/>
            <a:ext cx="8572560" cy="544525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Mandrakizay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sambatra</a:t>
            </a:r>
            <a:r>
              <a:rPr lang="en-US" sz="66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fahasambarana</a:t>
            </a:r>
            <a:r>
              <a:rPr lang="en-US" sz="6600" dirty="0" smtClean="0">
                <a:latin typeface="Cambria" pitchFamily="18" charset="0"/>
              </a:rPr>
              <a:t> be!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100</Words>
  <PresentationFormat>Affichage à l'écran (4:3)</PresentationFormat>
  <Paragraphs>25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518</vt:lpstr>
      <vt:lpstr>Hira 518</vt:lpstr>
      <vt:lpstr>Hira 518</vt:lpstr>
      <vt:lpstr>Hira 518</vt:lpstr>
      <vt:lpstr>Hira 518</vt:lpstr>
      <vt:lpstr>Hira 518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530</dc:title>
  <dc:creator>M</dc:creator>
  <cp:lastModifiedBy>M</cp:lastModifiedBy>
  <cp:revision>3</cp:revision>
  <dcterms:created xsi:type="dcterms:W3CDTF">2012-10-10T06:45:31Z</dcterms:created>
  <dcterms:modified xsi:type="dcterms:W3CDTF">2013-07-23T16:03:04Z</dcterms:modified>
</cp:coreProperties>
</file>