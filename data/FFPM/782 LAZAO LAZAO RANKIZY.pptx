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4" r:id="rId9"/>
    <p:sldId id="263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61" d="100"/>
          <a:sy n="61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"</a:t>
            </a:r>
            <a:r>
              <a:rPr lang="fr-FR" sz="6600" dirty="0" err="1" smtClean="0">
                <a:latin typeface="Cambria" pitchFamily="18" charset="0"/>
              </a:rPr>
              <a:t>Lazao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lazao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rankizy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nandaozan'i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fanjakany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honina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tety</a:t>
            </a:r>
            <a:r>
              <a:rPr lang="fr-FR" sz="6600" dirty="0" smtClean="0">
                <a:latin typeface="Cambria" pitchFamily="18" charset="0"/>
              </a:rPr>
              <a:t>".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"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mpampianatray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Hamonjy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handio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bery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nihaviany</a:t>
            </a:r>
            <a:r>
              <a:rPr lang="fr-FR" sz="6600" dirty="0" smtClean="0">
                <a:latin typeface="Cambria" pitchFamily="18" charset="0"/>
              </a:rPr>
              <a:t>".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Mifalia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,:,:</a:t>
            </a:r>
          </a:p>
          <a:p>
            <a:pPr algn="ctr">
              <a:buNone/>
            </a:pP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vonjy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"</a:t>
            </a:r>
            <a:r>
              <a:rPr lang="fr-FR" sz="6600" dirty="0" err="1" smtClean="0">
                <a:latin typeface="Cambria" pitchFamily="18" charset="0"/>
              </a:rPr>
              <a:t>Rankizy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rankizy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Mpitrosa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inona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omenao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trosanao</a:t>
            </a:r>
            <a:r>
              <a:rPr lang="fr-FR" sz="6600" dirty="0" smtClean="0">
                <a:latin typeface="Cambria" pitchFamily="18" charset="0"/>
              </a:rPr>
              <a:t>?"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"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mpampianatray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amam</a:t>
            </a:r>
            <a:r>
              <a:rPr lang="fr-FR" sz="6600" dirty="0" smtClean="0">
                <a:latin typeface="Cambria" pitchFamily="18" charset="0"/>
              </a:rPr>
              <a:t>-po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Homenay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Azy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velona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".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Mifalia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,:,:</a:t>
            </a:r>
          </a:p>
          <a:p>
            <a:pPr algn="ctr">
              <a:buNone/>
            </a:pP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vonjy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"</a:t>
            </a:r>
            <a:r>
              <a:rPr lang="fr-FR" sz="6600" dirty="0" err="1" smtClean="0">
                <a:latin typeface="Cambria" pitchFamily="18" charset="0"/>
              </a:rPr>
              <a:t>Rankizy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rankizy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Hamonjy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handray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?"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"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mpampianatray</a:t>
            </a:r>
            <a:r>
              <a:rPr lang="fr-FR" sz="6600" dirty="0" smtClean="0">
                <a:latin typeface="Cambria" pitchFamily="18" charset="0"/>
              </a:rPr>
              <a:t> ô!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Matoky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avotray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Mifalia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,:,:</a:t>
            </a:r>
          </a:p>
          <a:p>
            <a:pPr algn="ctr">
              <a:buNone/>
            </a:pP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vonjy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"</a:t>
            </a:r>
            <a:r>
              <a:rPr lang="fr-FR" sz="6600" dirty="0" err="1" smtClean="0">
                <a:latin typeface="Cambria" pitchFamily="18" charset="0"/>
              </a:rPr>
              <a:t>Rankizy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angataho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indrafony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Mpamonjy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iantrao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ô!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Henoy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henoy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Na </a:t>
            </a:r>
            <a:r>
              <a:rPr lang="fr-FR" sz="6600" dirty="0" err="1" smtClean="0">
                <a:latin typeface="Cambria" pitchFamily="18" charset="0"/>
              </a:rPr>
              <a:t>kely</a:t>
            </a:r>
            <a:r>
              <a:rPr lang="fr-FR" sz="6600" dirty="0" smtClean="0">
                <a:latin typeface="Cambria" pitchFamily="18" charset="0"/>
              </a:rPr>
              <a:t> na </a:t>
            </a:r>
            <a:r>
              <a:rPr lang="fr-FR" sz="6600" dirty="0" err="1" smtClean="0">
                <a:latin typeface="Cambria" pitchFamily="18" charset="0"/>
              </a:rPr>
              <a:t>vaventy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mitaraina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:"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Mifalia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,:,:</a:t>
            </a:r>
          </a:p>
          <a:p>
            <a:pPr algn="ctr">
              <a:buNone/>
            </a:pP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vonjy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antsika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aty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207</Words>
  <PresentationFormat>Affichage à l'écran (4:3)</PresentationFormat>
  <Paragraphs>55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782</vt:lpstr>
      <vt:lpstr>HIRA 782</vt:lpstr>
      <vt:lpstr>HIRA 782</vt:lpstr>
      <vt:lpstr>HIRA 782</vt:lpstr>
      <vt:lpstr>HIRA 782</vt:lpstr>
      <vt:lpstr>HIRA 782</vt:lpstr>
      <vt:lpstr>HIRA 782</vt:lpstr>
      <vt:lpstr>HIRA 782</vt:lpstr>
      <vt:lpstr>HIRA 782</vt:lpstr>
      <vt:lpstr>HIRA 782</vt:lpstr>
      <vt:lpstr>HIRA 782</vt:lpstr>
      <vt:lpstr>HIRA 782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16</cp:revision>
  <dcterms:created xsi:type="dcterms:W3CDTF">2012-12-02T01:28:21Z</dcterms:created>
  <dcterms:modified xsi:type="dcterms:W3CDTF">2013-05-20T15:57:08Z</dcterms:modified>
</cp:coreProperties>
</file>