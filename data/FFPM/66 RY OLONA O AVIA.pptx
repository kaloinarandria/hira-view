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31" d="100"/>
          <a:sy n="31" d="100"/>
        </p:scale>
        <p:origin x="-78" y="-3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02/07/2013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1.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mifalia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Mbahenoy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teninay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Tomponay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an-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tranon'omby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.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Andeha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mitsaoka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Azy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2.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olona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avia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tany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mifalia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Mba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henoy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havanay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Misy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Zaza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hitanay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Zanak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'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Andriamanitra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Hamoha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indray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lanitra</a:t>
            </a:r>
            <a:endParaRPr lang="en-U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3.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Kristiana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ô,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hobio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Resy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izao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rafinao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Afaka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ota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n-U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hianao</a:t>
            </a:r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,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0" y="0"/>
            <a:ext cx="7658128" cy="1000108"/>
          </a:xfrm>
        </p:spPr>
        <p:txBody>
          <a:bodyPr/>
          <a:lstStyle/>
          <a:p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HIRA </a:t>
            </a:r>
            <a:r>
              <a:rPr lang="fr-FR" b="1" dirty="0" smtClean="0">
                <a:solidFill>
                  <a:srgbClr val="002060"/>
                </a:solidFill>
                <a:latin typeface="Cambria" pitchFamily="18" charset="0"/>
              </a:rPr>
              <a:t>66</a:t>
            </a:r>
            <a:endParaRPr lang="fr-FR" b="1" dirty="0">
              <a:solidFill>
                <a:srgbClr val="002060"/>
              </a:solidFill>
              <a:latin typeface="Cambria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0" y="1142984"/>
            <a:ext cx="9144000" cy="5715016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Fahasoavan-dehibe</a:t>
            </a:r>
            <a:endParaRPr lang="es-E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  <a:p>
            <a:pPr>
              <a:buNone/>
            </a:pP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No </a:t>
            </a: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ho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anjaranao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anie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:</a:t>
            </a:r>
          </a:p>
          <a:p>
            <a:pPr>
              <a:buNone/>
            </a:pP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ny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Tompo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</a:p>
          <a:p>
            <a:pPr>
              <a:buNone/>
            </a:pP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Teraka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 </a:t>
            </a:r>
            <a:r>
              <a:rPr lang="es-ES" sz="6600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Jeso</a:t>
            </a:r>
            <a:r>
              <a:rPr lang="es-E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mbria" pitchFamily="18" charset="0"/>
              </a:rPr>
              <a:t>!</a:t>
            </a:r>
            <a:endParaRPr lang="es-ES" sz="6600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mbria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120</Words>
  <PresentationFormat>Affichage à l'écran (4:3)</PresentationFormat>
  <Paragraphs>30</Paragraphs>
  <Slides>6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7" baseType="lpstr">
      <vt:lpstr>Thème Office</vt:lpstr>
      <vt:lpstr>HIRA 66</vt:lpstr>
      <vt:lpstr>HIRA 66</vt:lpstr>
      <vt:lpstr>HIRA 66</vt:lpstr>
      <vt:lpstr>HIRA 66</vt:lpstr>
      <vt:lpstr>HIRA 66</vt:lpstr>
      <vt:lpstr>HIRA 66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67</dc:title>
  <dc:creator>M</dc:creator>
  <cp:lastModifiedBy>M</cp:lastModifiedBy>
  <cp:revision>9</cp:revision>
  <dcterms:created xsi:type="dcterms:W3CDTF">2012-12-08T21:18:35Z</dcterms:created>
  <dcterms:modified xsi:type="dcterms:W3CDTF">2013-07-02T12:23:12Z</dcterms:modified>
</cp:coreProperties>
</file>