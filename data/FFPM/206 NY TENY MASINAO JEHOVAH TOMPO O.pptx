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2976" y="0"/>
            <a:ext cx="749808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642910" y="357166"/>
            <a:ext cx="8501090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masinao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Jehovah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ô !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Nampanoratinao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mpanomponao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tiako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tanako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lova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fananako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45920" y="0"/>
            <a:ext cx="6069352" cy="642942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642910" y="428604"/>
            <a:ext cx="8501090" cy="642939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masinao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noteneninao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Milaza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amiko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hasoavanao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harena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atolotrao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entiko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hidera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285728"/>
            <a:ext cx="9072626" cy="657227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masinao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Andriamanitraô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Maneho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fitia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Nataon'ny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Zanakao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maty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Kalvary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Hamonjy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mpanota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ety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9144064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masinao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mampianatra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saiko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mahay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hahafantatra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zavatra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miafina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momba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hasoavanao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5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357166"/>
            <a:ext cx="8786842" cy="650083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masinao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mety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lo;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ambarany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 to,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levona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206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121</Words>
  <PresentationFormat>Affichage à l'écran (4:3)</PresentationFormat>
  <Paragraphs>35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206</vt:lpstr>
      <vt:lpstr>HIRA 206</vt:lpstr>
      <vt:lpstr>HIRA 206</vt:lpstr>
      <vt:lpstr>HIRA 206</vt:lpstr>
      <vt:lpstr>HIRA 206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206: 1, 3</dc:title>
  <dc:creator>M</dc:creator>
  <cp:lastModifiedBy>M</cp:lastModifiedBy>
  <cp:revision>8</cp:revision>
  <dcterms:created xsi:type="dcterms:W3CDTF">2012-10-02T21:07:15Z</dcterms:created>
  <dcterms:modified xsi:type="dcterms:W3CDTF">2014-06-03T19:52:02Z</dcterms:modified>
</cp:coreProperties>
</file>