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5" r:id="rId6"/>
    <p:sldId id="274" r:id="rId7"/>
    <p:sldId id="277" r:id="rId8"/>
    <p:sldId id="278" r:id="rId9"/>
    <p:sldId id="276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71472" y="857232"/>
            <a:ext cx="8572528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Anao ny dera,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 Zanaky ny Ray, 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 ny fandresena,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 Mpanjakanay.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71472" y="857232"/>
            <a:ext cx="8572528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 fasana nivoha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noho ny herinao,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 Anaranao Tsitoha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 voatana tao.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71472" y="857232"/>
            <a:ext cx="8572528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Anao ny dera,</a:t>
            </a:r>
          </a:p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 Zanaky ny Ray, </a:t>
            </a:r>
          </a:p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 ny fandresena, </a:t>
            </a:r>
          </a:p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 Mpanjakanay.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71472" y="857232"/>
            <a:ext cx="857252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Hianao nandresy, 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lao re ny fasana;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 fanjakan'ny ota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 ho lasana.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71472" y="785794"/>
            <a:ext cx="857252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 herin'ny Satana, vato nikodia,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 Anaranao nandresy </a:t>
            </a:r>
          </a:p>
          <a:p>
            <a:pPr>
              <a:buNone/>
            </a:pPr>
            <a:r>
              <a:rPr lang="sv-SE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haharitra doria,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71472" y="857232"/>
            <a:ext cx="8572528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Anao ny dera,</a:t>
            </a:r>
          </a:p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 Zanaky ny Ray, </a:t>
            </a:r>
          </a:p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 ny fandresena, </a:t>
            </a:r>
          </a:p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 Mpanjakanay.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71472" y="857232"/>
            <a:ext cx="857252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He,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ravo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santatra</a:t>
            </a:r>
            <a:endParaRPr lang="es-ES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Izaho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hifoha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sambatra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71472" y="857232"/>
            <a:ext cx="857252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fandresen'i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lovako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Anarany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Tsitoha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hanangana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ahy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</a:t>
            </a:r>
            <a:r>
              <a:rPr lang="es-E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71472" y="857232"/>
            <a:ext cx="8572528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Anao ny dera,</a:t>
            </a:r>
          </a:p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 Zanaky ny Ray, </a:t>
            </a:r>
          </a:p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 ny fandresena, </a:t>
            </a:r>
          </a:p>
          <a:p>
            <a:pPr>
              <a:buNone/>
            </a:pPr>
            <a:r>
              <a:rPr lang="sv-SE" sz="7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 Mpanjakanay.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163</Words>
  <Application>Microsoft Office PowerPoint</Application>
  <PresentationFormat>Affichage à l'écran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Thème Office</vt:lpstr>
      <vt:lpstr>Hira 146</vt:lpstr>
      <vt:lpstr>Hira 146</vt:lpstr>
      <vt:lpstr>Hira 146</vt:lpstr>
      <vt:lpstr>Hira 146</vt:lpstr>
      <vt:lpstr>Hira 146</vt:lpstr>
      <vt:lpstr>Hira 146</vt:lpstr>
      <vt:lpstr>Hira 146</vt:lpstr>
      <vt:lpstr>Hira 146</vt:lpstr>
      <vt:lpstr>Hira 146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c060</cp:lastModifiedBy>
  <cp:revision>4</cp:revision>
  <dcterms:created xsi:type="dcterms:W3CDTF">2012-11-04T17:23:48Z</dcterms:created>
  <dcterms:modified xsi:type="dcterms:W3CDTF">2016-03-26T08:02:23Z</dcterms:modified>
</cp:coreProperties>
</file>