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18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84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429784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He ! Be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hasoavana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tonga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fotoana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Kristy </a:t>
            </a:r>
            <a:r>
              <a:rPr lang="en-US" sz="7200" dirty="0" err="1" smtClean="0">
                <a:latin typeface="Cambria" pitchFamily="18" charset="0"/>
              </a:rPr>
              <a:t>Tompo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teraka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Hamonjy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hanavotra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84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429784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2.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fahotan'ny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olona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lova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tamin-drazana</a:t>
            </a:r>
            <a:r>
              <a:rPr lang="en-US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Isika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trany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avokoa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very re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aina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soa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84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928694"/>
            <a:ext cx="9858412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3. </a:t>
            </a:r>
            <a:r>
              <a:rPr lang="en-US" sz="7200" dirty="0" err="1" smtClean="0">
                <a:latin typeface="Cambria" pitchFamily="18" charset="0"/>
              </a:rPr>
              <a:t>Inty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Zaza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Masina</a:t>
            </a:r>
            <a:r>
              <a:rPr lang="en-US" sz="7200" dirty="0" smtClean="0">
                <a:latin typeface="Cambria" pitchFamily="18" charset="0"/>
              </a:rPr>
              <a:t> e,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neken'ny</a:t>
            </a:r>
            <a:r>
              <a:rPr lang="en-US" sz="7200" dirty="0" smtClean="0">
                <a:latin typeface="Cambria" pitchFamily="18" charset="0"/>
              </a:rPr>
              <a:t> Rainy hoe: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"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Zanako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Malalako</a:t>
            </a:r>
            <a:r>
              <a:rPr lang="en-US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'</a:t>
            </a:r>
            <a:r>
              <a:rPr lang="en-US" sz="7200" dirty="0" err="1" smtClean="0">
                <a:latin typeface="Cambria" pitchFamily="18" charset="0"/>
              </a:rPr>
              <a:t>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mamiko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sitrako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smtClean="0">
                <a:solidFill>
                  <a:srgbClr val="0070C0"/>
                </a:solidFill>
                <a:latin typeface="Cambria" pitchFamily="18" charset="0"/>
              </a:rPr>
              <a:t>HIRA 84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429784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4. Ny dera eran-danitra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Omeo an'Andriamanitra,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'Zay nahafoy ny Zanany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Hanavotra ny olony.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87</Words>
  <PresentationFormat>Affichage à l'écran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84</vt:lpstr>
      <vt:lpstr>HIRA 84</vt:lpstr>
      <vt:lpstr>HIRA 84</vt:lpstr>
      <vt:lpstr>HIRA 84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68</dc:title>
  <dc:creator>M</dc:creator>
  <cp:lastModifiedBy>M</cp:lastModifiedBy>
  <cp:revision>14</cp:revision>
  <dcterms:created xsi:type="dcterms:W3CDTF">2012-12-08T21:27:25Z</dcterms:created>
  <dcterms:modified xsi:type="dcterms:W3CDTF">2013-07-02T16:36:19Z</dcterms:modified>
</cp:coreProperties>
</file>