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làlana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Jehovah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iankinana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jiroko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hanjo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takona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ianinako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nalahatrao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Na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haingana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voatendrinao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te-hifidy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Kristy </a:t>
            </a:r>
            <a:r>
              <a:rPr lang="en-US" sz="6600" dirty="0" err="1" smtClean="0">
                <a:latin typeface="Cambria" pitchFamily="18" charset="0"/>
              </a:rPr>
              <a:t>ivelomako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mitoetra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tombondahiko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Fodiana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fanompoako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mahavesatra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te-hiala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antsoinao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androko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lavitra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mody</a:t>
            </a:r>
            <a:r>
              <a:rPr lang="en-US" sz="6600" dirty="0" smtClean="0">
                <a:latin typeface="Cambria" pitchFamily="18" charset="0"/>
              </a:rPr>
              <a:t> any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sasatra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sitrako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Jehovah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andrasako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tokiko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139</Words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561</vt:lpstr>
      <vt:lpstr>HIRA 561</vt:lpstr>
      <vt:lpstr>HIRA 561</vt:lpstr>
      <vt:lpstr>HIRA 561</vt:lpstr>
      <vt:lpstr>HIRA 561</vt:lpstr>
      <vt:lpstr>HIRA 561</vt:lpstr>
      <vt:lpstr>HIRA 561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2</cp:revision>
  <dcterms:created xsi:type="dcterms:W3CDTF">2012-12-08T21:04:49Z</dcterms:created>
  <dcterms:modified xsi:type="dcterms:W3CDTF">2013-02-02T06:25:20Z</dcterms:modified>
</cp:coreProperties>
</file>