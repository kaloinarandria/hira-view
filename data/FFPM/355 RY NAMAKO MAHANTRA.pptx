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23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08/12/2012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08/12/2012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08/12/2012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08/12/2012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08/12/2012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08/12/2012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08/12/2012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08/12/2012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08/12/2012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08/12/2012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08/12/2012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08/12/2012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fr-FR" dirty="0" smtClean="0"/>
              <a:t>HIRA 355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000108"/>
            <a:ext cx="8686800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1. </a:t>
            </a: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namako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mahantra</a:t>
            </a:r>
            <a:r>
              <a:rPr lang="en-US" sz="6000" dirty="0" smtClean="0">
                <a:latin typeface="Cambria" pitchFamily="18" charset="0"/>
              </a:rPr>
              <a:t> 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Manaram-po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izao</a:t>
            </a:r>
            <a:r>
              <a:rPr lang="en-US" sz="6000" dirty="0" smtClean="0">
                <a:latin typeface="Cambria" pitchFamily="18" charset="0"/>
              </a:rPr>
              <a:t>! 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ota</a:t>
            </a:r>
            <a:r>
              <a:rPr lang="en-US" sz="6000" dirty="0" smtClean="0">
                <a:latin typeface="Cambria" pitchFamily="18" charset="0"/>
              </a:rPr>
              <a:t> no </a:t>
            </a:r>
            <a:r>
              <a:rPr lang="en-US" sz="6000" dirty="0" err="1" smtClean="0">
                <a:latin typeface="Cambria" pitchFamily="18" charset="0"/>
              </a:rPr>
              <a:t>mandratra</a:t>
            </a:r>
            <a:r>
              <a:rPr lang="en-US" sz="6000" dirty="0" smtClean="0">
                <a:latin typeface="Cambria" pitchFamily="18" charset="0"/>
              </a:rPr>
              <a:t>, 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Sao </a:t>
            </a:r>
            <a:r>
              <a:rPr lang="en-US" sz="6000" dirty="0" err="1" smtClean="0">
                <a:latin typeface="Cambria" pitchFamily="18" charset="0"/>
              </a:rPr>
              <a:t>simba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hianao</a:t>
            </a:r>
            <a:r>
              <a:rPr lang="en-US" sz="6000" dirty="0" smtClean="0">
                <a:latin typeface="Cambria" pitchFamily="18" charset="0"/>
              </a:rPr>
              <a:t>; 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fr-FR" dirty="0" smtClean="0"/>
              <a:t>HIRA 355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000108"/>
            <a:ext cx="8686800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Izay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rehetra</a:t>
            </a:r>
            <a:r>
              <a:rPr lang="en-US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Ho </a:t>
            </a:r>
            <a:r>
              <a:rPr lang="en-US" sz="6000" dirty="0" err="1" smtClean="0">
                <a:latin typeface="Cambria" pitchFamily="18" charset="0"/>
              </a:rPr>
              <a:t>lasa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avokoa</a:t>
            </a:r>
            <a:r>
              <a:rPr lang="en-US" sz="60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misy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fetra</a:t>
            </a:r>
            <a:r>
              <a:rPr lang="en-US" sz="60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Ho </a:t>
            </a:r>
            <a:r>
              <a:rPr lang="en-US" sz="6000" dirty="0" err="1" smtClean="0">
                <a:latin typeface="Cambria" pitchFamily="18" charset="0"/>
              </a:rPr>
              <a:t>levona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avokoa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fr-FR" dirty="0" smtClean="0"/>
              <a:t>HIRA 355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000108"/>
            <a:ext cx="8686800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2.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Tompo</a:t>
            </a:r>
            <a:r>
              <a:rPr lang="en-US" sz="6000" dirty="0" smtClean="0">
                <a:latin typeface="Cambria" pitchFamily="18" charset="0"/>
              </a:rPr>
              <a:t> be </a:t>
            </a:r>
            <a:r>
              <a:rPr lang="en-US" sz="6000" dirty="0" err="1" smtClean="0">
                <a:latin typeface="Cambria" pitchFamily="18" charset="0"/>
              </a:rPr>
              <a:t>fiantra</a:t>
            </a:r>
            <a:r>
              <a:rPr lang="en-US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Mangora-po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tokoa</a:t>
            </a:r>
            <a:r>
              <a:rPr lang="en-US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Mahita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mahantra</a:t>
            </a:r>
            <a:r>
              <a:rPr lang="en-US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mahita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soa</a:t>
            </a:r>
            <a:r>
              <a:rPr lang="en-US" sz="6000" dirty="0" smtClean="0">
                <a:latin typeface="Cambria" pitchFamily="18" charset="0"/>
              </a:rPr>
              <a:t>;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fr-FR" dirty="0" smtClean="0"/>
              <a:t>HIRA 355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000108"/>
            <a:ext cx="8686800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Natolony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ainy</a:t>
            </a:r>
            <a:r>
              <a:rPr lang="en-US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Ho </a:t>
            </a:r>
            <a:r>
              <a:rPr lang="en-US" sz="6000" dirty="0" err="1" smtClean="0">
                <a:latin typeface="Cambria" pitchFamily="18" charset="0"/>
              </a:rPr>
              <a:t>vidin'ny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ainao</a:t>
            </a:r>
            <a:r>
              <a:rPr lang="en-US" sz="60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Nalatsany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rany</a:t>
            </a:r>
            <a:r>
              <a:rPr lang="en-US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hanadio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anao</a:t>
            </a:r>
            <a:r>
              <a:rPr lang="en-US" sz="60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fr-FR" dirty="0" smtClean="0"/>
              <a:t>HIRA 355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000108"/>
            <a:ext cx="8686800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3.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Tompo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malahelo</a:t>
            </a:r>
            <a:r>
              <a:rPr lang="en-US" sz="60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foiny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hianao</a:t>
            </a:r>
            <a:r>
              <a:rPr lang="en-US" sz="60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feo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mamelovelo</a:t>
            </a:r>
            <a:r>
              <a:rPr lang="en-US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Mibitsika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aminao</a:t>
            </a:r>
            <a:r>
              <a:rPr lang="en-US" sz="6000" dirty="0" smtClean="0">
                <a:latin typeface="Cambria" pitchFamily="18" charset="0"/>
              </a:rPr>
              <a:t>;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00108"/>
          </a:xfrm>
        </p:spPr>
        <p:txBody>
          <a:bodyPr/>
          <a:lstStyle/>
          <a:p>
            <a:r>
              <a:rPr lang="fr-FR" dirty="0" smtClean="0"/>
              <a:t>HIRA 355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57200" y="1000108"/>
            <a:ext cx="8686800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Onena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fony</a:t>
            </a:r>
            <a:r>
              <a:rPr lang="en-US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Ka </a:t>
            </a:r>
            <a:r>
              <a:rPr lang="en-US" sz="6000" dirty="0" err="1" smtClean="0">
                <a:latin typeface="Cambria" pitchFamily="18" charset="0"/>
              </a:rPr>
              <a:t>mitaraina</a:t>
            </a:r>
            <a:r>
              <a:rPr lang="en-US" sz="6000" dirty="0" smtClean="0">
                <a:latin typeface="Cambria" pitchFamily="18" charset="0"/>
              </a:rPr>
              <a:t> hoe: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ota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ajanony</a:t>
            </a:r>
            <a:r>
              <a:rPr lang="en-US" sz="6000" dirty="0" smtClean="0">
                <a:latin typeface="Cambria" pitchFamily="18" charset="0"/>
              </a:rPr>
              <a:t>.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ajanony</a:t>
            </a:r>
            <a:r>
              <a:rPr lang="en-US" sz="6000" dirty="0" smtClean="0">
                <a:latin typeface="Cambria" pitchFamily="18" charset="0"/>
              </a:rPr>
              <a:t> re!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355</vt:lpstr>
      <vt:lpstr>HIRA 355</vt:lpstr>
      <vt:lpstr>HIRA 355</vt:lpstr>
      <vt:lpstr>HIRA 355</vt:lpstr>
      <vt:lpstr>HIRA 355</vt:lpstr>
      <vt:lpstr>HIRA 355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355</dc:title>
  <dc:creator>M</dc:creator>
  <cp:lastModifiedBy>M</cp:lastModifiedBy>
  <cp:revision>1</cp:revision>
  <dcterms:created xsi:type="dcterms:W3CDTF">2012-12-08T19:52:36Z</dcterms:created>
  <dcterms:modified xsi:type="dcterms:W3CDTF">2012-12-08T19:53:09Z</dcterms:modified>
</cp:coreProperties>
</file>