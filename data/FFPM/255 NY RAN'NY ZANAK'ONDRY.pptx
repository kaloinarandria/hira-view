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62" r:id="rId7"/>
    <p:sldId id="259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19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07/06/2015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5565284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255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Zanakondry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latsaka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Namelona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Golgota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5565284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255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vatofantsika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Maharitra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tafio-drivotra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5851036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255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voaratra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otako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heriko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5851036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255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nalatsaka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nahitako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fahasitranana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214290"/>
            <a:ext cx="8858280" cy="6643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mamiko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misaraka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amiko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214290"/>
            <a:ext cx="8858280" cy="6643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Zanakondry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Manavotra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Ray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45920" y="0"/>
            <a:ext cx="5497848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255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66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ketraka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kivy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Velomiko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indray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hirako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45920" y="0"/>
            <a:ext cx="5497848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255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348" y="785794"/>
            <a:ext cx="864399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amin'i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afaka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tahotra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98</Words>
  <PresentationFormat>Affichage à l'écran (4:3)</PresentationFormat>
  <Paragraphs>25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255</vt:lpstr>
      <vt:lpstr>HIRA 255</vt:lpstr>
      <vt:lpstr>HIRA 255</vt:lpstr>
      <vt:lpstr>HIRA 255</vt:lpstr>
      <vt:lpstr>Diapositive 5</vt:lpstr>
      <vt:lpstr>Diapositive 6</vt:lpstr>
      <vt:lpstr>HIRA 255</vt:lpstr>
      <vt:lpstr>HIRA 255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255</dc:title>
  <dc:creator>M</dc:creator>
  <cp:lastModifiedBy>M</cp:lastModifiedBy>
  <cp:revision>6</cp:revision>
  <dcterms:created xsi:type="dcterms:W3CDTF">2012-10-21T18:55:32Z</dcterms:created>
  <dcterms:modified xsi:type="dcterms:W3CDTF">2015-06-07T05:02:09Z</dcterms:modified>
</cp:coreProperties>
</file>