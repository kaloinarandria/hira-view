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59" r:id="rId5"/>
    <p:sldId id="258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4" d="100"/>
          <a:sy n="64" d="100"/>
        </p:scale>
        <p:origin x="-522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06/12/2014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06/12/2014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06/12/2014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06/12/2014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06/12/2014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06/12/2014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06/12/2014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06/12/2014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06/12/2014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06/12/2014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06/12/2014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06/12/2014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28728" y="0"/>
            <a:ext cx="5643602" cy="1143000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52</a:t>
            </a:r>
            <a:endParaRPr lang="fr-FR" dirty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000108"/>
            <a:ext cx="9501222" cy="5857892"/>
          </a:xfrm>
        </p:spPr>
        <p:txBody>
          <a:bodyPr>
            <a:noAutofit/>
          </a:bodyPr>
          <a:lstStyle/>
          <a:p>
            <a:pPr marL="996696" indent="-914400">
              <a:buNone/>
            </a:pP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1.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Efa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akaiky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Jeso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Tompo</a:t>
            </a:r>
            <a:endParaRPr lang="en-US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 marL="996696" indent="-914400"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Haka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Anao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endParaRPr lang="en-US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 marL="996696" indent="-914400"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Indro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tamy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Kristy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Tompo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 marL="996696" indent="-914400"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Avy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ho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anao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28728" y="0"/>
            <a:ext cx="6357982" cy="11430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52</a:t>
            </a:r>
            <a:endParaRPr lang="fr-FR" b="1" dirty="0" smtClean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1000108"/>
            <a:ext cx="8929718" cy="5857892"/>
          </a:xfrm>
        </p:spPr>
        <p:txBody>
          <a:bodyPr vert="horz" lIns="91440" tIns="45720" rIns="91440" bIns="45720" rtlCol="0">
            <a:noAutofit/>
          </a:bodyPr>
          <a:lstStyle/>
          <a:p>
            <a:pPr marL="996696" indent="-914400">
              <a:buNone/>
            </a:pPr>
            <a:r>
              <a:rPr lang="pt-BR" sz="6000" b="1" dirty="0" smtClean="0">
                <a:solidFill>
                  <a:srgbClr val="002060"/>
                </a:solidFill>
                <a:latin typeface="Cambria" pitchFamily="18" charset="0"/>
              </a:rPr>
              <a:t>Dia tano mafy tsara</a:t>
            </a:r>
          </a:p>
          <a:p>
            <a:pPr marL="996696" indent="-914400">
              <a:buNone/>
            </a:pPr>
            <a:r>
              <a:rPr lang="pt-BR" sz="6000" b="1" dirty="0" smtClean="0">
                <a:solidFill>
                  <a:srgbClr val="002060"/>
                </a:solidFill>
                <a:latin typeface="Cambria" pitchFamily="18" charset="0"/>
              </a:rPr>
              <a:t>‘zay anananao;</a:t>
            </a:r>
          </a:p>
          <a:p>
            <a:pPr marL="996696" indent="-914400">
              <a:buNone/>
            </a:pPr>
            <a:r>
              <a:rPr lang="pt-BR" sz="6000" b="1" dirty="0" smtClean="0">
                <a:solidFill>
                  <a:srgbClr val="002060"/>
                </a:solidFill>
                <a:latin typeface="Cambria" pitchFamily="18" charset="0"/>
              </a:rPr>
              <a:t>Lova soa, tsara fara,</a:t>
            </a:r>
          </a:p>
          <a:p>
            <a:pPr marL="996696" indent="-914400">
              <a:buNone/>
            </a:pPr>
            <a:r>
              <a:rPr lang="pt-BR" sz="6000" b="1" dirty="0" smtClean="0">
                <a:solidFill>
                  <a:srgbClr val="002060"/>
                </a:solidFill>
                <a:latin typeface="Cambria" pitchFamily="18" charset="0"/>
              </a:rPr>
              <a:t>Indro, ho anao.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28728" y="0"/>
            <a:ext cx="6000792" cy="11430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52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28596" y="785794"/>
            <a:ext cx="8715404" cy="5786454"/>
          </a:xfrm>
        </p:spPr>
        <p:txBody>
          <a:bodyPr vert="horz" lIns="91440" tIns="45720" rIns="91440" bIns="45720" rtlCol="0">
            <a:noAutofit/>
          </a:bodyPr>
          <a:lstStyle/>
          <a:p>
            <a:pPr marL="996696" indent="-914400">
              <a:buNone/>
            </a:pP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2.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Efa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akaiky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Mpitsara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 marL="996696" indent="-914400"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Izay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hitsara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anao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;</a:t>
            </a:r>
          </a:p>
          <a:p>
            <a:pPr marL="996696" indent="-914400"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Jeso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Kristy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raiso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tsara</a:t>
            </a:r>
            <a:endParaRPr lang="en-US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 marL="996696" indent="-914400"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ho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havanao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28728" y="0"/>
            <a:ext cx="7498080" cy="1143000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52</a:t>
            </a:r>
            <a:endParaRPr lang="fr-FR" dirty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1071546"/>
            <a:ext cx="8858280" cy="5786454"/>
          </a:xfrm>
        </p:spPr>
        <p:txBody>
          <a:bodyPr vert="horz" lIns="91440" tIns="45720" rIns="91440" bIns="45720" rtlCol="0">
            <a:noAutofit/>
          </a:bodyPr>
          <a:lstStyle/>
          <a:p>
            <a:pPr marL="996696" indent="-914400">
              <a:buNone/>
            </a:pPr>
            <a:r>
              <a:rPr lang="pt-BR" sz="6000" b="1" dirty="0" smtClean="0">
                <a:solidFill>
                  <a:srgbClr val="002060"/>
                </a:solidFill>
                <a:latin typeface="Cambria" pitchFamily="18" charset="0"/>
              </a:rPr>
              <a:t>Dia tano mafy tsara</a:t>
            </a:r>
          </a:p>
          <a:p>
            <a:pPr marL="996696" indent="-914400">
              <a:buNone/>
            </a:pPr>
            <a:r>
              <a:rPr lang="pt-BR" sz="6000" b="1" dirty="0" smtClean="0">
                <a:solidFill>
                  <a:srgbClr val="002060"/>
                </a:solidFill>
                <a:latin typeface="Cambria" pitchFamily="18" charset="0"/>
              </a:rPr>
              <a:t>‘zay anananao;</a:t>
            </a:r>
          </a:p>
          <a:p>
            <a:pPr marL="996696" indent="-914400">
              <a:buNone/>
            </a:pPr>
            <a:r>
              <a:rPr lang="pt-BR" sz="6000" b="1" dirty="0" smtClean="0">
                <a:solidFill>
                  <a:srgbClr val="002060"/>
                </a:solidFill>
                <a:latin typeface="Cambria" pitchFamily="18" charset="0"/>
              </a:rPr>
              <a:t>Lova soa, tsara fara,</a:t>
            </a:r>
          </a:p>
          <a:p>
            <a:pPr marL="996696" indent="-914400">
              <a:buNone/>
            </a:pPr>
            <a:r>
              <a:rPr lang="pt-BR" sz="6000" b="1" dirty="0" smtClean="0">
                <a:solidFill>
                  <a:srgbClr val="002060"/>
                </a:solidFill>
                <a:latin typeface="Cambria" pitchFamily="18" charset="0"/>
              </a:rPr>
              <a:t>Indro, ho anao.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28728" y="0"/>
            <a:ext cx="6286544" cy="1143000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52</a:t>
            </a:r>
            <a:endParaRPr lang="fr-FR" dirty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857232"/>
            <a:ext cx="8929718" cy="5786454"/>
          </a:xfrm>
        </p:spPr>
        <p:txBody>
          <a:bodyPr vert="horz" lIns="91440" tIns="45720" rIns="91440" bIns="45720" rtlCol="0">
            <a:noAutofit/>
          </a:bodyPr>
          <a:lstStyle/>
          <a:p>
            <a:pPr marL="996696" indent="-914400">
              <a:buNone/>
            </a:pP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3.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Efa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akaiky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Mpamonjy</a:t>
            </a:r>
            <a:endParaRPr lang="en-US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 marL="996696" indent="-914400">
              <a:buNone/>
            </a:pP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Ta-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handray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anao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;</a:t>
            </a:r>
          </a:p>
          <a:p>
            <a:pPr marL="996696" indent="-914400"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Jeso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Kristy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mahavonjy</a:t>
            </a:r>
            <a:endParaRPr lang="en-US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 marL="996696" indent="-914400">
              <a:buNone/>
            </a:pP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No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sakaizanao</a:t>
            </a:r>
            <a:endParaRPr lang="en-US" sz="6000" b="1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28728" y="0"/>
            <a:ext cx="6072230" cy="1143000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52</a:t>
            </a:r>
            <a:endParaRPr lang="fr-FR" dirty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785794"/>
            <a:ext cx="8501122" cy="5857892"/>
          </a:xfrm>
        </p:spPr>
        <p:txBody>
          <a:bodyPr vert="horz" lIns="91440" tIns="45720" rIns="91440" bIns="45720" rtlCol="0">
            <a:noAutofit/>
          </a:bodyPr>
          <a:lstStyle/>
          <a:p>
            <a:pPr marL="996696" indent="-914400">
              <a:buNone/>
            </a:pPr>
            <a:r>
              <a:rPr lang="pt-BR" sz="6000" b="1" dirty="0" smtClean="0">
                <a:solidFill>
                  <a:srgbClr val="002060"/>
                </a:solidFill>
                <a:latin typeface="Cambria" pitchFamily="18" charset="0"/>
              </a:rPr>
              <a:t>Dia tano mafy tsara</a:t>
            </a:r>
          </a:p>
          <a:p>
            <a:pPr marL="996696" indent="-914400">
              <a:buNone/>
            </a:pPr>
            <a:r>
              <a:rPr lang="pt-BR" sz="6000" b="1" dirty="0" smtClean="0">
                <a:solidFill>
                  <a:srgbClr val="002060"/>
                </a:solidFill>
                <a:latin typeface="Cambria" pitchFamily="18" charset="0"/>
              </a:rPr>
              <a:t>‘zay anananao;</a:t>
            </a:r>
          </a:p>
          <a:p>
            <a:pPr marL="996696" indent="-914400">
              <a:buNone/>
            </a:pPr>
            <a:r>
              <a:rPr lang="pt-BR" sz="6000" b="1" dirty="0" smtClean="0">
                <a:solidFill>
                  <a:srgbClr val="002060"/>
                </a:solidFill>
                <a:latin typeface="Cambria" pitchFamily="18" charset="0"/>
              </a:rPr>
              <a:t>Lova soa, tsara fara,</a:t>
            </a:r>
          </a:p>
          <a:p>
            <a:pPr marL="996696" indent="-914400">
              <a:buNone/>
            </a:pPr>
            <a:r>
              <a:rPr lang="pt-BR" sz="6000" b="1" dirty="0" smtClean="0">
                <a:solidFill>
                  <a:srgbClr val="002060"/>
                </a:solidFill>
                <a:latin typeface="Cambria" pitchFamily="18" charset="0"/>
              </a:rPr>
              <a:t>Indro, ho anao.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28728" y="0"/>
            <a:ext cx="6572296" cy="1143000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52</a:t>
            </a:r>
            <a:endParaRPr lang="fr-FR" dirty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714356"/>
            <a:ext cx="8858280" cy="5929354"/>
          </a:xfrm>
        </p:spPr>
        <p:txBody>
          <a:bodyPr vert="horz" lIns="91440" tIns="45720" rIns="91440" bIns="45720" rtlCol="0">
            <a:noAutofit/>
          </a:bodyPr>
          <a:lstStyle/>
          <a:p>
            <a:pPr marL="996696" indent="-914400">
              <a:buNone/>
            </a:pP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4.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Aza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mangataka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andro</a:t>
            </a:r>
            <a:endParaRPr lang="en-US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 marL="996696" indent="-914400"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Hibebahanao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;</a:t>
            </a:r>
          </a:p>
          <a:p>
            <a:pPr marL="996696" indent="-914400">
              <a:buNone/>
            </a:pP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He,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mazava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anio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andro</a:t>
            </a:r>
            <a:endParaRPr lang="en-US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 marL="996696" indent="-914400"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hidiranao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28728" y="0"/>
            <a:ext cx="5929354" cy="1143000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52</a:t>
            </a:r>
            <a:endParaRPr lang="fr-FR" dirty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928670"/>
            <a:ext cx="8858280" cy="5929330"/>
          </a:xfrm>
        </p:spPr>
        <p:txBody>
          <a:bodyPr vert="horz" lIns="91440" tIns="45720" rIns="91440" bIns="45720" rtlCol="0">
            <a:noAutofit/>
          </a:bodyPr>
          <a:lstStyle/>
          <a:p>
            <a:pPr marL="996696" indent="-914400">
              <a:buNone/>
            </a:pPr>
            <a:r>
              <a:rPr lang="pt-BR" sz="6000" b="1" dirty="0" smtClean="0">
                <a:solidFill>
                  <a:srgbClr val="002060"/>
                </a:solidFill>
                <a:latin typeface="Cambria" pitchFamily="18" charset="0"/>
              </a:rPr>
              <a:t>Dia tano mafy tsara</a:t>
            </a:r>
          </a:p>
          <a:p>
            <a:pPr marL="996696" indent="-914400">
              <a:buNone/>
            </a:pPr>
            <a:r>
              <a:rPr lang="pt-BR" sz="6000" b="1" dirty="0" smtClean="0">
                <a:solidFill>
                  <a:srgbClr val="002060"/>
                </a:solidFill>
                <a:latin typeface="Cambria" pitchFamily="18" charset="0"/>
              </a:rPr>
              <a:t>‘zay anananao;</a:t>
            </a:r>
          </a:p>
          <a:p>
            <a:pPr marL="996696" indent="-914400">
              <a:buNone/>
            </a:pPr>
            <a:r>
              <a:rPr lang="pt-BR" sz="6000" b="1" dirty="0" smtClean="0">
                <a:solidFill>
                  <a:srgbClr val="002060"/>
                </a:solidFill>
                <a:latin typeface="Cambria" pitchFamily="18" charset="0"/>
              </a:rPr>
              <a:t>Lova soa, tsara fara,</a:t>
            </a:r>
          </a:p>
          <a:p>
            <a:pPr marL="996696" indent="-914400">
              <a:buNone/>
            </a:pPr>
            <a:r>
              <a:rPr lang="pt-BR" sz="6000" b="1" dirty="0" smtClean="0">
                <a:solidFill>
                  <a:srgbClr val="002060"/>
                </a:solidFill>
                <a:latin typeface="Cambria" pitchFamily="18" charset="0"/>
              </a:rPr>
              <a:t>Indro, ho anao.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160</Words>
  <PresentationFormat>Affichage à l'écran (4:3)</PresentationFormat>
  <Paragraphs>40</Paragraphs>
  <Slides>8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9" baseType="lpstr">
      <vt:lpstr>Thème Office</vt:lpstr>
      <vt:lpstr>HIRA 52</vt:lpstr>
      <vt:lpstr>HIRA 52</vt:lpstr>
      <vt:lpstr>HIRA 52</vt:lpstr>
      <vt:lpstr>HIRA 52</vt:lpstr>
      <vt:lpstr>HIRA 52</vt:lpstr>
      <vt:lpstr>HIRA 52</vt:lpstr>
      <vt:lpstr>HIRA 52</vt:lpstr>
      <vt:lpstr>HIRA 52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44</dc:title>
  <dc:creator>M</dc:creator>
  <cp:lastModifiedBy>M</cp:lastModifiedBy>
  <cp:revision>11</cp:revision>
  <dcterms:created xsi:type="dcterms:W3CDTF">2012-10-02T21:52:07Z</dcterms:created>
  <dcterms:modified xsi:type="dcterms:W3CDTF">2014-12-06T21:01:52Z</dcterms:modified>
</cp:coreProperties>
</file>