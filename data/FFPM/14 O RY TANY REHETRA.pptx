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63" r:id="rId6"/>
    <p:sldId id="259" r:id="rId7"/>
    <p:sldId id="260" r:id="rId8"/>
    <p:sldId id="264" r:id="rId9"/>
    <p:sldId id="261" r:id="rId10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9653" autoAdjust="0"/>
    <p:restoredTop sz="94660"/>
  </p:normalViewPr>
  <p:slideViewPr>
    <p:cSldViewPr>
      <p:cViewPr varScale="1">
        <p:scale>
          <a:sx n="49" d="100"/>
          <a:sy n="49" d="100"/>
        </p:scale>
        <p:origin x="-96" y="-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17/05/2015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428604"/>
          </a:xfrm>
        </p:spPr>
        <p:txBody>
          <a:bodyPr>
            <a:noAutofit/>
          </a:bodyPr>
          <a:lstStyle/>
          <a:p>
            <a:r>
              <a:rPr lang="fr-FR" sz="40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4000" b="1" dirty="0">
              <a:solidFill>
                <a:srgbClr val="0070C0"/>
              </a:solidFill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214282" y="428604"/>
            <a:ext cx="9358346" cy="6572296"/>
          </a:xfrm>
        </p:spPr>
        <p:txBody>
          <a:bodyPr>
            <a:noAutofit/>
          </a:bodyPr>
          <a:lstStyle/>
          <a:p>
            <a:pPr marL="1143000" indent="-1143000">
              <a:buAutoNum type="arabicPeriod"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tany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rehetra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endParaRPr lang="en-US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 marL="1143000" indent="-1143000"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avia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izao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Hidera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Tompo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Mpanavotra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anao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428604"/>
          </a:xfrm>
        </p:spPr>
        <p:txBody>
          <a:bodyPr>
            <a:noAutofit/>
          </a:bodyPr>
          <a:lstStyle/>
          <a:p>
            <a:r>
              <a:rPr lang="fr-FR" sz="40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4000" b="1" dirty="0">
              <a:solidFill>
                <a:srgbClr val="0070C0"/>
              </a:solidFill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214282" y="428604"/>
            <a:ext cx="9358346" cy="6572296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Tompo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miantso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antsika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hankao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Anatrehany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mba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hohasoaviny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ao</a:t>
            </a:r>
            <a:endParaRPr lang="en-US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14356"/>
          </a:xfrm>
        </p:spPr>
        <p:txBody>
          <a:bodyPr>
            <a:noAutofit/>
          </a:bodyPr>
          <a:lstStyle/>
          <a:p>
            <a:r>
              <a:rPr lang="fr-FR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0" y="642918"/>
            <a:ext cx="9358346" cy="621508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Dera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laza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anie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Voninahi-dehibe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Ho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Anao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Tomponay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Tsitoha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o!</a:t>
            </a:r>
            <a:r>
              <a:rPr lang="fr-FR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Amena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.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71480"/>
          </a:xfrm>
        </p:spPr>
        <p:txBody>
          <a:bodyPr>
            <a:normAutofit fontScale="90000"/>
          </a:bodyPr>
          <a:lstStyle/>
          <a:p>
            <a:r>
              <a:rPr lang="fr-FR" sz="48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5400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142844" y="642918"/>
            <a:ext cx="9501222" cy="6215082"/>
          </a:xfrm>
        </p:spPr>
        <p:txBody>
          <a:bodyPr>
            <a:noAutofit/>
          </a:bodyPr>
          <a:lstStyle/>
          <a:p>
            <a:pPr marL="0" lvl="0" indent="0" fontAlgn="base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2. He, Jehovah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miantra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antsika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izao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  <a:cs typeface="Arial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Ka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dia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manolotra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antsika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indray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  <a:cs typeface="Arial" pitchFamily="34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71480"/>
          </a:xfrm>
        </p:spPr>
        <p:txBody>
          <a:bodyPr>
            <a:normAutofit fontScale="90000"/>
          </a:bodyPr>
          <a:lstStyle/>
          <a:p>
            <a:r>
              <a:rPr lang="fr-FR" sz="48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5400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142844" y="642918"/>
            <a:ext cx="9501222" cy="621508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endriny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mbamin'ny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aina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vaovao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;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  <a:cs typeface="Arial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Eny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Izy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manaiky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tokoa</a:t>
            </a:r>
            <a:endParaRPr lang="en-US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  <a:ea typeface="Times New Roman" pitchFamily="18" charset="0"/>
              <a:cs typeface="Arial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 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ea typeface="Times New Roman" pitchFamily="18" charset="0"/>
                <a:cs typeface="Arial" pitchFamily="34" charset="0"/>
              </a:rPr>
              <a:t>ho Ray </a:t>
            </a:r>
            <a:endParaRPr lang="en-US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  <a:cs typeface="Arial" pitchFamily="34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71480"/>
          </a:xfrm>
        </p:spPr>
        <p:txBody>
          <a:bodyPr>
            <a:normAutofit fontScale="90000"/>
          </a:bodyPr>
          <a:lstStyle/>
          <a:p>
            <a:r>
              <a:rPr lang="fr-FR" sz="48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5400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0" y="642918"/>
            <a:ext cx="9358346" cy="621508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Dera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laza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anie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Voninahi-dehibe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Ho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Anao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Tomponay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Tsitoha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o!</a:t>
            </a:r>
            <a:r>
              <a:rPr lang="fr-FR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Amena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.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71480"/>
          </a:xfrm>
        </p:spPr>
        <p:txBody>
          <a:bodyPr>
            <a:normAutofit fontScale="90000"/>
          </a:bodyPr>
          <a:lstStyle/>
          <a:p>
            <a:r>
              <a:rPr lang="fr-FR" sz="48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5400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0" y="642918"/>
            <a:ext cx="9358346" cy="621508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3.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Asandrato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feo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hihoby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hoe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Isaorana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mandrakizay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Hianao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71480"/>
          </a:xfrm>
        </p:spPr>
        <p:txBody>
          <a:bodyPr>
            <a:normAutofit fontScale="90000"/>
          </a:bodyPr>
          <a:lstStyle/>
          <a:p>
            <a:r>
              <a:rPr lang="fr-FR" sz="4800" b="1" dirty="0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5400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0" y="642918"/>
            <a:ext cx="9358346" cy="621508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Tompo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mahery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Izay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manome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Ho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olom-bery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aina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vaovao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71480"/>
          </a:xfrm>
        </p:spPr>
        <p:txBody>
          <a:bodyPr>
            <a:normAutofit fontScale="90000"/>
          </a:bodyPr>
          <a:lstStyle/>
          <a:p>
            <a:r>
              <a:rPr lang="fr-FR" sz="4800" b="1" smtClean="0">
                <a:solidFill>
                  <a:srgbClr val="0070C0"/>
                </a:solidFill>
                <a:latin typeface="Cambria" pitchFamily="18" charset="0"/>
              </a:rPr>
              <a:t>HIRA 14 </a:t>
            </a:r>
            <a:endParaRPr lang="fr-FR" sz="5400" b="1" dirty="0">
              <a:latin typeface="Cambria" pitchFamily="18" charset="0"/>
            </a:endParaRPr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>
          <a:xfrm>
            <a:off x="0" y="642918"/>
            <a:ext cx="9358346" cy="621508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Dera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laza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anie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Voninahi-dehibe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Ho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Anao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Tomponay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Tsitoha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o!</a:t>
            </a:r>
            <a:r>
              <a:rPr lang="fr-FR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 </a:t>
            </a:r>
            <a:r>
              <a:rPr lang="en-US" sz="6600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Amena</a:t>
            </a:r>
            <a:r>
              <a:rPr lang="en-US" sz="6600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.</a:t>
            </a:r>
            <a:endParaRPr lang="fr-FR" sz="6600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  <a:p>
            <a:pPr>
              <a:buNone/>
            </a:pPr>
            <a:endParaRPr lang="fr-FR" sz="66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112</Words>
  <PresentationFormat>Affichage à l'écran (4:3)</PresentationFormat>
  <Paragraphs>34</Paragraphs>
  <Slides>9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0" baseType="lpstr">
      <vt:lpstr>Thème Office</vt:lpstr>
      <vt:lpstr>HIRA 14 </vt:lpstr>
      <vt:lpstr>HIRA 14 </vt:lpstr>
      <vt:lpstr>HIRA 14 </vt:lpstr>
      <vt:lpstr>HIRA 14 </vt:lpstr>
      <vt:lpstr>HIRA 14 </vt:lpstr>
      <vt:lpstr>HIRA 14 </vt:lpstr>
      <vt:lpstr>HIRA 14 </vt:lpstr>
      <vt:lpstr>HIRA 14 </vt:lpstr>
      <vt:lpstr>HIRA 14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Hira 14 </dc:title>
  <dc:creator>M</dc:creator>
  <cp:lastModifiedBy>M</cp:lastModifiedBy>
  <cp:revision>8</cp:revision>
  <dcterms:created xsi:type="dcterms:W3CDTF">2012-11-11T20:48:42Z</dcterms:created>
  <dcterms:modified xsi:type="dcterms:W3CDTF">2015-05-17T04:36:56Z</dcterms:modified>
</cp:coreProperties>
</file>