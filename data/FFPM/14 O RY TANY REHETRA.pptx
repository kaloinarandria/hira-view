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21" name="Texte niveau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2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Texte du titre</a:t>
            </a:r>
          </a:p>
        </p:txBody>
      </p:sp>
      <p:sp>
        <p:nvSpPr>
          <p:cNvPr id="30" name="Texte niveau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39" name="Texte niveau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48" name="Texte niveau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9" name="Espace réservé du texte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58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e du titre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73" name="Texte niveau 1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4" name="Espace réservé du texte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e du titre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Texte du titre</a:t>
            </a:r>
          </a:p>
        </p:txBody>
      </p:sp>
      <p:sp>
        <p:nvSpPr>
          <p:cNvPr id="83" name="Espace réservé pour une image 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 niveau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5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re 4"/>
          <p:cNvSpPr txBox="1"/>
          <p:nvPr>
            <p:ph type="title"/>
          </p:nvPr>
        </p:nvSpPr>
        <p:spPr>
          <a:xfrm>
            <a:off x="457200" y="-1"/>
            <a:ext cx="8229600" cy="428606"/>
          </a:xfrm>
          <a:prstGeom prst="rect">
            <a:avLst/>
          </a:prstGeom>
        </p:spPr>
        <p:txBody>
          <a:bodyPr/>
          <a:lstStyle>
            <a:lvl1pPr defTabSz="594359">
              <a:defRPr sz="26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95" name="Espace réservé du contenu 5"/>
          <p:cNvSpPr txBox="1"/>
          <p:nvPr>
            <p:ph type="body" idx="1"/>
          </p:nvPr>
        </p:nvSpPr>
        <p:spPr>
          <a:xfrm>
            <a:off x="214282" y="428604"/>
            <a:ext cx="9358346" cy="6572295"/>
          </a:xfrm>
          <a:prstGeom prst="rect">
            <a:avLst/>
          </a:prstGeom>
        </p:spPr>
        <p:txBody>
          <a:bodyPr/>
          <a:lstStyle/>
          <a:p>
            <a:pPr marL="1143000" indent="-1143000"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1. O, ry tany rehetra,</a:t>
            </a:r>
          </a:p>
          <a:p>
            <a:pPr marL="1143000" indent="-1143000"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avia izao 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Hidera ny Tompo Mpanavotra anao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re 4"/>
          <p:cNvSpPr txBox="1"/>
          <p:nvPr>
            <p:ph type="title"/>
          </p:nvPr>
        </p:nvSpPr>
        <p:spPr>
          <a:xfrm>
            <a:off x="457200" y="-1"/>
            <a:ext cx="8229600" cy="428606"/>
          </a:xfrm>
          <a:prstGeom prst="rect">
            <a:avLst/>
          </a:prstGeom>
        </p:spPr>
        <p:txBody>
          <a:bodyPr/>
          <a:lstStyle>
            <a:lvl1pPr defTabSz="594359">
              <a:defRPr sz="26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98" name="Espace réservé du contenu 5"/>
          <p:cNvSpPr txBox="1"/>
          <p:nvPr>
            <p:ph type="body" idx="1"/>
          </p:nvPr>
        </p:nvSpPr>
        <p:spPr>
          <a:xfrm>
            <a:off x="214282" y="428604"/>
            <a:ext cx="9358346" cy="6572295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Ny Tompo miantso antsika hankao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Anatrehany mba hohasoaviny ao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re 4"/>
          <p:cNvSpPr txBox="1"/>
          <p:nvPr>
            <p:ph type="title"/>
          </p:nvPr>
        </p:nvSpPr>
        <p:spPr>
          <a:xfrm>
            <a:off x="457200" y="-1"/>
            <a:ext cx="8229600" cy="7143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01" name="Espace réservé du contenu 5"/>
          <p:cNvSpPr txBox="1"/>
          <p:nvPr>
            <p:ph type="body" idx="1"/>
          </p:nvPr>
        </p:nvSpPr>
        <p:spPr>
          <a:xfrm>
            <a:off x="0" y="642917"/>
            <a:ext cx="9358346" cy="621508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 Dera, laza, anie, 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	Voninahi-dehibe,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	Ho Anao, ry Tomponay Tsitoha o!</a:t>
            </a:r>
            <a:r>
              <a:t>  </a:t>
            </a:r>
            <a:r>
              <a:t>Amena.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re 4"/>
          <p:cNvSpPr txBox="1"/>
          <p:nvPr>
            <p:ph type="title"/>
          </p:nvPr>
        </p:nvSpPr>
        <p:spPr>
          <a:xfrm>
            <a:off x="457200" y="0"/>
            <a:ext cx="8229600" cy="571480"/>
          </a:xfrm>
          <a:prstGeom prst="rect">
            <a:avLst/>
          </a:prstGeom>
        </p:spPr>
        <p:txBody>
          <a:bodyPr/>
          <a:lstStyle>
            <a:lvl1pPr defTabSz="804672">
              <a:defRPr sz="3784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04" name="Espace réservé du contenu 5"/>
          <p:cNvSpPr txBox="1"/>
          <p:nvPr>
            <p:ph type="body" idx="1"/>
          </p:nvPr>
        </p:nvSpPr>
        <p:spPr>
          <a:xfrm>
            <a:off x="142843" y="642917"/>
            <a:ext cx="9501224" cy="621508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2. He, Jehovah miantra antsika izao </a:t>
            </a:r>
          </a:p>
          <a:p>
            <a:pPr marL="0" indent="0">
              <a:spcBef>
                <a:spcPts val="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Ka dia manolotra antsika indray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re 4"/>
          <p:cNvSpPr txBox="1"/>
          <p:nvPr>
            <p:ph type="title"/>
          </p:nvPr>
        </p:nvSpPr>
        <p:spPr>
          <a:xfrm>
            <a:off x="457200" y="0"/>
            <a:ext cx="8229600" cy="571480"/>
          </a:xfrm>
          <a:prstGeom prst="rect">
            <a:avLst/>
          </a:prstGeom>
        </p:spPr>
        <p:txBody>
          <a:bodyPr/>
          <a:lstStyle>
            <a:lvl1pPr defTabSz="804672">
              <a:defRPr sz="3784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07" name="Espace réservé du contenu 5"/>
          <p:cNvSpPr txBox="1"/>
          <p:nvPr>
            <p:ph type="body" idx="1"/>
          </p:nvPr>
        </p:nvSpPr>
        <p:spPr>
          <a:xfrm>
            <a:off x="142843" y="642917"/>
            <a:ext cx="9501224" cy="621508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Ny endriny mbamin'ny aina vaovao;</a:t>
            </a:r>
          </a:p>
          <a:p>
            <a:pPr marL="0" indent="0">
              <a:spcBef>
                <a:spcPts val="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Eny, Izy manaiky tokoa</a:t>
            </a:r>
          </a:p>
          <a:p>
            <a:pPr marL="0" indent="0">
              <a:spcBef>
                <a:spcPts val="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 ho Ray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re 4"/>
          <p:cNvSpPr txBox="1"/>
          <p:nvPr>
            <p:ph type="title"/>
          </p:nvPr>
        </p:nvSpPr>
        <p:spPr>
          <a:xfrm>
            <a:off x="457200" y="0"/>
            <a:ext cx="8229600" cy="571480"/>
          </a:xfrm>
          <a:prstGeom prst="rect">
            <a:avLst/>
          </a:prstGeom>
        </p:spPr>
        <p:txBody>
          <a:bodyPr/>
          <a:lstStyle>
            <a:lvl1pPr defTabSz="804672">
              <a:defRPr sz="3784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10" name="Espace réservé du contenu 5"/>
          <p:cNvSpPr txBox="1"/>
          <p:nvPr>
            <p:ph type="body" idx="1"/>
          </p:nvPr>
        </p:nvSpPr>
        <p:spPr>
          <a:xfrm>
            <a:off x="0" y="642917"/>
            <a:ext cx="9358346" cy="621508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 Dera, laza, anie, 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	Voninahi-dehibe,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	Ho Anao, ry Tomponay Tsitoha o!</a:t>
            </a:r>
            <a:r>
              <a:t>  </a:t>
            </a:r>
            <a:r>
              <a:t>Amena.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re 4"/>
          <p:cNvSpPr txBox="1"/>
          <p:nvPr>
            <p:ph type="title"/>
          </p:nvPr>
        </p:nvSpPr>
        <p:spPr>
          <a:xfrm>
            <a:off x="457200" y="0"/>
            <a:ext cx="8229600" cy="571480"/>
          </a:xfrm>
          <a:prstGeom prst="rect">
            <a:avLst/>
          </a:prstGeom>
        </p:spPr>
        <p:txBody>
          <a:bodyPr/>
          <a:lstStyle>
            <a:lvl1pPr defTabSz="804672">
              <a:defRPr sz="3784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13" name="Espace réservé du contenu 5"/>
          <p:cNvSpPr txBox="1"/>
          <p:nvPr>
            <p:ph type="body" idx="1"/>
          </p:nvPr>
        </p:nvSpPr>
        <p:spPr>
          <a:xfrm>
            <a:off x="0" y="642917"/>
            <a:ext cx="9358346" cy="621508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3. Asandrato ny feo hihoby hoe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Isaorana mandrakizay Hianao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re 4"/>
          <p:cNvSpPr txBox="1"/>
          <p:nvPr>
            <p:ph type="title"/>
          </p:nvPr>
        </p:nvSpPr>
        <p:spPr>
          <a:xfrm>
            <a:off x="457200" y="0"/>
            <a:ext cx="8229600" cy="571480"/>
          </a:xfrm>
          <a:prstGeom prst="rect">
            <a:avLst/>
          </a:prstGeom>
        </p:spPr>
        <p:txBody>
          <a:bodyPr/>
          <a:lstStyle>
            <a:lvl1pPr defTabSz="804672">
              <a:defRPr sz="3784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16" name="Espace réservé du contenu 5"/>
          <p:cNvSpPr txBox="1"/>
          <p:nvPr>
            <p:ph type="body" idx="1"/>
          </p:nvPr>
        </p:nvSpPr>
        <p:spPr>
          <a:xfrm>
            <a:off x="0" y="642917"/>
            <a:ext cx="9358346" cy="621508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Ry Tompo mahery, Izay manome 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Ho anay olom-bery ny aina vaovao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re 4"/>
          <p:cNvSpPr txBox="1"/>
          <p:nvPr>
            <p:ph type="title"/>
          </p:nvPr>
        </p:nvSpPr>
        <p:spPr>
          <a:xfrm>
            <a:off x="457200" y="0"/>
            <a:ext cx="8229600" cy="571480"/>
          </a:xfrm>
          <a:prstGeom prst="rect">
            <a:avLst/>
          </a:prstGeom>
        </p:spPr>
        <p:txBody>
          <a:bodyPr/>
          <a:lstStyle>
            <a:lvl1pPr defTabSz="804672">
              <a:defRPr sz="3784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HIRA 14 </a:t>
            </a:r>
          </a:p>
        </p:txBody>
      </p:sp>
      <p:sp>
        <p:nvSpPr>
          <p:cNvPr id="119" name="Espace réservé du contenu 5"/>
          <p:cNvSpPr txBox="1"/>
          <p:nvPr>
            <p:ph type="body" idx="1"/>
          </p:nvPr>
        </p:nvSpPr>
        <p:spPr>
          <a:xfrm>
            <a:off x="0" y="642917"/>
            <a:ext cx="9358346" cy="621508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 Dera, laza, anie, 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	Voninahi-dehibe,</a:t>
            </a:r>
          </a:p>
          <a:p>
            <a:pPr>
              <a:spcBef>
                <a:spcPts val="1500"/>
              </a:spcBef>
              <a:buSzTx/>
              <a:buNone/>
              <a:defRPr sz="6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  <a:cs typeface="Cambria"/>
                <a:sym typeface="Cambria"/>
              </a:defRPr>
            </a:pPr>
            <a:r>
              <a:t>	Ho Anao, ry Tomponay Tsitoha o!</a:t>
            </a:r>
            <a:r>
              <a:t>  </a:t>
            </a:r>
            <a:r>
              <a:t>Amena.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hèm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hème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