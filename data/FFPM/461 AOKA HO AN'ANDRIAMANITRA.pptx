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5" r:id="rId3"/>
    <p:sldId id="259" r:id="rId4"/>
    <p:sldId id="264" r:id="rId5"/>
    <p:sldId id="263" r:id="rId6"/>
    <p:sldId id="266" r:id="rId7"/>
    <p:sldId id="260" r:id="rId8"/>
    <p:sldId id="267" r:id="rId9"/>
    <p:sldId id="261" r:id="rId10"/>
    <p:sldId id="268" r:id="rId11"/>
    <p:sldId id="262" r:id="rId12"/>
    <p:sldId id="269" r:id="rId13"/>
    <p:sldId id="256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1. 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fanendrena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lalanao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hovimbininy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lalan-tsarotra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toky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mamitaka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tenin'Andriamanitra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2.  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inona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azonao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fiahiana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?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fisentoana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be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herehina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Ho be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alahelonao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Lefero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kely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maneke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sitrak'Andriamanitra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zavatra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tinendriny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maintsy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mahasoa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nofinidiny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foiny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4.  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fantatr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‘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hifaliana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hodioviny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fahoriana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maintsy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hofantenana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afa-pahoriana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714356"/>
            <a:ext cx="8401080" cy="485780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atao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Afoin'Andriamanitra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mananatra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tiany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485780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manomana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Handova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6.  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Misaora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Anarany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9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ketraka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9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tanteraka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fr-FR" sz="9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lazain'ny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9600" dirty="0" err="1" smtClean="0">
                <a:solidFill>
                  <a:srgbClr val="002060"/>
                </a:solidFill>
                <a:latin typeface="Cambria" pitchFamily="18" charset="0"/>
              </a:rPr>
              <a:t>Teniny</a:t>
            </a:r>
            <a:r>
              <a:rPr lang="en-US" sz="9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9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/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461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toky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mamitaka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Tenin'Andriamanitra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171</Words>
  <PresentationFormat>Affichage à l'écran (4:3)</PresentationFormat>
  <Paragraphs>50</Paragraphs>
  <Slides>13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Thème Office</vt:lpstr>
      <vt:lpstr>Hira 461</vt:lpstr>
      <vt:lpstr>Hira 461</vt:lpstr>
      <vt:lpstr>Hira 461</vt:lpstr>
      <vt:lpstr>Hira 461</vt:lpstr>
      <vt:lpstr>Hira 461</vt:lpstr>
      <vt:lpstr>Hira 461</vt:lpstr>
      <vt:lpstr>Hira 461</vt:lpstr>
      <vt:lpstr>Hira 461</vt:lpstr>
      <vt:lpstr>Hira 461</vt:lpstr>
      <vt:lpstr>Hira 461</vt:lpstr>
      <vt:lpstr>Hira 461</vt:lpstr>
      <vt:lpstr>Hira 461</vt:lpstr>
      <vt:lpstr>Diapositive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461</dc:title>
  <dc:creator>M</dc:creator>
  <cp:lastModifiedBy>M</cp:lastModifiedBy>
  <cp:revision>2</cp:revision>
  <dcterms:created xsi:type="dcterms:W3CDTF">2012-11-11T21:16:55Z</dcterms:created>
  <dcterms:modified xsi:type="dcterms:W3CDTF">2014-10-05T07:33:14Z</dcterms:modified>
</cp:coreProperties>
</file>