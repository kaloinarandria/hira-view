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Mpivahiny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Tahaka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razako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sento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alehako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ho </a:t>
            </a:r>
            <a:r>
              <a:rPr lang="en-US" sz="6600" dirty="0" err="1" smtClean="0">
                <a:latin typeface="Cambria" pitchFamily="18" charset="0"/>
              </a:rPr>
              <a:t>fitsaharako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mandalo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avokoa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hitako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miato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aman'alina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misento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hasoavina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mampahory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Mila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zakako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Toa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ahiahy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pandehanako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tery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irery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manjo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manafa-tahotra</a:t>
            </a:r>
            <a:r>
              <a:rPr lang="en-US" sz="6600" dirty="0" smtClean="0">
                <a:latin typeface="Cambria" pitchFamily="18" charset="0"/>
              </a:rPr>
              <a:t> ;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smtClean="0">
                <a:latin typeface="Cambria" pitchFamily="18" charset="0"/>
              </a:rPr>
              <a:t>mahavotra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106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560</vt:lpstr>
      <vt:lpstr>HIRA 560</vt:lpstr>
      <vt:lpstr>HIRA 560</vt:lpstr>
      <vt:lpstr>HIRA 560</vt:lpstr>
      <vt:lpstr>HIRA 560</vt:lpstr>
      <vt:lpstr>HIRA 560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3</cp:revision>
  <dcterms:created xsi:type="dcterms:W3CDTF">2012-12-08T21:04:49Z</dcterms:created>
  <dcterms:modified xsi:type="dcterms:W3CDTF">2013-10-16T16:32:08Z</dcterms:modified>
</cp:coreProperties>
</file>