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96" y="-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21/03/2015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356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7150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mpanota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Mihevera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  <a:endParaRPr lang="fr-FR" sz="5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miantso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Kristy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  <a:endParaRPr lang="fr-FR" sz="5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Izy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ta-handray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mpanota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5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Manatona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  <a:endParaRPr lang="fr-FR" sz="5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:,: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Mihainoa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mihainoa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5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ario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ditranao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.:,:</a:t>
            </a:r>
            <a:endParaRPr lang="fr-FR" sz="5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54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356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715040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mpanota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Miverena</a:t>
            </a:r>
            <a:endParaRPr lang="en-US" sz="5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am-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balan'i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mirenireny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Sao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iharan-doza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:,: O!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modia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, O!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modia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Ialao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ditranao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.:,: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356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715040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mpanota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Manatona</a:t>
            </a:r>
            <a:endParaRPr lang="en-US" sz="5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Dieny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misy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antso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zao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avy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fotoana</a:t>
            </a:r>
            <a:endParaRPr lang="en-US" sz="5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Mbola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hanenenanao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:,: O!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, O!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Zao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ankehitriny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zao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.:,: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356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715040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mpanota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Matokia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mora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Izy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tena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tia</a:t>
            </a:r>
            <a:endParaRPr lang="en-US" sz="5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mibebaka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:,: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Matokia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matokia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Mibebaha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re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.:,: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356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715040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5.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Sakaizan'ny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mpanota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Ento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He!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tenako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rehetra</a:t>
            </a:r>
            <a:endParaRPr lang="en-US" sz="5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atolotro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:,: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Raisonao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re,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raisonao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re</a:t>
            </a:r>
          </a:p>
          <a:p>
            <a:pPr>
              <a:buNone/>
            </a:pP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fanati-tsitrakao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.:,: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160</Words>
  <PresentationFormat>Affichage à l'écran (4:3)</PresentationFormat>
  <Paragraphs>35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HIRA 356</vt:lpstr>
      <vt:lpstr>HIRA 356</vt:lpstr>
      <vt:lpstr>HIRA 356</vt:lpstr>
      <vt:lpstr>HIRA 356</vt:lpstr>
      <vt:lpstr>HIRA 356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356</dc:title>
  <dc:creator>M</dc:creator>
  <cp:lastModifiedBy>M</cp:lastModifiedBy>
  <cp:revision>2</cp:revision>
  <dcterms:created xsi:type="dcterms:W3CDTF">2012-12-08T19:53:27Z</dcterms:created>
  <dcterms:modified xsi:type="dcterms:W3CDTF">2015-03-21T19:24:41Z</dcterms:modified>
</cp:coreProperties>
</file>