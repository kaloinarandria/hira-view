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O,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mandà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miantso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miovà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manatona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mivoha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mpirenireny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lavitra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Be </a:t>
            </a:r>
            <a:r>
              <a:rPr lang="en-US" sz="6600" dirty="0" err="1" smtClean="0">
                <a:latin typeface="Cambria" pitchFamily="18" charset="0"/>
              </a:rPr>
              <a:t>ahiahy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mandroso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faingana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?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tapaho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hevitrao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miovà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mivoha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mpirenireny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lavitra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00042"/>
            <a:ext cx="9501222" cy="6357958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miverena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smtClean="0">
                <a:latin typeface="Cambria" pitchFamily="18" charset="0"/>
              </a:rPr>
              <a:t>re </a:t>
            </a:r>
            <a:r>
              <a:rPr lang="en-US" sz="6000" dirty="0" err="1" smtClean="0">
                <a:latin typeface="Cambria" pitchFamily="18" charset="0"/>
              </a:rPr>
              <a:t>hatrizao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hararaoty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andronao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simba</a:t>
            </a:r>
            <a:endParaRPr lang="en-US" sz="60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lao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mivoha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mpirenireny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lavitra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155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383</vt:lpstr>
      <vt:lpstr>HIRA 383</vt:lpstr>
      <vt:lpstr>HIRA 383</vt:lpstr>
      <vt:lpstr>HIRA 383</vt:lpstr>
      <vt:lpstr>HIRA 383</vt:lpstr>
      <vt:lpstr>HIRA 383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377</dc:title>
  <dc:creator>M</dc:creator>
  <cp:lastModifiedBy>M</cp:lastModifiedBy>
  <cp:revision>5</cp:revision>
  <dcterms:created xsi:type="dcterms:W3CDTF">2012-12-08T20:27:02Z</dcterms:created>
  <dcterms:modified xsi:type="dcterms:W3CDTF">2013-05-21T17:32:00Z</dcterms:modified>
</cp:coreProperties>
</file>