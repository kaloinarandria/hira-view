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66977"/>
            <a:ext cx="9144000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feon'anjely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teraka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400" dirty="0" smtClean="0">
                <a:latin typeface="Cambria" pitchFamily="18" charset="0"/>
              </a:rPr>
              <a:t>2. </a:t>
            </a:r>
            <a:r>
              <a:rPr lang="en-US" sz="6400" dirty="0" err="1" smtClean="0">
                <a:latin typeface="Cambria" pitchFamily="18" charset="0"/>
              </a:rPr>
              <a:t>Mifalia</a:t>
            </a:r>
            <a:r>
              <a:rPr lang="en-US" sz="6400" dirty="0" smtClean="0">
                <a:latin typeface="Cambria" pitchFamily="18" charset="0"/>
              </a:rPr>
              <a:t>! </a:t>
            </a:r>
            <a:r>
              <a:rPr lang="en-US" sz="6400" dirty="0" err="1" smtClean="0">
                <a:latin typeface="Cambria" pitchFamily="18" charset="0"/>
              </a:rPr>
              <a:t>Mifalia</a:t>
            </a:r>
            <a:r>
              <a:rPr lang="en-US" sz="64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Ry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zanak'olombelona</a:t>
            </a:r>
            <a:r>
              <a:rPr lang="en-US" sz="6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Fa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tonga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Ilay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Mpanavotra</a:t>
            </a:r>
            <a:endParaRPr lang="en-US" sz="6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Antsika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izay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nifatotra</a:t>
            </a:r>
            <a:r>
              <a:rPr lang="en-US" sz="6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Mifalia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izao</a:t>
            </a:r>
            <a:r>
              <a:rPr lang="en-US" sz="6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angatahiny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natolony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malalany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71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manaraha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Nanetry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</Words>
  <Application>Microsoft Office PowerPoint</Application>
  <PresentationFormat>Affichage à l'écran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Thème Office</vt:lpstr>
      <vt:lpstr>HIRA 71</vt:lpstr>
      <vt:lpstr>HIRA 71</vt:lpstr>
      <vt:lpstr>HIRA 71</vt:lpstr>
      <vt:lpstr>HIRA 71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c060</cp:lastModifiedBy>
  <cp:revision>6</cp:revision>
  <dcterms:created xsi:type="dcterms:W3CDTF">2012-12-08T21:27:25Z</dcterms:created>
  <dcterms:modified xsi:type="dcterms:W3CDTF">2016-12-22T11:28:52Z</dcterms:modified>
</cp:coreProperties>
</file>