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Miakara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miakara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r>
              <a:rPr lang="fr-FR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Vitanao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famonjena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'Zay </a:t>
            </a:r>
            <a:r>
              <a:rPr lang="fr-FR" sz="7200" dirty="0" err="1" smtClean="0">
                <a:latin typeface="Cambria" pitchFamily="18" charset="0"/>
              </a:rPr>
              <a:t>nalehanao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taty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678661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28667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64409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Mihobia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anjely</a:t>
            </a:r>
            <a:r>
              <a:rPr lang="fr-FR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derao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Voninahitra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haja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Atolory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2152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71530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Miakara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miakara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Mpandresy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r>
              <a:rPr lang="fr-FR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Eso, </a:t>
            </a:r>
            <a:r>
              <a:rPr lang="fr-FR" sz="7200" dirty="0" err="1" smtClean="0">
                <a:latin typeface="Cambria" pitchFamily="18" charset="0"/>
              </a:rPr>
              <a:t>latsa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fahoriana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anjaranao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taty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1000128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000" dirty="0" smtClean="0">
                <a:latin typeface="Cambria" pitchFamily="18" charset="0"/>
              </a:rPr>
              <a:t>'</a:t>
            </a:r>
            <a:r>
              <a:rPr lang="en-US" sz="7000" dirty="0" err="1" smtClean="0">
                <a:latin typeface="Cambria" pitchFamily="18" charset="0"/>
              </a:rPr>
              <a:t>Zao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ny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lanitra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miandry</a:t>
            </a:r>
            <a:endParaRPr lang="fr-FR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err="1" smtClean="0">
                <a:latin typeface="Cambria" pitchFamily="18" charset="0"/>
              </a:rPr>
              <a:t>Miandry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hiverenanao</a:t>
            </a:r>
            <a:endParaRPr lang="fr-FR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err="1" smtClean="0">
                <a:latin typeface="Cambria" pitchFamily="18" charset="0"/>
              </a:rPr>
              <a:t>Renao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ao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ny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feo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manako</a:t>
            </a:r>
            <a:endParaRPr lang="fr-FR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err="1" smtClean="0">
                <a:latin typeface="Cambria" pitchFamily="18" charset="0"/>
              </a:rPr>
              <a:t>Feno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fanajana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Anao</a:t>
            </a:r>
            <a:endParaRPr lang="fr-FR" sz="7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Miakara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Ravo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navotanao</a:t>
            </a:r>
            <a:r>
              <a:rPr lang="en-US" sz="72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te-hidera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921550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Raisonao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fiderana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</a:t>
            </a: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atolotray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 !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Mpanavotray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'Zay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nalehanao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196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151</vt:lpstr>
      <vt:lpstr>HIRA 151</vt:lpstr>
      <vt:lpstr>HIRA 151</vt:lpstr>
      <vt:lpstr>HIRA 151</vt:lpstr>
      <vt:lpstr>HIRA 151</vt:lpstr>
      <vt:lpstr>HIRA 151</vt:lpstr>
      <vt:lpstr>HIRA 151</vt:lpstr>
      <vt:lpstr>HIRA 151</vt:lpstr>
      <vt:lpstr>HIRA 151</vt:lpstr>
      <vt:lpstr>HIRA 151</vt:lpstr>
      <vt:lpstr>HIRA 151</vt:lpstr>
      <vt:lpstr>HIRA 151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5</cp:revision>
  <dcterms:created xsi:type="dcterms:W3CDTF">2012-10-03T08:15:06Z</dcterms:created>
  <dcterms:modified xsi:type="dcterms:W3CDTF">2013-07-24T18:58:30Z</dcterms:modified>
</cp:coreProperties>
</file>