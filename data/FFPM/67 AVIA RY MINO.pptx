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571480"/>
            <a:ext cx="9001188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Avia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mino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Hifaly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hihoby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Avia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avia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hankany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Betlehema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Tompon'ny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7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hitsaoka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(in-3)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57864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Tompon'ny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Andriananahary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zana-behivavy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Zanak'i</a:t>
            </a:r>
            <a:r>
              <a:rPr lang="en-US" sz="6000" dirty="0" smtClean="0">
                <a:latin typeface="Cambria" pitchFamily="18" charset="0"/>
              </a:rPr>
              <a:t> Maria,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Zanahary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7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hitsaoka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(in-3)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0042"/>
            <a:ext cx="9572692" cy="67151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Derao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Mihobia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mponina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danitra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ambony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Dera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laza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Atolory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7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hitsaoka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(in-3)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He, </a:t>
            </a:r>
            <a:r>
              <a:rPr lang="en-US" sz="6000" dirty="0" err="1" smtClean="0">
                <a:latin typeface="Cambria" pitchFamily="18" charset="0"/>
              </a:rPr>
              <a:t>arahaba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Tonga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Mpanjaka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Tenin'ny</a:t>
            </a:r>
            <a:r>
              <a:rPr lang="en-US" sz="6000" dirty="0" smtClean="0">
                <a:latin typeface="Cambria" pitchFamily="18" charset="0"/>
              </a:rPr>
              <a:t> Rainy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Voatafy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nofo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smtClean="0">
                <a:solidFill>
                  <a:srgbClr val="002060"/>
                </a:solidFill>
                <a:latin typeface="Cambria" pitchFamily="18" charset="0"/>
              </a:rPr>
              <a:t>HIRA 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7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hitsaoka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(in-3)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138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67</vt:lpstr>
      <vt:lpstr>HIRA 67</vt:lpstr>
      <vt:lpstr>HIRA 67</vt:lpstr>
      <vt:lpstr>HIRA 67</vt:lpstr>
      <vt:lpstr>HIRA 67</vt:lpstr>
      <vt:lpstr>HIRA 67</vt:lpstr>
      <vt:lpstr>HIRA 67</vt:lpstr>
      <vt:lpstr>HIRA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67</dc:title>
  <dc:creator>M</dc:creator>
  <cp:lastModifiedBy>M</cp:lastModifiedBy>
  <cp:revision>3</cp:revision>
  <dcterms:created xsi:type="dcterms:W3CDTF">2012-12-08T21:18:35Z</dcterms:created>
  <dcterms:modified xsi:type="dcterms:W3CDTF">2014-12-15T17:00:58Z</dcterms:modified>
</cp:coreProperties>
</file>