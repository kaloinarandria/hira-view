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67" r:id="rId5"/>
    <p:sldId id="270" r:id="rId6"/>
    <p:sldId id="271" r:id="rId7"/>
    <p:sldId id="268" r:id="rId8"/>
    <p:sldId id="272" r:id="rId9"/>
    <p:sldId id="273" r:id="rId10"/>
    <p:sldId id="269" r:id="rId11"/>
    <p:sldId id="274" r:id="rId12"/>
    <p:sldId id="275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412 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5007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Jehovah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Indreto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Mifona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;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be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helokay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412 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50072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Henoy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Ray 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Henoy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ankehitrio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Henoy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vavakay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Henoy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valio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412 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71546"/>
            <a:ext cx="9286940" cy="550072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Andriamanitray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!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Mijere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Kristy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Mamonje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412 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Vonjeo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vonjeo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Ray 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Vonjeo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olonao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Mifona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Isao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zanakao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412 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50072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Henoy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Ray 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Henoy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ankehitrio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Henoy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vavakay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Henoy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valio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412 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71546"/>
            <a:ext cx="9286940" cy="550072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Andriamanitray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!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Mijere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Kristy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Mamonje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412 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50072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Mpanota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mamelà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Maloto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Sasao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voadio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412 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50072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Henoy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Ray 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Henoy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ankehitrio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Henoy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vavakay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Henoy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valio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412 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71546"/>
            <a:ext cx="9215502" cy="550072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Andriamanitray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!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Mijere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Kristy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Mamonje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412 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50072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Jereo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Zanakao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Misolo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vava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Ilay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Malalanao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Mifona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412 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50072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Henoy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Ray 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Henoy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ankehitrio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Henoy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vavakay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Henoy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valio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412 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71546"/>
            <a:ext cx="9215502" cy="550072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Andriamanitray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!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Mijere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Kristy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Mamonje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212</Words>
  <PresentationFormat>Affichage à l'écran (4:3)</PresentationFormat>
  <Paragraphs>61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HIRA 412 </vt:lpstr>
      <vt:lpstr>HIRA 412 </vt:lpstr>
      <vt:lpstr>HIRA 412 </vt:lpstr>
      <vt:lpstr>HIRA 412 </vt:lpstr>
      <vt:lpstr>HIRA 412 </vt:lpstr>
      <vt:lpstr>HIRA 412 </vt:lpstr>
      <vt:lpstr>HIRA 412 </vt:lpstr>
      <vt:lpstr>HIRA 412 </vt:lpstr>
      <vt:lpstr>HIRA 412 </vt:lpstr>
      <vt:lpstr>HIRA 412 </vt:lpstr>
      <vt:lpstr>HIRA 412 </vt:lpstr>
      <vt:lpstr>HIRA 412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408 </dc:title>
  <dc:creator>M</dc:creator>
  <cp:lastModifiedBy>M</cp:lastModifiedBy>
  <cp:revision>4</cp:revision>
  <dcterms:created xsi:type="dcterms:W3CDTF">2012-11-11T21:00:25Z</dcterms:created>
  <dcterms:modified xsi:type="dcterms:W3CDTF">2015-03-28T19:06:24Z</dcterms:modified>
</cp:coreProperties>
</file>