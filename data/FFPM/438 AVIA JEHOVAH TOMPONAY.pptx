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59" d="100"/>
          <a:sy n="59" d="100"/>
        </p:scale>
        <p:origin x="-732" y="-12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21/04/2013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21/04/2013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21/04/2013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21/04/2013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21/04/2013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21/04/2013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21/04/2013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21/04/2013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21/04/2013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21/04/2013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21/04/2013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21/04/2013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42918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latin typeface="Cambria" pitchFamily="18" charset="0"/>
              </a:rPr>
              <a:t>HIRA </a:t>
            </a:r>
            <a:r>
              <a:rPr lang="fr-FR" b="1" dirty="0" smtClean="0">
                <a:latin typeface="Cambria" pitchFamily="18" charset="0"/>
              </a:rPr>
              <a:t>438 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1. </a:t>
            </a:r>
            <a:r>
              <a:rPr lang="en-US" sz="6600" dirty="0" err="1" smtClean="0">
                <a:latin typeface="Cambria" pitchFamily="18" charset="0"/>
              </a:rPr>
              <a:t>Avia</a:t>
            </a:r>
            <a:r>
              <a:rPr lang="en-US" sz="6600" dirty="0" smtClean="0">
                <a:latin typeface="Cambria" pitchFamily="18" charset="0"/>
              </a:rPr>
              <a:t> Jehovah </a:t>
            </a:r>
            <a:r>
              <a:rPr lang="en-US" sz="6600" dirty="0" err="1" smtClean="0">
                <a:latin typeface="Cambria" pitchFamily="18" charset="0"/>
              </a:rPr>
              <a:t>Tomponay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Handray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vavakay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mitaraina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izahay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Valio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hatakay</a:t>
            </a:r>
            <a:r>
              <a:rPr lang="en-US" sz="6600" dirty="0" smtClean="0">
                <a:latin typeface="Cambria" pitchFamily="18" charset="0"/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42918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latin typeface="Cambria" pitchFamily="18" charset="0"/>
              </a:rPr>
              <a:t>HIRA </a:t>
            </a:r>
            <a:r>
              <a:rPr lang="fr-FR" b="1" dirty="0" smtClean="0">
                <a:latin typeface="Cambria" pitchFamily="18" charset="0"/>
              </a:rPr>
              <a:t>438 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642918"/>
            <a:ext cx="9429784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Avia</a:t>
            </a:r>
            <a:r>
              <a:rPr lang="en-US" sz="6600" dirty="0" smtClean="0">
                <a:latin typeface="Cambria" pitchFamily="18" charset="0"/>
              </a:rPr>
              <a:t> , </a:t>
            </a:r>
            <a:r>
              <a:rPr lang="en-US" sz="6600" dirty="0" err="1" smtClean="0">
                <a:latin typeface="Cambria" pitchFamily="18" charset="0"/>
              </a:rPr>
              <a:t>avia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handray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fonay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Avia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avia</a:t>
            </a:r>
            <a:r>
              <a:rPr lang="en-US" sz="6600" dirty="0" smtClean="0">
                <a:latin typeface="Cambria" pitchFamily="18" charset="0"/>
              </a:rPr>
              <a:t>  </a:t>
            </a:r>
            <a:r>
              <a:rPr lang="en-US" sz="6600" dirty="0" err="1" smtClean="0">
                <a:latin typeface="Cambria" pitchFamily="18" charset="0"/>
              </a:rPr>
              <a:t>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Tomponay</a:t>
            </a:r>
            <a:r>
              <a:rPr lang="en-US" sz="6600" dirty="0" smtClean="0">
                <a:latin typeface="Cambria" pitchFamily="18" charset="0"/>
              </a:rPr>
              <a:t> 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42918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latin typeface="Cambria" pitchFamily="18" charset="0"/>
              </a:rPr>
              <a:t>HIRA </a:t>
            </a:r>
            <a:r>
              <a:rPr lang="fr-FR" b="1" dirty="0" smtClean="0">
                <a:latin typeface="Cambria" pitchFamily="18" charset="0"/>
              </a:rPr>
              <a:t>438 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2. </a:t>
            </a:r>
            <a:r>
              <a:rPr lang="en-US" sz="6600" dirty="0" err="1" smtClean="0">
                <a:latin typeface="Cambria" pitchFamily="18" charset="0"/>
              </a:rPr>
              <a:t>Savao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alahelom-po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Mba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hifalianay</a:t>
            </a:r>
            <a:r>
              <a:rPr lang="en-US" sz="6600" dirty="0" smtClean="0">
                <a:latin typeface="Cambria" pitchFamily="18" charset="0"/>
              </a:rPr>
              <a:t> ;</a:t>
            </a: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Na </a:t>
            </a:r>
            <a:r>
              <a:rPr lang="en-US" sz="6600" dirty="0" err="1" smtClean="0">
                <a:latin typeface="Cambria" pitchFamily="18" charset="0"/>
              </a:rPr>
              <a:t>mafy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aza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manjo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Matoky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izahay</a:t>
            </a:r>
            <a:r>
              <a:rPr lang="en-US" sz="6600" dirty="0" smtClean="0">
                <a:latin typeface="Cambria" pitchFamily="18" charset="0"/>
              </a:rPr>
              <a:t> 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42918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latin typeface="Cambria" pitchFamily="18" charset="0"/>
              </a:rPr>
              <a:t>HIRA </a:t>
            </a:r>
            <a:r>
              <a:rPr lang="fr-FR" b="1" dirty="0" smtClean="0">
                <a:latin typeface="Cambria" pitchFamily="18" charset="0"/>
              </a:rPr>
              <a:t>438 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642918"/>
            <a:ext cx="9358346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Avia</a:t>
            </a:r>
            <a:r>
              <a:rPr lang="en-US" sz="6600" dirty="0" smtClean="0">
                <a:latin typeface="Cambria" pitchFamily="18" charset="0"/>
              </a:rPr>
              <a:t> , </a:t>
            </a:r>
            <a:r>
              <a:rPr lang="en-US" sz="6600" dirty="0" err="1" smtClean="0">
                <a:latin typeface="Cambria" pitchFamily="18" charset="0"/>
              </a:rPr>
              <a:t>avia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handray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fonay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Avia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avia</a:t>
            </a:r>
            <a:r>
              <a:rPr lang="en-US" sz="6600" dirty="0" smtClean="0">
                <a:latin typeface="Cambria" pitchFamily="18" charset="0"/>
              </a:rPr>
              <a:t>  </a:t>
            </a:r>
            <a:r>
              <a:rPr lang="en-US" sz="6600" dirty="0" err="1" smtClean="0">
                <a:latin typeface="Cambria" pitchFamily="18" charset="0"/>
              </a:rPr>
              <a:t>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Tomponay</a:t>
            </a:r>
            <a:r>
              <a:rPr lang="en-US" sz="6600" dirty="0" smtClean="0">
                <a:latin typeface="Cambria" pitchFamily="18" charset="0"/>
              </a:rPr>
              <a:t> 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42918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latin typeface="Cambria" pitchFamily="18" charset="0"/>
              </a:rPr>
              <a:t>HIRA </a:t>
            </a:r>
            <a:r>
              <a:rPr lang="fr-FR" b="1" dirty="0" smtClean="0">
                <a:latin typeface="Cambria" pitchFamily="18" charset="0"/>
              </a:rPr>
              <a:t>438 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3. </a:t>
            </a:r>
            <a:r>
              <a:rPr lang="en-US" sz="6600" dirty="0" err="1" smtClean="0">
                <a:latin typeface="Cambria" pitchFamily="18" charset="0"/>
              </a:rPr>
              <a:t>Avia</a:t>
            </a:r>
            <a:r>
              <a:rPr lang="en-US" sz="6600" dirty="0" smtClean="0">
                <a:latin typeface="Cambria" pitchFamily="18" charset="0"/>
              </a:rPr>
              <a:t>, ka </a:t>
            </a:r>
            <a:r>
              <a:rPr lang="en-US" sz="6600" dirty="0" err="1" smtClean="0">
                <a:latin typeface="Cambria" pitchFamily="18" charset="0"/>
              </a:rPr>
              <a:t>taomy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izahay</a:t>
            </a:r>
            <a:r>
              <a:rPr lang="en-US" sz="6600" dirty="0" smtClean="0">
                <a:latin typeface="Cambria" pitchFamily="18" charset="0"/>
              </a:rPr>
              <a:t>,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Ho </a:t>
            </a:r>
            <a:r>
              <a:rPr lang="en-US" sz="6600" dirty="0" err="1" smtClean="0">
                <a:latin typeface="Cambria" pitchFamily="18" charset="0"/>
              </a:rPr>
              <a:t>tonga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zanakao</a:t>
            </a:r>
            <a:r>
              <a:rPr lang="en-US" sz="6600" dirty="0" smtClean="0">
                <a:latin typeface="Cambria" pitchFamily="18" charset="0"/>
              </a:rPr>
              <a:t> ;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Mba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averenonao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indray</a:t>
            </a:r>
            <a:r>
              <a:rPr lang="en-US" sz="6600" dirty="0" smtClean="0">
                <a:latin typeface="Cambria" pitchFamily="18" charset="0"/>
              </a:rPr>
              <a:t>,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Fa te-ho </a:t>
            </a:r>
            <a:r>
              <a:rPr lang="fr-FR" sz="6600" dirty="0" err="1" smtClean="0">
                <a:latin typeface="Cambria" pitchFamily="18" charset="0"/>
              </a:rPr>
              <a:t>olonao</a:t>
            </a:r>
            <a:r>
              <a:rPr lang="fr-FR" sz="6600" dirty="0" smtClean="0">
                <a:latin typeface="Cambria" pitchFamily="18" charset="0"/>
              </a:rPr>
              <a:t> </a:t>
            </a:r>
            <a:endParaRPr lang="fr-FR" sz="6600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42918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latin typeface="Cambria" pitchFamily="18" charset="0"/>
              </a:rPr>
              <a:t>HIRA </a:t>
            </a:r>
            <a:r>
              <a:rPr lang="fr-FR" b="1" dirty="0" smtClean="0">
                <a:latin typeface="Cambria" pitchFamily="18" charset="0"/>
              </a:rPr>
              <a:t>438 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642918"/>
            <a:ext cx="9501222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Avia</a:t>
            </a:r>
            <a:r>
              <a:rPr lang="en-US" sz="6600" dirty="0" smtClean="0">
                <a:latin typeface="Cambria" pitchFamily="18" charset="0"/>
              </a:rPr>
              <a:t> , </a:t>
            </a:r>
            <a:r>
              <a:rPr lang="en-US" sz="6600" dirty="0" err="1" smtClean="0">
                <a:latin typeface="Cambria" pitchFamily="18" charset="0"/>
              </a:rPr>
              <a:t>avia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handray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fonay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Avia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avia</a:t>
            </a:r>
            <a:r>
              <a:rPr lang="en-US" sz="6600" dirty="0" smtClean="0">
                <a:latin typeface="Cambria" pitchFamily="18" charset="0"/>
              </a:rPr>
              <a:t>  </a:t>
            </a:r>
            <a:r>
              <a:rPr lang="en-US" sz="6600" dirty="0" err="1" smtClean="0">
                <a:latin typeface="Cambria" pitchFamily="18" charset="0"/>
              </a:rPr>
              <a:t>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Tomponay</a:t>
            </a:r>
            <a:r>
              <a:rPr lang="en-US" sz="6600" dirty="0" smtClean="0">
                <a:latin typeface="Cambria" pitchFamily="18" charset="0"/>
              </a:rPr>
              <a:t> 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42918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latin typeface="Cambria" pitchFamily="18" charset="0"/>
              </a:rPr>
              <a:t>HIRA </a:t>
            </a:r>
            <a:r>
              <a:rPr lang="fr-FR" b="1" dirty="0" smtClean="0">
                <a:latin typeface="Cambria" pitchFamily="18" charset="0"/>
              </a:rPr>
              <a:t>438 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4. </a:t>
            </a:r>
            <a:r>
              <a:rPr lang="en-US" sz="6600" dirty="0" err="1" smtClean="0">
                <a:latin typeface="Cambria" pitchFamily="18" charset="0"/>
              </a:rPr>
              <a:t>Manolo-tena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izahay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Mba</a:t>
            </a:r>
            <a:r>
              <a:rPr lang="en-US" sz="6600" dirty="0" smtClean="0">
                <a:latin typeface="Cambria" pitchFamily="18" charset="0"/>
              </a:rPr>
              <a:t> ho </a:t>
            </a:r>
            <a:r>
              <a:rPr lang="en-US" sz="6600" dirty="0" err="1" smtClean="0">
                <a:latin typeface="Cambria" pitchFamily="18" charset="0"/>
              </a:rPr>
              <a:t>mpanomponao</a:t>
            </a:r>
            <a:r>
              <a:rPr lang="en-US" sz="66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fonay</a:t>
            </a:r>
            <a:r>
              <a:rPr lang="en-US" sz="6600" dirty="0" smtClean="0">
                <a:latin typeface="Cambria" pitchFamily="18" charset="0"/>
              </a:rPr>
              <a:t> no </a:t>
            </a:r>
            <a:r>
              <a:rPr lang="en-US" sz="6600" dirty="0" err="1" smtClean="0">
                <a:latin typeface="Cambria" pitchFamily="18" charset="0"/>
              </a:rPr>
              <a:t>atolotray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Ka </a:t>
            </a:r>
            <a:r>
              <a:rPr lang="en-US" sz="6600" dirty="0" err="1" smtClean="0">
                <a:latin typeface="Cambria" pitchFamily="18" charset="0"/>
              </a:rPr>
              <a:t>raiso</a:t>
            </a:r>
            <a:r>
              <a:rPr lang="en-US" sz="6600" dirty="0" smtClean="0">
                <a:latin typeface="Cambria" pitchFamily="18" charset="0"/>
              </a:rPr>
              <a:t> ho </a:t>
            </a:r>
            <a:r>
              <a:rPr lang="en-US" sz="6600" dirty="0" err="1" smtClean="0">
                <a:latin typeface="Cambria" pitchFamily="18" charset="0"/>
              </a:rPr>
              <a:t>Anao</a:t>
            </a:r>
            <a:r>
              <a:rPr lang="en-US" sz="6600" dirty="0" smtClean="0">
                <a:latin typeface="Cambria" pitchFamily="18" charset="0"/>
              </a:rPr>
              <a:t>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42918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latin typeface="Cambria" pitchFamily="18" charset="0"/>
              </a:rPr>
              <a:t>HIRA </a:t>
            </a:r>
            <a:r>
              <a:rPr lang="fr-FR" b="1" dirty="0" smtClean="0">
                <a:latin typeface="Cambria" pitchFamily="18" charset="0"/>
              </a:rPr>
              <a:t>438 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642918"/>
            <a:ext cx="9429784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Avia</a:t>
            </a:r>
            <a:r>
              <a:rPr lang="en-US" sz="6600" dirty="0" smtClean="0">
                <a:latin typeface="Cambria" pitchFamily="18" charset="0"/>
              </a:rPr>
              <a:t> , </a:t>
            </a:r>
            <a:r>
              <a:rPr lang="en-US" sz="6600" dirty="0" err="1" smtClean="0">
                <a:latin typeface="Cambria" pitchFamily="18" charset="0"/>
              </a:rPr>
              <a:t>avia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handray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fonay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Avia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avia</a:t>
            </a:r>
            <a:r>
              <a:rPr lang="en-US" sz="6600" dirty="0" smtClean="0">
                <a:latin typeface="Cambria" pitchFamily="18" charset="0"/>
              </a:rPr>
              <a:t>  </a:t>
            </a:r>
            <a:r>
              <a:rPr lang="en-US" sz="6600" dirty="0" err="1" smtClean="0">
                <a:latin typeface="Cambria" pitchFamily="18" charset="0"/>
              </a:rPr>
              <a:t>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Tomponay</a:t>
            </a:r>
            <a:r>
              <a:rPr lang="en-US" sz="6600" dirty="0" smtClean="0">
                <a:latin typeface="Cambria" pitchFamily="18" charset="0"/>
              </a:rPr>
              <a:t> 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42918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latin typeface="Cambria" pitchFamily="18" charset="0"/>
              </a:rPr>
              <a:t>HIRA </a:t>
            </a:r>
            <a:r>
              <a:rPr lang="fr-FR" b="1" dirty="0" smtClean="0">
                <a:latin typeface="Cambria" pitchFamily="18" charset="0"/>
              </a:rPr>
              <a:t>438 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5. </a:t>
            </a:r>
            <a:r>
              <a:rPr lang="en-US" sz="6600" dirty="0" err="1" smtClean="0">
                <a:latin typeface="Cambria" pitchFamily="18" charset="0"/>
              </a:rPr>
              <a:t>Raha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avy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hodianay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Ho any </a:t>
            </a:r>
            <a:r>
              <a:rPr lang="en-US" sz="6600" dirty="0" err="1" smtClean="0">
                <a:latin typeface="Cambria" pitchFamily="18" charset="0"/>
              </a:rPr>
              <a:t>aminao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Mba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raiso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fanahinay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Ho </a:t>
            </a:r>
            <a:r>
              <a:rPr lang="en-US" sz="6600" dirty="0" err="1" smtClean="0">
                <a:latin typeface="Cambria" pitchFamily="18" charset="0"/>
              </a:rPr>
              <a:t>ao</a:t>
            </a:r>
            <a:r>
              <a:rPr lang="en-US" sz="6600" dirty="0" smtClean="0">
                <a:latin typeface="Cambria" pitchFamily="18" charset="0"/>
              </a:rPr>
              <a:t> an-</a:t>
            </a:r>
            <a:r>
              <a:rPr lang="en-US" sz="6600" dirty="0" err="1" smtClean="0">
                <a:latin typeface="Cambria" pitchFamily="18" charset="0"/>
              </a:rPr>
              <a:t>dapanao</a:t>
            </a:r>
            <a:r>
              <a:rPr lang="en-US" sz="6600" dirty="0" smtClean="0">
                <a:latin typeface="Cambria" pitchFamily="18" charset="0"/>
              </a:rPr>
              <a:t>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42918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latin typeface="Cambria" pitchFamily="18" charset="0"/>
              </a:rPr>
              <a:t>HIRA </a:t>
            </a:r>
            <a:r>
              <a:rPr lang="fr-FR" b="1" dirty="0" smtClean="0">
                <a:latin typeface="Cambria" pitchFamily="18" charset="0"/>
              </a:rPr>
              <a:t>438 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642918"/>
            <a:ext cx="9786974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Avia</a:t>
            </a:r>
            <a:r>
              <a:rPr lang="en-US" sz="6600" dirty="0" smtClean="0">
                <a:latin typeface="Cambria" pitchFamily="18" charset="0"/>
              </a:rPr>
              <a:t> , </a:t>
            </a:r>
            <a:r>
              <a:rPr lang="en-US" sz="6600" dirty="0" err="1" smtClean="0">
                <a:latin typeface="Cambria" pitchFamily="18" charset="0"/>
              </a:rPr>
              <a:t>avia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handray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fonay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Avia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avia</a:t>
            </a:r>
            <a:r>
              <a:rPr lang="en-US" sz="6600" dirty="0" smtClean="0">
                <a:latin typeface="Cambria" pitchFamily="18" charset="0"/>
              </a:rPr>
              <a:t>  </a:t>
            </a:r>
            <a:r>
              <a:rPr lang="en-US" sz="6600" dirty="0" err="1" smtClean="0">
                <a:latin typeface="Cambria" pitchFamily="18" charset="0"/>
              </a:rPr>
              <a:t>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Tomponay</a:t>
            </a:r>
            <a:r>
              <a:rPr lang="en-US" sz="6600" dirty="0" smtClean="0">
                <a:latin typeface="Cambria" pitchFamily="18" charset="0"/>
              </a:rPr>
              <a:t> 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182</Words>
  <PresentationFormat>Affichage à l'écran (4:3)</PresentationFormat>
  <Paragraphs>40</Paragraphs>
  <Slides>10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1" baseType="lpstr">
      <vt:lpstr>Thème Office</vt:lpstr>
      <vt:lpstr>HIRA 438 </vt:lpstr>
      <vt:lpstr>HIRA 438 </vt:lpstr>
      <vt:lpstr>HIRA 438 </vt:lpstr>
      <vt:lpstr>HIRA 438 </vt:lpstr>
      <vt:lpstr>HIRA 438 </vt:lpstr>
      <vt:lpstr>HIRA 438 </vt:lpstr>
      <vt:lpstr>HIRA 438 </vt:lpstr>
      <vt:lpstr>HIRA 438 </vt:lpstr>
      <vt:lpstr>HIRA 438 </vt:lpstr>
      <vt:lpstr>HIRA 438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428</dc:title>
  <dc:creator>M</dc:creator>
  <cp:lastModifiedBy>M</cp:lastModifiedBy>
  <cp:revision>5</cp:revision>
  <dcterms:created xsi:type="dcterms:W3CDTF">2012-12-08T21:12:16Z</dcterms:created>
  <dcterms:modified xsi:type="dcterms:W3CDTF">2013-04-21T02:37:47Z</dcterms:modified>
</cp:coreProperties>
</file>