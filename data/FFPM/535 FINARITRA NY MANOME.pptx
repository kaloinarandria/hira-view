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46" d="100"/>
          <a:sy n="46" d="100"/>
        </p:scale>
        <p:origin x="-102" y="-2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16/10/2013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Finaritra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mahantra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marobe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mahafoy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fananana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Hiantra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mahasoa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manendrika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tokoa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manome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tsitrapo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Hitsinjo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olon</a:t>
            </a:r>
            <a:r>
              <a:rPr lang="en-US" sz="6600" dirty="0" smtClean="0">
                <a:latin typeface="Cambria" pitchFamily="18" charset="0"/>
              </a:rPr>
              <a:t>' </a:t>
            </a:r>
            <a:r>
              <a:rPr lang="en-US" sz="6600" dirty="0" err="1" smtClean="0">
                <a:latin typeface="Cambria" pitchFamily="18" charset="0"/>
              </a:rPr>
              <a:t>Andriamanitra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Mba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mihetseha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fatratra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Hamonjy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hanafaka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Hanampy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ireo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madinika</a:t>
            </a:r>
            <a:r>
              <a:rPr lang="en-US" sz="6000" dirty="0" smtClean="0">
                <a:latin typeface="Cambria" pitchFamily="18" charset="0"/>
              </a:rPr>
              <a:t> 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mamokin-tanana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Malain-kiantra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namana</a:t>
            </a:r>
            <a:r>
              <a:rPr lang="en-US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mihirim-belona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hanarn-piadanana</a:t>
            </a: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71470" y="1214422"/>
            <a:ext cx="9358378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vola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nafoinao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very </a:t>
            </a:r>
            <a:r>
              <a:rPr lang="en-US" sz="6000" dirty="0" err="1" smtClean="0">
                <a:latin typeface="Cambria" pitchFamily="18" charset="0"/>
              </a:rPr>
              <a:t>foana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mahantra</a:t>
            </a:r>
            <a:r>
              <a:rPr lang="en-US" sz="6000" dirty="0" smtClean="0">
                <a:latin typeface="Cambria" pitchFamily="18" charset="0"/>
              </a:rPr>
              <a:t> no </a:t>
            </a:r>
            <a:r>
              <a:rPr lang="en-US" sz="6000" dirty="0" err="1" smtClean="0">
                <a:latin typeface="Cambria" pitchFamily="18" charset="0"/>
              </a:rPr>
              <a:t>mandray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lasan'i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smtClean="0">
                <a:latin typeface="Cambria" pitchFamily="18" charset="0"/>
              </a:rPr>
              <a:t>Jehovah </a:t>
            </a:r>
            <a:r>
              <a:rPr lang="en-US" sz="6000" smtClean="0">
                <a:latin typeface="Cambria" pitchFamily="18" charset="0"/>
              </a:rPr>
              <a:t>Ray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/>
          <a:lstStyle/>
          <a:p>
            <a:r>
              <a:rPr lang="fr-FR" b="1" dirty="0" err="1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535</a:t>
            </a:r>
            <a:endParaRPr lang="fr-FR" b="1" dirty="0">
              <a:solidFill>
                <a:schemeClr val="tx2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200" dirty="0" err="1" smtClean="0">
                <a:latin typeface="Cambria" pitchFamily="18" charset="0"/>
              </a:rPr>
              <a:t>Ireo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kamboty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mba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vangio</a:t>
            </a:r>
            <a:endParaRPr lang="en-US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200" dirty="0" err="1" smtClean="0">
                <a:latin typeface="Cambria" pitchFamily="18" charset="0"/>
              </a:rPr>
              <a:t>Mpitondratena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mba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jereo</a:t>
            </a:r>
            <a:endParaRPr lang="en-US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200" dirty="0" err="1" smtClean="0">
                <a:latin typeface="Cambria" pitchFamily="18" charset="0"/>
              </a:rPr>
              <a:t>Izao</a:t>
            </a:r>
            <a:r>
              <a:rPr lang="en-US" sz="6200" dirty="0" smtClean="0">
                <a:latin typeface="Cambria" pitchFamily="18" charset="0"/>
              </a:rPr>
              <a:t> no </a:t>
            </a:r>
            <a:r>
              <a:rPr lang="en-US" sz="6200" dirty="0" err="1" smtClean="0">
                <a:latin typeface="Cambria" pitchFamily="18" charset="0"/>
              </a:rPr>
              <a:t>fivavahana</a:t>
            </a:r>
            <a:endParaRPr lang="en-US" sz="6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200" dirty="0" err="1" smtClean="0">
                <a:latin typeface="Cambria" pitchFamily="18" charset="0"/>
              </a:rPr>
              <a:t>Izay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madio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sy</a:t>
            </a:r>
            <a:r>
              <a:rPr lang="en-US" sz="6200" dirty="0" smtClean="0">
                <a:latin typeface="Cambria" pitchFamily="18" charset="0"/>
              </a:rPr>
              <a:t> </a:t>
            </a:r>
            <a:r>
              <a:rPr lang="en-US" sz="6200" dirty="0" err="1" smtClean="0">
                <a:latin typeface="Cambria" pitchFamily="18" charset="0"/>
              </a:rPr>
              <a:t>masina</a:t>
            </a:r>
            <a:endParaRPr lang="fr-FR" sz="6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103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535</vt:lpstr>
      <vt:lpstr>Hira 535</vt:lpstr>
      <vt:lpstr>Hira 535</vt:lpstr>
      <vt:lpstr>Hira 535</vt:lpstr>
      <vt:lpstr>Hira 535</vt:lpstr>
      <vt:lpstr>Hira 535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537</dc:title>
  <dc:creator>M</dc:creator>
  <cp:lastModifiedBy>M</cp:lastModifiedBy>
  <cp:revision>5</cp:revision>
  <dcterms:created xsi:type="dcterms:W3CDTF">2012-10-03T07:12:10Z</dcterms:created>
  <dcterms:modified xsi:type="dcterms:W3CDTF">2013-10-16T17:11:27Z</dcterms:modified>
</cp:coreProperties>
</file>