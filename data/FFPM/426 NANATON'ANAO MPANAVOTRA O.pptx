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7689" autoAdjust="0"/>
    <p:restoredTop sz="94660"/>
  </p:normalViewPr>
  <p:slideViewPr>
    <p:cSldViewPr>
      <p:cViewPr varScale="1">
        <p:scale>
          <a:sx n="55" d="100"/>
          <a:sy n="55" d="100"/>
        </p:scale>
        <p:origin x="-216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14/12/2014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14/12/2014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14/12/2014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14/12/2014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14/12/2014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14/12/2014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14/12/2014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14/12/2014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14/12/2014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14/12/2014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14/12/2014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14/12/2014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426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428604"/>
            <a:ext cx="8929718" cy="6215082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Nanatona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Mpanavotra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olo-mahantra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fahiny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rofiny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be, </a:t>
            </a: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senton'ny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fo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Naneho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soa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niriny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426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428604"/>
            <a:ext cx="8929718" cy="6215082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nety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sasatra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Hianao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nisy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nolavina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akory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samy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nandray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indrafonao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ravo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olona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ory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426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428604"/>
            <a:ext cx="9144000" cy="6429396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Manatona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be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indrafo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olo-mahantra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anio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be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siasia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reraka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am-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po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raisonao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ankehitrio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426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428604"/>
            <a:ext cx="9144000" cy="6429396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maty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omeo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aina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vaovao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sasatra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ampiadano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masonay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jamba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hazavao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rofin'ny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fonay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sitrano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426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428604"/>
            <a:ext cx="8929718" cy="6429396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3. Ka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rahatrizay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hanatona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farofy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intsony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hisy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Alahady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vaovao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sitrana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tsara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fony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426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1000108"/>
            <a:ext cx="8929718" cy="585789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tany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soa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misy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No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hisy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olonao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koa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Hahita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voninahitrao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Zoky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malala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Tsitoha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149</Words>
  <PresentationFormat>Affichage à l'écran (4:3)</PresentationFormat>
  <Paragraphs>34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426</vt:lpstr>
      <vt:lpstr>HIRA 426</vt:lpstr>
      <vt:lpstr>HIRA 426</vt:lpstr>
      <vt:lpstr>HIRA 426</vt:lpstr>
      <vt:lpstr>HIRA 426</vt:lpstr>
      <vt:lpstr>HIRA 426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424: 1</dc:title>
  <dc:creator>M</dc:creator>
  <cp:lastModifiedBy>M</cp:lastModifiedBy>
  <cp:revision>4</cp:revision>
  <dcterms:created xsi:type="dcterms:W3CDTF">2012-10-02T21:40:48Z</dcterms:created>
  <dcterms:modified xsi:type="dcterms:W3CDTF">2014-12-14T07:18:06Z</dcterms:modified>
</cp:coreProperties>
</file>