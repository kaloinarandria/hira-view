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78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346" y="928670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Sambasamba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Zanahary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::,: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Tamin'ny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nampidinanao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Zanakao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malalanao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hisolo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helokay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:,::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15</Words>
  <PresentationFormat>Affichage à l'écran (4:3)</PresentationFormat>
  <Paragraphs>5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HIRA 79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68</dc:title>
  <dc:creator>M</dc:creator>
  <cp:lastModifiedBy>M</cp:lastModifiedBy>
  <cp:revision>9</cp:revision>
  <dcterms:created xsi:type="dcterms:W3CDTF">2012-12-08T21:27:25Z</dcterms:created>
  <dcterms:modified xsi:type="dcterms:W3CDTF">2014-08-04T12:45:48Z</dcterms:modified>
</cp:coreProperties>
</file>