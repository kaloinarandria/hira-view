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4282" y="714356"/>
            <a:ext cx="8929718" cy="5643602"/>
          </a:xfrm>
        </p:spPr>
        <p:txBody>
          <a:bodyPr>
            <a:noAutofit/>
          </a:bodyPr>
          <a:lstStyle/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/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Mpanazava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Miandrandra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tongava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Taomy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fanahinay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4414" y="-24"/>
            <a:ext cx="6786610" cy="71438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190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4282" y="857232"/>
            <a:ext cx="8929718" cy="5929354"/>
          </a:xfrm>
        </p:spPr>
        <p:txBody>
          <a:bodyPr>
            <a:noAutofit/>
          </a:bodyPr>
          <a:lstStyle/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fantatray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mazava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/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lazain'ny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Areheto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lalandava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/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am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-po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afonao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4414" y="0"/>
            <a:ext cx="6786610" cy="71438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190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4282" y="285728"/>
            <a:ext cx="8929718" cy="6000792"/>
          </a:xfrm>
        </p:spPr>
        <p:txBody>
          <a:bodyPr>
            <a:noAutofit/>
          </a:bodyPr>
          <a:lstStyle/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Mitenena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Araka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fombanao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manantena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handre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feonao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4414" y="-24"/>
            <a:ext cx="6786610" cy="71438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smtClean="0">
                <a:solidFill>
                  <a:srgbClr val="0070C0"/>
                </a:solidFill>
                <a:latin typeface="Cambria" pitchFamily="18" charset="0"/>
              </a:rPr>
              <a:t>HIRA 190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4282" y="642918"/>
            <a:ext cx="9215502" cy="5786478"/>
          </a:xfrm>
        </p:spPr>
        <p:txBody>
          <a:bodyPr>
            <a:noAutofit/>
          </a:bodyPr>
          <a:lstStyle/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marary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manahy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tsaboy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iantrao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/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te-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sahy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Anehoy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holatrao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4414" y="214290"/>
            <a:ext cx="6786610" cy="71438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190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4282" y="785794"/>
            <a:ext cx="8929718" cy="6000792"/>
          </a:xfrm>
        </p:spPr>
        <p:txBody>
          <a:bodyPr>
            <a:noAutofit/>
          </a:bodyPr>
          <a:lstStyle/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Mpanome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hatakay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tsitoha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Iarovinao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4414" y="-24"/>
            <a:ext cx="6786610" cy="71438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190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4282" y="1000108"/>
            <a:ext cx="8929718" cy="5500726"/>
          </a:xfrm>
        </p:spPr>
        <p:txBody>
          <a:bodyPr>
            <a:noAutofit/>
          </a:bodyPr>
          <a:lstStyle/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tanora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tahio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vaventy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hafanao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hitanay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tenanao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b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</a:b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4414" y="-24"/>
            <a:ext cx="6786610" cy="71438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smtClean="0">
                <a:solidFill>
                  <a:srgbClr val="0070C0"/>
                </a:solidFill>
                <a:latin typeface="Cambria" pitchFamily="18" charset="0"/>
              </a:rPr>
              <a:t>HIRA 190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</Words>
  <Application>Microsoft Office PowerPoint</Application>
  <PresentationFormat>Affichage à l'écran (4:3)</PresentationFormat>
  <Paragraphs>12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Thème Office</vt:lpstr>
      <vt:lpstr> 1. Ry Fanahy Mpanazava  Miandrandra Anao zahay; Aza ela, fa tongava,  Taomy ny fanahinay, </vt:lpstr>
      <vt:lpstr>Mba ho fantatray mazava Izay lazain'ny teninao: Areheto lalandava Ao am-po ny afonao. </vt:lpstr>
      <vt:lpstr>2. Ry Jesosy!  Mitenena  Araka ny fombanao, Aminay izay manantena  Mba handre ny feonao</vt:lpstr>
      <vt:lpstr>Fo marary sy manahy  Mba tsaboy sy iantrao Ny te-hino, fa tsy sahy,  Anehoy ny holatrao</vt:lpstr>
      <vt:lpstr>3. Rainay, Mpanome ny soa,  Mba henoy ny hatakay, Ka ny tananao tsitoha  Iarovinao anay; </vt:lpstr>
      <vt:lpstr>Ny tanora mba tahio, Ny vaventy hafanao,  Mba ho hitanay anio  Fa aty ny tenanao.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1. Ry Fanahy Mpanazava  Miandrandra Anao zahay; Aza ela, fa tongava,  Taomy ny fanahinay, </dc:title>
  <dc:creator>M</dc:creator>
  <cp:lastModifiedBy>c060</cp:lastModifiedBy>
  <cp:revision>4</cp:revision>
  <dcterms:created xsi:type="dcterms:W3CDTF">2012-11-26T19:46:58Z</dcterms:created>
  <dcterms:modified xsi:type="dcterms:W3CDTF">2016-03-26T02:41:11Z</dcterms:modified>
</cp:coreProperties>
</file>