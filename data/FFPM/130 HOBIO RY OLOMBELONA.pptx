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  <p:sldId id="262" r:id="rId5"/>
    <p:sldId id="263" r:id="rId6"/>
    <p:sldId id="26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Hobio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olombelona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rava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Misokatra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aizina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tahotra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resin'ny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mazava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Kristy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deraina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hajaina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928802"/>
            <a:ext cx="9144000" cy="49291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Tompon'aina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mahavonjy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He!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làlana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ambony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mahasambatra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sitraky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fony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929486" cy="928646"/>
          </a:xfrm>
        </p:spPr>
        <p:txBody>
          <a:bodyPr>
            <a:normAutofit/>
          </a:bodyPr>
          <a:lstStyle/>
          <a:p>
            <a:pPr algn="ctr"/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sz="4400" b="1" dirty="0" smtClean="0">
                <a:solidFill>
                  <a:srgbClr val="002060"/>
                </a:solidFill>
                <a:latin typeface="Cambria" pitchFamily="18" charset="0"/>
              </a:rPr>
              <a:t>130</a:t>
            </a:r>
            <a:endParaRPr lang="fr-FR" sz="4400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Mitomany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ho any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Amin-dRainy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hainy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95</Words>
  <PresentationFormat>Affichage à l'écran (4:3)</PresentationFormat>
  <Paragraphs>26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130</vt:lpstr>
      <vt:lpstr>HIRA 130</vt:lpstr>
      <vt:lpstr>HIRA 130</vt:lpstr>
      <vt:lpstr>HIRA 130</vt:lpstr>
      <vt:lpstr>HIRA 130</vt:lpstr>
      <vt:lpstr>HIRA 130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115</dc:title>
  <dc:creator>M</dc:creator>
  <cp:lastModifiedBy>M</cp:lastModifiedBy>
  <cp:revision>10</cp:revision>
  <dcterms:created xsi:type="dcterms:W3CDTF">2012-10-21T18:56:48Z</dcterms:created>
  <dcterms:modified xsi:type="dcterms:W3CDTF">2013-07-03T07:06:13Z</dcterms:modified>
</cp:coreProperties>
</file>