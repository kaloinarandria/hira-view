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19/11/2016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499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2318" y="507926"/>
            <a:ext cx="885828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Inona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re,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atakaloko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An'i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mpisoloko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zavatra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levona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499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286940" cy="628652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hazoniko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To</a:t>
            </a:r>
          </a:p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maty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jiro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am-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soloako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inona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inona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499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71480"/>
            <a:ext cx="9286940" cy="628652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fiainako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fiarovako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maty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nefa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novelominy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499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71480"/>
            <a:ext cx="9286940" cy="628652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mahantra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nafindra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anjarako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ampy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499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71480"/>
            <a:ext cx="9286940" cy="628652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O,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mamela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fanahiko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Hisaraka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mpanomponao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499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000108"/>
            <a:ext cx="9286940" cy="5857892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velomy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fitiavako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tohano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fandehanako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 marL="914400" indent="-914400"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hanarahako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lalana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nalehanao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144</Words>
  <Application>Microsoft Office PowerPoint</Application>
  <PresentationFormat>Affichage à l'écran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HIRA 499</vt:lpstr>
      <vt:lpstr>HIRA 499</vt:lpstr>
      <vt:lpstr>HIRA 499</vt:lpstr>
      <vt:lpstr>HIRA 499</vt:lpstr>
      <vt:lpstr>HIRA 499</vt:lpstr>
      <vt:lpstr>HIRA 499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489: 3</dc:title>
  <dc:creator>M</dc:creator>
  <cp:lastModifiedBy>c060</cp:lastModifiedBy>
  <cp:revision>9</cp:revision>
  <dcterms:created xsi:type="dcterms:W3CDTF">2012-10-02T21:36:53Z</dcterms:created>
  <dcterms:modified xsi:type="dcterms:W3CDTF">2016-11-19T07:23:53Z</dcterms:modified>
</cp:coreProperties>
</file>