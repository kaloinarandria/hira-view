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46" d="100"/>
          <a:sy n="46" d="100"/>
        </p:scale>
        <p:origin x="-102" y="-3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532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5400" dirty="0" smtClean="0">
                <a:latin typeface="Cambria" pitchFamily="18" charset="0"/>
              </a:rPr>
              <a:t>1. </a:t>
            </a:r>
            <a:r>
              <a:rPr lang="en-US" sz="5400" dirty="0" err="1" smtClean="0">
                <a:latin typeface="Cambria" pitchFamily="18" charset="0"/>
              </a:rPr>
              <a:t>Ry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Jeso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lohan'ny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mpandefîtra</a:t>
            </a:r>
            <a:r>
              <a:rPr lang="en-US" sz="54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Nilaozanao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ny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voninahitrao</a:t>
            </a:r>
            <a:r>
              <a:rPr lang="en-US" sz="54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Mba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hahatonga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anay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mpiavona</a:t>
            </a:r>
            <a:endParaRPr lang="en-US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Hanetry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tena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eo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imasonao</a:t>
            </a:r>
            <a:r>
              <a:rPr lang="en-US" sz="5400" dirty="0" smtClean="0">
                <a:latin typeface="Cambria" pitchFamily="18" charset="0"/>
              </a:rPr>
              <a:t>.</a:t>
            </a:r>
            <a:endParaRPr lang="en-US" sz="54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532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5400" dirty="0" smtClean="0">
                <a:latin typeface="Cambria" pitchFamily="18" charset="0"/>
              </a:rPr>
              <a:t>2. </a:t>
            </a:r>
            <a:r>
              <a:rPr lang="en-US" sz="5400" dirty="0" err="1" smtClean="0">
                <a:latin typeface="Cambria" pitchFamily="18" charset="0"/>
              </a:rPr>
              <a:t>Ry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tsy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miavonavona</a:t>
            </a:r>
            <a:r>
              <a:rPr lang="en-US" sz="5400" dirty="0" smtClean="0">
                <a:latin typeface="Cambria" pitchFamily="18" charset="0"/>
              </a:rPr>
              <a:t> am-</a:t>
            </a:r>
            <a:r>
              <a:rPr lang="en-US" sz="5400" dirty="0" err="1" smtClean="0">
                <a:latin typeface="Cambria" pitchFamily="18" charset="0"/>
              </a:rPr>
              <a:t>po</a:t>
            </a:r>
            <a:r>
              <a:rPr lang="en-US" sz="5400" dirty="0" smtClean="0">
                <a:latin typeface="Cambria" pitchFamily="18" charset="0"/>
              </a:rPr>
              <a:t>! </a:t>
            </a:r>
          </a:p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Izaho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te-hianatra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aminao</a:t>
            </a:r>
            <a:r>
              <a:rPr lang="en-US" sz="54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Mba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hitsaharan'ny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fanahiko</a:t>
            </a:r>
            <a:r>
              <a:rPr lang="en-US" sz="54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Fa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mampiadam-po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ny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entanao</a:t>
            </a:r>
            <a:r>
              <a:rPr lang="en-US" sz="54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endParaRPr lang="en-US" sz="54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532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5400" dirty="0" smtClean="0">
                <a:latin typeface="Cambria" pitchFamily="18" charset="0"/>
              </a:rPr>
              <a:t>3. </a:t>
            </a:r>
            <a:r>
              <a:rPr lang="en-US" sz="5400" dirty="0" err="1" smtClean="0">
                <a:latin typeface="Cambria" pitchFamily="18" charset="0"/>
              </a:rPr>
              <a:t>Ny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fietrenao</a:t>
            </a:r>
            <a:r>
              <a:rPr lang="en-US" sz="5400" dirty="0" smtClean="0">
                <a:latin typeface="Cambria" pitchFamily="18" charset="0"/>
              </a:rPr>
              <a:t>, </a:t>
            </a:r>
            <a:r>
              <a:rPr lang="en-US" sz="5400" dirty="0" err="1" smtClean="0">
                <a:latin typeface="Cambria" pitchFamily="18" charset="0"/>
              </a:rPr>
              <a:t>ry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Voahombo</a:t>
            </a:r>
            <a:r>
              <a:rPr lang="en-US" sz="5400" dirty="0" smtClean="0">
                <a:latin typeface="Cambria" pitchFamily="18" charset="0"/>
              </a:rPr>
              <a:t> ô,</a:t>
            </a:r>
          </a:p>
          <a:p>
            <a:pPr>
              <a:buNone/>
            </a:pPr>
            <a:r>
              <a:rPr lang="en-US" sz="5400" dirty="0" smtClean="0">
                <a:latin typeface="Cambria" pitchFamily="18" charset="0"/>
              </a:rPr>
              <a:t>No </a:t>
            </a:r>
            <a:r>
              <a:rPr lang="en-US" sz="5400" dirty="0" err="1" smtClean="0">
                <a:latin typeface="Cambria" pitchFamily="18" charset="0"/>
              </a:rPr>
              <a:t>iakaram-boninahitra</a:t>
            </a:r>
            <a:r>
              <a:rPr lang="en-US" sz="54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Ny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tany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sy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ny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lanitra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vaovao</a:t>
            </a:r>
            <a:r>
              <a:rPr lang="en-US" sz="54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Hataonao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lovan'ny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mpandefitra</a:t>
            </a:r>
            <a:r>
              <a:rPr lang="en-US" sz="5400" dirty="0" smtClean="0">
                <a:latin typeface="Cambria" pitchFamily="18" charset="0"/>
              </a:rPr>
              <a:t>.</a:t>
            </a:r>
            <a:endParaRPr lang="en-US" sz="54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532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4. </a:t>
            </a:r>
            <a:r>
              <a:rPr lang="en-US" sz="6000" dirty="0" err="1" smtClean="0">
                <a:latin typeface="Cambria" pitchFamily="18" charset="0"/>
              </a:rPr>
              <a:t>Mifandefera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mifanajà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samy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voavela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heloka</a:t>
            </a:r>
            <a:r>
              <a:rPr lang="en-US" sz="6000" dirty="0" smtClean="0">
                <a:latin typeface="Cambria" pitchFamily="18" charset="0"/>
              </a:rPr>
              <a:t>!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Miraisa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hazofijaliana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Hiraisantsika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voninahitra</a:t>
            </a:r>
            <a:endParaRPr lang="en-US" sz="60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85</Words>
  <PresentationFormat>Affichage à l'écran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Hira 532</vt:lpstr>
      <vt:lpstr>Hira 532</vt:lpstr>
      <vt:lpstr>Hira 532</vt:lpstr>
      <vt:lpstr>Hira 532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530</dc:title>
  <dc:creator>M</dc:creator>
  <cp:lastModifiedBy>M</cp:lastModifiedBy>
  <cp:revision>6</cp:revision>
  <dcterms:created xsi:type="dcterms:W3CDTF">2012-10-10T06:45:31Z</dcterms:created>
  <dcterms:modified xsi:type="dcterms:W3CDTF">2013-10-16T17:21:15Z</dcterms:modified>
</cp:coreProperties>
</file>