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43365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hatrizao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lo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Mamabo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714488"/>
            <a:ext cx="8147902" cy="46434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marina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Hiainanay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43365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714488"/>
            <a:ext cx="8147902" cy="46434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43365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mankaleo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Mamelombelona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500174"/>
            <a:ext cx="8505092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satrinay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Andriananaharinay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43365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208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714488"/>
            <a:ext cx="8147902" cy="46434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hanenika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111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208</vt:lpstr>
      <vt:lpstr>HIRA 208</vt:lpstr>
      <vt:lpstr>HIRA 208</vt:lpstr>
      <vt:lpstr>HIRA 208</vt:lpstr>
      <vt:lpstr>HIRA 208</vt:lpstr>
      <vt:lpstr>HIRA 208</vt:lpstr>
      <vt:lpstr>HIRA 208</vt:lpstr>
      <vt:lpstr>HIRA 208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207: 2, 3</dc:title>
  <dc:creator>M</dc:creator>
  <cp:lastModifiedBy>M</cp:lastModifiedBy>
  <cp:revision>5</cp:revision>
  <dcterms:created xsi:type="dcterms:W3CDTF">2012-10-02T21:48:20Z</dcterms:created>
  <dcterms:modified xsi:type="dcterms:W3CDTF">2014-06-03T19:44:40Z</dcterms:modified>
</cp:coreProperties>
</file>