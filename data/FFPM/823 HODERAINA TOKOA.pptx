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718" autoAdjust="0"/>
    <p:restoredTop sz="94660"/>
  </p:normalViewPr>
  <p:slideViewPr>
    <p:cSldViewPr>
      <p:cViewPr varScale="1">
        <p:scale>
          <a:sx n="59" d="100"/>
          <a:sy n="59" d="100"/>
        </p:scale>
        <p:origin x="-102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823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Hoderaina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Hianao</a:t>
            </a:r>
            <a:r>
              <a:rPr lang="fr-FR" sz="6600" dirty="0" smtClean="0">
                <a:latin typeface="Cambria" pitchFamily="18" charset="0"/>
              </a:rPr>
              <a:t>, ô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Ray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Noho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nomenao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anay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823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Teninao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Baiboly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Andriamanitra</a:t>
            </a:r>
            <a:r>
              <a:rPr lang="fr-FR" sz="6600" dirty="0" smtClean="0">
                <a:latin typeface="Cambria" pitchFamily="18" charset="0"/>
              </a:rPr>
              <a:t> o!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Teny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fiainana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an'izao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tontolo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823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Fa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nomenao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ô, Ray </a:t>
            </a:r>
            <a:r>
              <a:rPr lang="fr-FR" sz="6600" dirty="0" err="1" smtClean="0">
                <a:latin typeface="Cambria" pitchFamily="18" charset="0"/>
              </a:rPr>
              <a:t>Tsitoha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Manadio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manavao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Mampahery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823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Teninao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Baiboly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Andriamanitra</a:t>
            </a:r>
            <a:r>
              <a:rPr lang="fr-FR" sz="6600" dirty="0" smtClean="0">
                <a:latin typeface="Cambria" pitchFamily="18" charset="0"/>
              </a:rPr>
              <a:t> o!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Teny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fiainana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an'izao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tontolo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823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Mitsangàna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hanompo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0!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tenin'ny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No </a:t>
            </a:r>
            <a:r>
              <a:rPr lang="fr-FR" sz="6600" dirty="0" err="1" smtClean="0">
                <a:latin typeface="Cambria" pitchFamily="18" charset="0"/>
              </a:rPr>
              <a:t>torio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ambarao</a:t>
            </a:r>
            <a:r>
              <a:rPr lang="fr-FR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823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Teninao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Baiboly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Andriamanitra</a:t>
            </a:r>
            <a:r>
              <a:rPr lang="fr-FR" sz="6600" dirty="0" smtClean="0">
                <a:latin typeface="Cambria" pitchFamily="18" charset="0"/>
              </a:rPr>
              <a:t> o!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Teny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fiainana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an'izao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tontolo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823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4. Dia </a:t>
            </a:r>
            <a:r>
              <a:rPr lang="fr-FR" sz="6600" dirty="0" err="1" smtClean="0">
                <a:latin typeface="Cambria" pitchFamily="18" charset="0"/>
              </a:rPr>
              <a:t>tariho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lalandava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hiely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Ray,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Teny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hanazava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Ity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firenenay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/>
              <a:t>HIRA </a:t>
            </a:r>
            <a:r>
              <a:rPr lang="fr-FR" b="1" dirty="0" smtClean="0"/>
              <a:t>823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Teninao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Baiboly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Andriamanitra</a:t>
            </a:r>
            <a:r>
              <a:rPr lang="fr-FR" sz="6600" dirty="0" smtClean="0">
                <a:latin typeface="Cambria" pitchFamily="18" charset="0"/>
              </a:rPr>
              <a:t> o!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Teny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fiainana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an'izao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tontolo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146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823</vt:lpstr>
      <vt:lpstr>HIRA 823</vt:lpstr>
      <vt:lpstr>HIRA 823</vt:lpstr>
      <vt:lpstr>HIRA 823</vt:lpstr>
      <vt:lpstr>HIRA 823</vt:lpstr>
      <vt:lpstr>HIRA 823</vt:lpstr>
      <vt:lpstr>HIRA 823</vt:lpstr>
      <vt:lpstr>HIRA 823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22</cp:revision>
  <dcterms:created xsi:type="dcterms:W3CDTF">2012-12-02T01:28:21Z</dcterms:created>
  <dcterms:modified xsi:type="dcterms:W3CDTF">2013-01-18T20:24:25Z</dcterms:modified>
</cp:coreProperties>
</file>