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6" r:id="rId6"/>
    <p:sldId id="265" r:id="rId7"/>
    <p:sldId id="268" r:id="rId8"/>
    <p:sldId id="26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Raisonao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fanatitray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Hamasino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atolotray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endParaRPr lang="it-IT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:,: </a:t>
            </a:r>
            <a:r>
              <a:rPr lang="it-IT" sz="6000" dirty="0" smtClean="0">
                <a:latin typeface="Cambria" pitchFamily="18" charset="0"/>
              </a:rPr>
              <a:t>Raiso re, ho Anao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Ho fanati-tsitrakao!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2. He, Anao, ry Tompo soa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Izay rehetra anananay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Ny harena, vola koa,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Taminao, Jehovah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endParaRPr lang="it-IT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:,: </a:t>
            </a:r>
            <a:r>
              <a:rPr lang="it-IT" sz="6000" dirty="0" smtClean="0">
                <a:latin typeface="Cambria" pitchFamily="18" charset="0"/>
              </a:rPr>
              <a:t>Raiso re, ho Anao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Ho fanati-tsitrakao!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3. Na dia kely aza, Tompo,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Ka tsy mendrika Anao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Raiso ho entina hanompo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Sy hanao ny sitrakao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endParaRPr lang="it-IT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:,: </a:t>
            </a:r>
            <a:r>
              <a:rPr lang="it-IT" sz="6000" dirty="0" smtClean="0">
                <a:latin typeface="Cambria" pitchFamily="18" charset="0"/>
              </a:rPr>
              <a:t>Raiso re, ho Anao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Ho fanati-tsitrakao!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4. Indro, Tompo, raiso koa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Tena, fo, fanahinay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Mba ho fiasana koa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Eo </a:t>
            </a:r>
            <a:r>
              <a:rPr lang="it-IT" sz="6000" dirty="0" smtClean="0">
                <a:latin typeface="Cambria" pitchFamily="18" charset="0"/>
              </a:rPr>
              <a:t>an-tànanao </a:t>
            </a:r>
            <a:r>
              <a:rPr lang="it-IT" sz="6000" dirty="0" smtClean="0">
                <a:latin typeface="Cambria" pitchFamily="18" charset="0"/>
              </a:rPr>
              <a:t>izahay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275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endParaRPr lang="it-IT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:,: </a:t>
            </a:r>
            <a:r>
              <a:rPr lang="it-IT" sz="6000" dirty="0" smtClean="0">
                <a:latin typeface="Cambria" pitchFamily="18" charset="0"/>
              </a:rPr>
              <a:t>Raiso re, ho Anao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Ho fanati-tsitrakao!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275 </vt:lpstr>
      <vt:lpstr>HIRA 275 </vt:lpstr>
      <vt:lpstr>HIRA 275 </vt:lpstr>
      <vt:lpstr>HIRA 275 </vt:lpstr>
      <vt:lpstr>HIRA 275 </vt:lpstr>
      <vt:lpstr>HIRA 275 </vt:lpstr>
      <vt:lpstr>HIRA 275 </vt:lpstr>
      <vt:lpstr>HIRA 275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3</cp:revision>
  <dcterms:created xsi:type="dcterms:W3CDTF">2012-10-03T08:01:55Z</dcterms:created>
  <dcterms:modified xsi:type="dcterms:W3CDTF">2012-12-26T21:45:25Z</dcterms:modified>
</cp:coreProperties>
</file>