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1" d="100"/>
          <a:sy n="41" d="100"/>
        </p:scale>
        <p:origin x="-18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42978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Avelao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isika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te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tia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Mpanavotra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antsika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Hanaraka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42978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</a:t>
            </a:r>
            <a:r>
              <a:rPr lang="en-US" sz="7200" dirty="0" err="1" smtClean="0">
                <a:latin typeface="Cambria" pitchFamily="18" charset="0"/>
              </a:rPr>
              <a:t>Aoka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fantantsika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fitiavany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anton'ny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asany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Hiderantsika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Azy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42978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Be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fiantrany</a:t>
            </a:r>
            <a:r>
              <a:rPr lang="en-US" sz="7200" dirty="0" smtClean="0">
                <a:latin typeface="Cambria" pitchFamily="18" charset="0"/>
              </a:rPr>
              <a:t>,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Nijery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ory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Tratran-dRainy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nialany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teraka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olona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85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1071546"/>
            <a:ext cx="9786974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Be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fiantrany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Nijaly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maty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Hamonjeny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mpanota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Izy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hisaorana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60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85</vt:lpstr>
      <vt:lpstr>HIRA 85</vt:lpstr>
      <vt:lpstr>HIRA 85</vt:lpstr>
      <vt:lpstr>HIRA 85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15</cp:revision>
  <dcterms:created xsi:type="dcterms:W3CDTF">2012-12-08T21:27:25Z</dcterms:created>
  <dcterms:modified xsi:type="dcterms:W3CDTF">2013-07-02T16:40:01Z</dcterms:modified>
</cp:coreProperties>
</file>