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6" r:id="rId5"/>
    <p:sldId id="263" r:id="rId6"/>
    <p:sldId id="267" r:id="rId7"/>
    <p:sldId id="264" r:id="rId8"/>
    <p:sldId id="268" r:id="rId9"/>
    <p:sldId id="265" r:id="rId10"/>
    <p:sldId id="269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7" autoAdjust="0"/>
    <p:restoredTop sz="94660"/>
  </p:normalViewPr>
  <p:slideViewPr>
    <p:cSldViewPr>
      <p:cViewPr varScale="1">
        <p:scale>
          <a:sx n="65" d="100"/>
          <a:sy n="65" d="100"/>
        </p:scale>
        <p:origin x="133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29/07/2018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anjarasoa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mahafa-po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manam-paharoa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: </a:t>
            </a:r>
            <a:r>
              <a:rPr lang="en-US" sz="6600" dirty="0" err="1" smtClean="0">
                <a:latin typeface="Cambria" pitchFamily="18" charset="0"/>
              </a:rPr>
              <a:t>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hatr'ary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doria</a:t>
            </a:r>
            <a:r>
              <a:rPr lang="en-US" sz="6600" dirty="0" smtClean="0">
                <a:latin typeface="Cambria" pitchFamily="18" charset="0"/>
              </a:rPr>
              <a:t> 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Vola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harena</a:t>
            </a:r>
            <a:r>
              <a:rPr lang="en-US" sz="6600" dirty="0" smtClean="0">
                <a:latin typeface="Cambria" pitchFamily="18" charset="0"/>
              </a:rPr>
              <a:t> be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hoe: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: </a:t>
            </a:r>
            <a:r>
              <a:rPr lang="en-US" sz="6600" dirty="0" err="1" smtClean="0">
                <a:latin typeface="Cambria" pitchFamily="18" charset="0"/>
              </a:rPr>
              <a:t>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hatr'ary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doria</a:t>
            </a:r>
            <a:r>
              <a:rPr lang="en-US" sz="6600" dirty="0" smtClean="0">
                <a:latin typeface="Cambria" pitchFamily="18" charset="0"/>
              </a:rPr>
              <a:t> 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Fahefana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Mahafatifaty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: </a:t>
            </a:r>
            <a:r>
              <a:rPr lang="en-US" sz="6600" dirty="0" err="1" smtClean="0">
                <a:latin typeface="Cambria" pitchFamily="18" charset="0"/>
              </a:rPr>
              <a:t>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hatr'ary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doria</a:t>
            </a:r>
            <a:r>
              <a:rPr lang="en-US" sz="6600" dirty="0" smtClean="0">
                <a:latin typeface="Cambria" pitchFamily="18" charset="0"/>
              </a:rPr>
              <a:t> 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hamoizako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mandao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: </a:t>
            </a:r>
            <a:r>
              <a:rPr lang="en-US" sz="6600" dirty="0" err="1" smtClean="0">
                <a:latin typeface="Cambria" pitchFamily="18" charset="0"/>
              </a:rPr>
              <a:t>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hatr'ary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doria</a:t>
            </a:r>
            <a:r>
              <a:rPr lang="en-US" sz="6600" dirty="0" smtClean="0">
                <a:latin typeface="Cambria" pitchFamily="18" charset="0"/>
              </a:rPr>
              <a:t> 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zo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lova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lo;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fianinam-po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: </a:t>
            </a:r>
            <a:r>
              <a:rPr lang="en-US" sz="6600" dirty="0" err="1" smtClean="0">
                <a:latin typeface="Cambria" pitchFamily="18" charset="0"/>
              </a:rPr>
              <a:t>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hatr'ary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doria</a:t>
            </a:r>
            <a:r>
              <a:rPr lang="en-US" sz="6600" dirty="0" smtClean="0">
                <a:latin typeface="Cambria" pitchFamily="18" charset="0"/>
              </a:rPr>
              <a:t> 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209</Words>
  <Application>Microsoft Office PowerPoint</Application>
  <PresentationFormat>Affichage à l'écran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Thème Office</vt:lpstr>
      <vt:lpstr>Hira 479</vt:lpstr>
      <vt:lpstr>Hira 479</vt:lpstr>
      <vt:lpstr>Hira 479</vt:lpstr>
      <vt:lpstr>Hira 479</vt:lpstr>
      <vt:lpstr>Hira 479</vt:lpstr>
      <vt:lpstr>Hira 479</vt:lpstr>
      <vt:lpstr>Hira 479</vt:lpstr>
      <vt:lpstr>Hira 479</vt:lpstr>
      <vt:lpstr>Hira 479</vt:lpstr>
      <vt:lpstr>Hira 479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fjkmmandrosoa ilafy</cp:lastModifiedBy>
  <cp:revision>10</cp:revision>
  <dcterms:created xsi:type="dcterms:W3CDTF">2012-10-02T21:16:57Z</dcterms:created>
  <dcterms:modified xsi:type="dcterms:W3CDTF">2018-07-29T10:53:05Z</dcterms:modified>
</cp:coreProperties>
</file>