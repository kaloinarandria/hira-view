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4" r:id="rId4"/>
    <p:sldId id="275" r:id="rId5"/>
    <p:sldId id="276" r:id="rId6"/>
    <p:sldId id="277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621" autoAdjust="0"/>
    <p:restoredTop sz="94660"/>
  </p:normalViewPr>
  <p:slideViewPr>
    <p:cSldViewPr>
      <p:cViewPr varScale="1">
        <p:scale>
          <a:sx n="56" d="100"/>
          <a:sy n="56" d="100"/>
        </p:scale>
        <p:origin x="-102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14290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58579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Mihainoa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Ziona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Mpanjakanao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Re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hatrany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lavitra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hobin'ny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olona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214422"/>
            <a:ext cx="8929718" cy="5429288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Mifalia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Indro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tsenao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9286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2. Indro Ilay miakatra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Mila tsy ho fantatra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Ho Mpanjaka marina,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Fa mietry lalina;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785926"/>
            <a:ext cx="8929718" cy="485778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Mpanjakanao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Ziona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142900"/>
            <a:ext cx="822960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3. Mandrosoa, Tompo </a:t>
            </a: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ô</a:t>
            </a:r>
            <a:endParaRPr lang="it-IT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Mba hanjaka amiko;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Faly re ny olonao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Raha tonga Hianao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785926"/>
            <a:ext cx="8929718" cy="485778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O,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hosana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nandrasanay</a:t>
            </a:r>
            <a:r>
              <a:rPr lang="en-US" sz="6600" b="1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92</Words>
  <PresentationFormat>Affichage à l'écran (4:3)</PresentationFormat>
  <Paragraphs>25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37</vt:lpstr>
      <vt:lpstr>HIRA 37</vt:lpstr>
      <vt:lpstr>HIRA 37</vt:lpstr>
      <vt:lpstr>HIRA 37</vt:lpstr>
      <vt:lpstr>HIRA 37</vt:lpstr>
      <vt:lpstr>HIRA 37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28: 1, 3</dc:title>
  <dc:creator>M</dc:creator>
  <cp:lastModifiedBy>M</cp:lastModifiedBy>
  <cp:revision>8</cp:revision>
  <dcterms:created xsi:type="dcterms:W3CDTF">2012-10-03T07:22:00Z</dcterms:created>
  <dcterms:modified xsi:type="dcterms:W3CDTF">2014-08-04T13:26:24Z</dcterms:modified>
</cp:coreProperties>
</file>