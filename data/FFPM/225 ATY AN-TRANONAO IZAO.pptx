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712" autoAdjust="0"/>
    <p:restoredTop sz="94660"/>
  </p:normalViewPr>
  <p:slideViewPr>
    <p:cSldViewPr>
      <p:cViewPr varScale="1">
        <p:scale>
          <a:sx n="46" d="100"/>
          <a:sy n="46" d="100"/>
        </p:scale>
        <p:origin x="-114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28690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tranonao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iangonanay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Hitady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Hahafaka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ota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3008"/>
            <a:ext cx="892968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Hiantso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Handinika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teninao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ambinonao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Na </a:t>
            </a:r>
            <a:r>
              <a:rPr lang="en-US" sz="6600" dirty="0" err="1" smtClean="0">
                <a:latin typeface="Cambria" pitchFamily="18" charset="0"/>
              </a:rPr>
              <a:t>vitsy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be no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lalovanao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Atreho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1000108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fofonain'ny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mahavelom-po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mangatsia-po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785794"/>
            <a:ext cx="9144000" cy="62151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Hanetsika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mafy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tonga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mpino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mankato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lazain'ny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Hataon'ny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zanakao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Amporisihinao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hankafy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fanavotanao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857232"/>
            <a:ext cx="9144000" cy="62151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sokafinao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fananaranao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Ambininao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irakao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Tolorinao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hevitrao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225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2151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Sokafy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vavany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Tendreo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lelany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Hilaza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185</Words>
  <PresentationFormat>Affichage à l'écran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225 </vt:lpstr>
      <vt:lpstr>HIRA 225 </vt:lpstr>
      <vt:lpstr>HIRA 225 </vt:lpstr>
      <vt:lpstr>HIRA 225 </vt:lpstr>
      <vt:lpstr>HIRA 225 </vt:lpstr>
      <vt:lpstr>HIRA 225 </vt:lpstr>
      <vt:lpstr>HIRA 225 </vt:lpstr>
      <vt:lpstr>HIRA 216 </vt:lpstr>
      <vt:lpstr>HIRA 225 </vt:lpstr>
      <vt:lpstr>HIRA 225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10</cp:revision>
  <dcterms:created xsi:type="dcterms:W3CDTF">2012-10-03T08:17:13Z</dcterms:created>
  <dcterms:modified xsi:type="dcterms:W3CDTF">2014-08-03T10:16:20Z</dcterms:modified>
</cp:coreProperties>
</file>