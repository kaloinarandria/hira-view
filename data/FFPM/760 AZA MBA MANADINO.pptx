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718" autoAdjust="0"/>
    <p:restoredTop sz="94660"/>
  </p:normalViewPr>
  <p:slideViewPr>
    <p:cSldViewPr>
      <p:cViewPr varScale="1">
        <p:scale>
          <a:sx n="60" d="100"/>
          <a:sy n="60" d="100"/>
        </p:scale>
        <p:origin x="-40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24/05/2014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760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1071546"/>
            <a:ext cx="8786842" cy="578645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Aza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manadino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ray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reninao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nitaiza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nanasoa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760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1071546"/>
            <a:ext cx="8858280" cy="578645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Ka na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aiza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na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aiza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aleha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an-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lavitra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Aza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manadino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ray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reninao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760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1071546"/>
            <a:ext cx="8715404" cy="578645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Tsara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Tsara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Eny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hadinonay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ray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reninay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760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Aza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manadino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tanindrazanao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Tsarovy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tanàna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nahabe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760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1000108"/>
            <a:ext cx="8786842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Fadio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mety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fanaony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fahizay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Aza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manadino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tanindrazanao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760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Tsara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Tsara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Eny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hadinonay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tanindrazanay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760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Aza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manadino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ireo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mpitondra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Araho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lalàna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hiadananao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760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Ka na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aiza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na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aiza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aleha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an-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lavitra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Aza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manadino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Ireo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mpitondra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760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Tsara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Tsara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Eny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hadinonay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mpitondra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760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Aza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manadino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fivavahanao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Ataovy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isan'andro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hamonjena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760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Mpitondra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 ray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reny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tena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Aza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manadino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fivavahanao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760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Tsara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Tsara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Eny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hadinonay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fivavahanay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207</Words>
  <PresentationFormat>Affichage à l'écran (4:3)</PresentationFormat>
  <Paragraphs>42</Paragraphs>
  <Slides>12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3" baseType="lpstr">
      <vt:lpstr>Thème Office</vt:lpstr>
      <vt:lpstr>HIRA 760</vt:lpstr>
      <vt:lpstr>HIRA 760</vt:lpstr>
      <vt:lpstr>HIRA 760</vt:lpstr>
      <vt:lpstr>HIRA 760</vt:lpstr>
      <vt:lpstr>HIRA 760</vt:lpstr>
      <vt:lpstr>HIRA 760</vt:lpstr>
      <vt:lpstr>HIRA 760</vt:lpstr>
      <vt:lpstr>HIRA 760</vt:lpstr>
      <vt:lpstr>HIRA 760</vt:lpstr>
      <vt:lpstr>HIRA 760</vt:lpstr>
      <vt:lpstr>HIRA 760</vt:lpstr>
      <vt:lpstr>HIRA 760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691</dc:title>
  <dc:creator>M</dc:creator>
  <cp:lastModifiedBy>M</cp:lastModifiedBy>
  <cp:revision>12</cp:revision>
  <dcterms:created xsi:type="dcterms:W3CDTF">2012-12-02T01:28:21Z</dcterms:created>
  <dcterms:modified xsi:type="dcterms:W3CDTF">2014-05-24T17:43:30Z</dcterms:modified>
</cp:coreProperties>
</file>