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76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Miderà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anareo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Manandrata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Kristy,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vehivavy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76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Andriananahary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anareo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any </a:t>
            </a:r>
            <a:r>
              <a:rPr lang="en-US" sz="6600" dirty="0" err="1" smtClean="0">
                <a:latin typeface="Cambria" pitchFamily="18" charset="0"/>
              </a:rPr>
              <a:t>Betlehema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'Lay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anareo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76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105727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Taitra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ondry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nivadi-po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taitra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76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Sitraky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Nidina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nankaty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any </a:t>
            </a:r>
            <a:r>
              <a:rPr lang="en-US" sz="6600" dirty="0" err="1" smtClean="0">
                <a:latin typeface="Cambria" pitchFamily="18" charset="0"/>
              </a:rPr>
              <a:t>Betlehema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Kristy,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76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taitra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matokia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Manatòna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mihainoa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Mazotoa</a:t>
            </a:r>
            <a:r>
              <a:rPr lang="en-US" sz="6600" dirty="0" smtClean="0">
                <a:latin typeface="Cambria" pitchFamily="18" charset="0"/>
              </a:rPr>
              <a:t>, ka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Maneke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Arahaba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76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70" y="785794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Tompom-pihavananay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Arahaba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Mpanavo-dehibe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144</Words>
  <PresentationFormat>Affichage à l'écran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76</vt:lpstr>
      <vt:lpstr>HIRA 76</vt:lpstr>
      <vt:lpstr>HIRA 76</vt:lpstr>
      <vt:lpstr>HIRA 76</vt:lpstr>
      <vt:lpstr>HIRA 76</vt:lpstr>
      <vt:lpstr>HIRA 76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8</cp:revision>
  <dcterms:created xsi:type="dcterms:W3CDTF">2012-12-08T21:27:25Z</dcterms:created>
  <dcterms:modified xsi:type="dcterms:W3CDTF">2013-07-02T16:28:31Z</dcterms:modified>
</cp:coreProperties>
</file>