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8" d="100"/>
          <a:sy n="58" d="100"/>
        </p:scale>
        <p:origin x="-336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108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Autofit/>
          </a:bodyPr>
          <a:lstStyle/>
          <a:p>
            <a:pPr marL="914400" indent="-914400">
              <a:buNone/>
            </a:pP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hazo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fijalianao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marL="914400" indent="-914400">
              <a:buNone/>
            </a:pP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maminay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marL="914400" indent="-914400">
              <a:buNone/>
            </a:pP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an'izao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tontolo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marL="914400" indent="-914400">
              <a:buNone/>
            </a:pP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famonjena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anay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108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85720" y="571480"/>
            <a:ext cx="8858280" cy="6286520"/>
          </a:xfrm>
        </p:spPr>
        <p:txBody>
          <a:bodyPr>
            <a:noAutofit/>
          </a:bodyPr>
          <a:lstStyle/>
          <a:p>
            <a:pPr marL="914400" indent="-914400"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Mivelatra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eo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ka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hitanay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914400" indent="-914400"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fitiavana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 marL="914400" indent="-914400"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ampianaro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914400" indent="-914400"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Ho be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fitia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108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14282" y="714356"/>
            <a:ext cx="8929718" cy="6143644"/>
          </a:xfrm>
        </p:spPr>
        <p:txBody>
          <a:bodyPr>
            <a:noAutofit/>
          </a:bodyPr>
          <a:lstStyle/>
          <a:p>
            <a:pPr marL="914400" indent="-914400">
              <a:buNone/>
            </a:pPr>
            <a:r>
              <a:rPr lang="en-US" sz="6400" b="1" dirty="0" smtClean="0">
                <a:solidFill>
                  <a:srgbClr val="002060"/>
                </a:solidFill>
                <a:latin typeface="Cambria" pitchFamily="18" charset="0"/>
              </a:rPr>
              <a:t>3. He! </a:t>
            </a:r>
            <a:r>
              <a:rPr lang="en-US" sz="6400" b="1" dirty="0" err="1" smtClean="0">
                <a:solidFill>
                  <a:srgbClr val="002060"/>
                </a:solidFill>
                <a:latin typeface="Cambria" pitchFamily="18" charset="0"/>
              </a:rPr>
              <a:t>Latsaka</a:t>
            </a:r>
            <a:r>
              <a:rPr lang="en-US" sz="6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400" b="1" dirty="0" err="1" smtClean="0">
                <a:solidFill>
                  <a:srgbClr val="002060"/>
                </a:solidFill>
                <a:latin typeface="Cambria" pitchFamily="18" charset="0"/>
              </a:rPr>
              <a:t>eo</a:t>
            </a:r>
            <a:r>
              <a:rPr lang="en-US" sz="64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6400" b="1" dirty="0" err="1" smtClean="0">
                <a:solidFill>
                  <a:srgbClr val="002060"/>
                </a:solidFill>
                <a:latin typeface="Cambria" pitchFamily="18" charset="0"/>
              </a:rPr>
              <a:t>avotray</a:t>
            </a:r>
            <a:endParaRPr lang="en-US" sz="64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914400" indent="-914400">
              <a:buNone/>
            </a:pPr>
            <a:r>
              <a:rPr lang="en-US" sz="64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400" b="1" dirty="0" err="1" smtClean="0">
                <a:solidFill>
                  <a:srgbClr val="002060"/>
                </a:solidFill>
                <a:latin typeface="Cambria" pitchFamily="18" charset="0"/>
              </a:rPr>
              <a:t>ranao</a:t>
            </a:r>
            <a:r>
              <a:rPr lang="en-US" sz="6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400" b="1" dirty="0" err="1" smtClean="0">
                <a:solidFill>
                  <a:srgbClr val="002060"/>
                </a:solidFill>
                <a:latin typeface="Cambria" pitchFamily="18" charset="0"/>
              </a:rPr>
              <a:t>masina</a:t>
            </a:r>
            <a:r>
              <a:rPr lang="en-US" sz="6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4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400" b="1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endParaRPr lang="en-US" sz="64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914400" indent="-914400">
              <a:buNone/>
            </a:pPr>
            <a:r>
              <a:rPr lang="en-US" sz="64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4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400" b="1" dirty="0" err="1" smtClean="0">
                <a:solidFill>
                  <a:srgbClr val="002060"/>
                </a:solidFill>
                <a:latin typeface="Cambria" pitchFamily="18" charset="0"/>
              </a:rPr>
              <a:t>sasao</a:t>
            </a:r>
            <a:r>
              <a:rPr lang="en-US" sz="6400" b="1" dirty="0" smtClean="0">
                <a:solidFill>
                  <a:srgbClr val="002060"/>
                </a:solidFill>
                <a:latin typeface="Cambria" pitchFamily="18" charset="0"/>
              </a:rPr>
              <a:t> re </a:t>
            </a:r>
            <a:r>
              <a:rPr lang="en-US" sz="6400" b="1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endParaRPr lang="en-US" sz="64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914400" indent="-914400">
              <a:buNone/>
            </a:pPr>
            <a:r>
              <a:rPr lang="en-US" sz="6400" b="1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en-US" sz="6400" b="1" dirty="0" err="1" smtClean="0">
                <a:solidFill>
                  <a:srgbClr val="002060"/>
                </a:solidFill>
                <a:latin typeface="Cambria" pitchFamily="18" charset="0"/>
              </a:rPr>
              <a:t>olona</a:t>
            </a:r>
            <a:r>
              <a:rPr lang="en-US" sz="6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400" b="1" dirty="0" err="1" smtClean="0">
                <a:solidFill>
                  <a:srgbClr val="002060"/>
                </a:solidFill>
                <a:latin typeface="Cambria" pitchFamily="18" charset="0"/>
              </a:rPr>
              <a:t>madio</a:t>
            </a:r>
            <a:r>
              <a:rPr lang="en-US" sz="6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400" b="1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r>
              <a:rPr lang="en-US" sz="64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108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14282" y="571480"/>
            <a:ext cx="8929718" cy="6286520"/>
          </a:xfrm>
        </p:spPr>
        <p:txBody>
          <a:bodyPr>
            <a:noAutofit/>
          </a:bodyPr>
          <a:lstStyle/>
          <a:p>
            <a:pPr marL="914400" indent="-914400">
              <a:buNone/>
            </a:pP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4.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Voatolotra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eo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anay</a:t>
            </a:r>
            <a:endParaRPr lang="en-US" sz="63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914400" indent="-914400">
              <a:buNone/>
            </a:pP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famonjena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vitanao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 marL="914400" indent="-914400">
              <a:buNone/>
            </a:pP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tariho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endParaRPr lang="en-US" sz="63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914400" indent="-914400">
              <a:buNone/>
            </a:pP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Handray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fahasoavanao</a:t>
            </a:r>
            <a:endParaRPr lang="en-US" sz="63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108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14282" y="642918"/>
            <a:ext cx="9144064" cy="6215082"/>
          </a:xfrm>
        </p:spPr>
        <p:txBody>
          <a:bodyPr>
            <a:noAutofit/>
          </a:bodyPr>
          <a:lstStyle/>
          <a:p>
            <a:pPr marL="914400" indent="-914400"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5.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Mamiratra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eo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ka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tazanay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914400" indent="-914400"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lanitra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fonenanao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 marL="914400" indent="-914400"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tantano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	</a:t>
            </a:r>
          </a:p>
          <a:p>
            <a:pPr marL="914400" indent="-914400"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mendrika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mponina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ao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108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14282" y="571480"/>
            <a:ext cx="9286940" cy="6286520"/>
          </a:xfrm>
        </p:spPr>
        <p:txBody>
          <a:bodyPr>
            <a:noAutofit/>
          </a:bodyPr>
          <a:lstStyle/>
          <a:p>
            <a:pPr marL="914400" indent="-914400"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6. '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Ndrey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tena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mahafinaritra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914400" indent="-914400"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miara-monina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smtClean="0">
                <a:solidFill>
                  <a:srgbClr val="002060"/>
                </a:solidFill>
                <a:latin typeface="Cambria" pitchFamily="18" charset="0"/>
              </a:rPr>
              <a:t>A</a:t>
            </a:r>
            <a:r>
              <a:rPr lang="en-US" sz="6000" b="1" smtClean="0">
                <a:solidFill>
                  <a:srgbClr val="002060"/>
                </a:solidFill>
                <a:latin typeface="Cambria" pitchFamily="18" charset="0"/>
              </a:rPr>
              <a:t>minao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914400" indent="-914400"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ampio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hiaritra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914400" indent="-914400"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hazo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fijalianao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123</Words>
  <PresentationFormat>Affichage à l'écran (4:3)</PresentationFormat>
  <Paragraphs>30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108</vt:lpstr>
      <vt:lpstr>HIRA 108</vt:lpstr>
      <vt:lpstr>HIRA 108</vt:lpstr>
      <vt:lpstr>HIRA 108</vt:lpstr>
      <vt:lpstr>HIRA 108</vt:lpstr>
      <vt:lpstr>HIRA 108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107</dc:title>
  <dc:creator>M</dc:creator>
  <cp:lastModifiedBy>M</cp:lastModifiedBy>
  <cp:revision>3</cp:revision>
  <dcterms:created xsi:type="dcterms:W3CDTF">2012-11-04T17:19:04Z</dcterms:created>
  <dcterms:modified xsi:type="dcterms:W3CDTF">2014-06-01T19:43:16Z</dcterms:modified>
</cp:coreProperties>
</file>