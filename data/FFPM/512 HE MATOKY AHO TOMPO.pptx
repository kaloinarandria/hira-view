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4" r:id="rId9"/>
    <p:sldId id="261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He! </a:t>
            </a: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mahafaly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mahafaly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Tahotra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ahiahy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ariako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to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mahafaly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fahotana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Entiko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hesorinao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mahadio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diovy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mahafaly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Mahasasa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mahadio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Mahavonjy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mahatondra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ho an-</a:t>
            </a:r>
            <a:r>
              <a:rPr lang="en-US" sz="6600" dirty="0" err="1" smtClean="0">
                <a:latin typeface="Cambria" pitchFamily="18" charset="0"/>
              </a:rPr>
              <a:t>tranonao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mahafaly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hankalaza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Raisonao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omeko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Vola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mahafaly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212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512</vt:lpstr>
      <vt:lpstr>HIRA 512</vt:lpstr>
      <vt:lpstr>HIRA 512</vt:lpstr>
      <vt:lpstr>HIRA 512</vt:lpstr>
      <vt:lpstr>HIRA 512</vt:lpstr>
      <vt:lpstr>HIRA 512</vt:lpstr>
      <vt:lpstr>HIRA 512</vt:lpstr>
      <vt:lpstr>HIRA 512</vt:lpstr>
      <vt:lpstr>HIRA 512</vt:lpstr>
      <vt:lpstr>HIRA 512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3</cp:revision>
  <dcterms:created xsi:type="dcterms:W3CDTF">2012-12-02T11:05:16Z</dcterms:created>
  <dcterms:modified xsi:type="dcterms:W3CDTF">2013-01-18T18:22:23Z</dcterms:modified>
</cp:coreProperties>
</file>