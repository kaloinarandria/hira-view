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3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ihobiantsika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noresen'ny</a:t>
            </a:r>
            <a:r>
              <a:rPr lang="en-US" sz="6600" dirty="0" smtClean="0">
                <a:latin typeface="Cambria" pitchFamily="18" charset="0"/>
              </a:rPr>
              <a:t> aim-</a:t>
            </a:r>
            <a:r>
              <a:rPr lang="en-US" sz="6600" dirty="0" err="1" smtClean="0">
                <a:latin typeface="Cambria" pitchFamily="18" charset="0"/>
              </a:rPr>
              <a:t>baovao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fahafatesantsika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14346" y="1000108"/>
            <a:ext cx="992985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Tompom-boninahitra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Nandao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lapan-dRainy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sombin'ny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Velomy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fisaorana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monja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navotana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Hiara-hankalaza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21495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alahelo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715504" cy="478632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voavonjy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Mpanjakanao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gaina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amintsika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Tompon-danitra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namantsika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715504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Ho re hatrany lavitra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Fa foin'Andriamanitra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Ilay sitraky ny </a:t>
            </a:r>
            <a:r>
              <a:rPr lang="it-IT" sz="6600" dirty="0" smtClean="0">
                <a:latin typeface="Cambria" pitchFamily="18" charset="0"/>
              </a:rPr>
              <a:t>fony</a:t>
            </a:r>
            <a:endParaRPr lang="it-IT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Hitondra fahoriana,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Hiara-pijaliana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Ho solon'ny mpikomy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tratry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mampiferin'aina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manan-kantenaina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715504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Jesosy dia Zokiko,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Ka tsy hohadinoiko,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Fa Izy tia ahy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l-PL" sz="6600" dirty="0" smtClean="0">
                <a:latin typeface="Cambria" pitchFamily="18" charset="0"/>
              </a:rPr>
              <a:t>Ny tenim-piadanany</a:t>
            </a:r>
          </a:p>
          <a:p>
            <a:pPr marL="996696" indent="-914400">
              <a:buNone/>
            </a:pPr>
            <a:r>
              <a:rPr lang="pl-PL" sz="6600" dirty="0" smtClean="0">
                <a:latin typeface="Cambria" pitchFamily="18" charset="0"/>
              </a:rPr>
              <a:t>No hery anohanany</a:t>
            </a:r>
          </a:p>
          <a:p>
            <a:pPr marL="996696" indent="-914400">
              <a:buNone/>
            </a:pPr>
            <a:r>
              <a:rPr lang="pl-PL" sz="6600" dirty="0" smtClean="0">
                <a:latin typeface="Cambria" pitchFamily="18" charset="0"/>
              </a:rPr>
              <a:t>Ny foko, izay manahy</a:t>
            </a:r>
            <a:endParaRPr lang="it-IT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57214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Haleloia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fahoriantsika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715504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O, ry fanahiko, derao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Jesosy, Izay Mpamonjinao,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Harena tsy ho lany.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492919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l-PL" sz="6600" dirty="0" smtClean="0">
                <a:latin typeface="Cambria" pitchFamily="18" charset="0"/>
              </a:rPr>
              <a:t>Haleloia, haleloia!	</a:t>
            </a:r>
          </a:p>
          <a:p>
            <a:pPr marL="996696" indent="-914400">
              <a:buNone/>
            </a:pPr>
            <a:r>
              <a:rPr lang="pl-PL" sz="6600" dirty="0" smtClean="0">
                <a:latin typeface="Cambria" pitchFamily="18" charset="0"/>
              </a:rPr>
              <a:t>Fa azo ny Mpanavotra,</a:t>
            </a:r>
          </a:p>
          <a:p>
            <a:pPr marL="996696" indent="-914400">
              <a:buNone/>
            </a:pPr>
            <a:r>
              <a:rPr lang="pl-PL" sz="6600" smtClean="0">
                <a:latin typeface="Cambria" pitchFamily="18" charset="0"/>
              </a:rPr>
              <a:t>Anao ny fanjakany</a:t>
            </a:r>
            <a:endParaRPr lang="it-IT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209</Words>
  <PresentationFormat>Affichage à l'écran (4:3)</PresentationFormat>
  <Paragraphs>64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  <vt:lpstr>Hira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17</cp:revision>
  <dcterms:created xsi:type="dcterms:W3CDTF">2012-10-02T21:52:07Z</dcterms:created>
  <dcterms:modified xsi:type="dcterms:W3CDTF">2013-07-02T11:12:09Z</dcterms:modified>
</cp:coreProperties>
</file>