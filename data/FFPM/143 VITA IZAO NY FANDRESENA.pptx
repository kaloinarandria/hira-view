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1. Vita izao ny fandresena,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Jeso Kristy no hobina,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Azo re ny famonjena,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Verinay tary Edena,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2. Ka izao dia arahabaina,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'Lay Mpanjakanay hajaina,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</a:t>
            </a:r>
            <a:r>
              <a:rPr lang="sv-SE" sz="7200" dirty="0" smtClean="0">
                <a:latin typeface="Cambria" pitchFamily="18" charset="0"/>
              </a:rPr>
              <a:t>na zovy mitaraina,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Misy vonjy azo maina,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3. Betlehema niandohana,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Kalvary niafarana,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Fasana tsy nahatana,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Toro teo 'lay menarana,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 Saro-bidy re ny rany!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fitiavany tsy lany,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143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fatoranay vahany,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Ka hobionareo, ry tany,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129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143</vt:lpstr>
      <vt:lpstr>Hira 143</vt:lpstr>
      <vt:lpstr>Hira 143</vt:lpstr>
      <vt:lpstr>Hira 143</vt:lpstr>
      <vt:lpstr>Hira 143</vt:lpstr>
      <vt:lpstr>Hira 143</vt:lpstr>
      <vt:lpstr>Hira 143</vt:lpstr>
      <vt:lpstr>Hira 143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7</cp:revision>
  <dcterms:created xsi:type="dcterms:W3CDTF">2012-11-04T17:23:48Z</dcterms:created>
  <dcterms:modified xsi:type="dcterms:W3CDTF">2013-07-03T08:34:04Z</dcterms:modified>
</cp:coreProperties>
</file>