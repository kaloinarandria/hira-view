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4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1. Fitiavana tokoa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Re, ny Ray an-danitra,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Fa manolo-java-tsoa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Tena mahasambatra,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27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84" y="78579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Ho antsika izay mpanota,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Ory, osa, rera-po.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Izy masina sy tò,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Ta-hanaisotra ny ota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1785926"/>
            <a:ext cx="9144000" cy="471488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Noho ny fanavotam-be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Vitan'i Jesosy, e!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76" y="857232"/>
            <a:ext cx="9501222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2. Tsy ho very, ry mahantra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Sy miferin'aina izao,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Fa ny Ray Izay feno antra,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Aoka mba hinoanao.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Sambatra ny voavela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Heloka tokoa re,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Fa jesosy manome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Fanavaozam-po sy lela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643050"/>
            <a:ext cx="8929718" cy="485776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Hira fideram-baovao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No ho re an-dalanao.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56"/>
            <a:ext cx="921550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3. O, ry Rainay be fitia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Mba ampio izahay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Tsy ho kivy tsy hania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Ao am-pandehananay,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Fa handroso mba hankany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Aminao an-danitra.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Ry Andriamanitra,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Be loza aty an-tany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643050"/>
            <a:ext cx="8858280" cy="485776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Fa ny ranomasonay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Faohinao, rahatrizay.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143</Words>
  <PresentationFormat>Affichage à l'écran (4:3)</PresentationFormat>
  <Paragraphs>39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27</vt:lpstr>
      <vt:lpstr>HIRA 27</vt:lpstr>
      <vt:lpstr>HIRA 27</vt:lpstr>
      <vt:lpstr>HIRA 27</vt:lpstr>
      <vt:lpstr>HIRA 27</vt:lpstr>
      <vt:lpstr>HIRA 27</vt:lpstr>
      <vt:lpstr>HIRA 27</vt:lpstr>
      <vt:lpstr>HIRA 27</vt:lpstr>
      <vt:lpstr>HIRA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21: 1, 3</dc:title>
  <dc:creator>M</dc:creator>
  <cp:lastModifiedBy>M</cp:lastModifiedBy>
  <cp:revision>12</cp:revision>
  <dcterms:created xsi:type="dcterms:W3CDTF">2012-10-02T21:34:15Z</dcterms:created>
  <dcterms:modified xsi:type="dcterms:W3CDTF">2014-05-28T11:14:49Z</dcterms:modified>
</cp:coreProperties>
</file>