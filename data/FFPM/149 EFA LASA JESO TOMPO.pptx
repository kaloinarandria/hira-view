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5" r:id="rId2"/>
    <p:sldId id="276" r:id="rId3"/>
    <p:sldId id="271" r:id="rId4"/>
    <p:sldId id="270" r:id="rId5"/>
    <p:sldId id="272" r:id="rId6"/>
    <p:sldId id="277" r:id="rId7"/>
    <p:sldId id="273" r:id="rId8"/>
    <p:sldId id="278" r:id="rId9"/>
    <p:sldId id="274" r:id="rId10"/>
    <p:sldId id="27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6FD8E-854D-42C7-BCF1-55EE69E1011B}" type="datetimeFigureOut">
              <a:rPr lang="fr-FR" smtClean="0"/>
              <a:pPr/>
              <a:t>24/07/2013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2A3CF-86CD-4070-BE7A-ED1D185D7FB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1. Efa lasa Jeso Tompo,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Hanamboatra izao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Fitoera-mahafaly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Iza re no tsy hankao?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571480"/>
            <a:ext cx="1000128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ao ankoatr'i Jordana,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Ao an-danitra ao ambony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fitsarahan-tsara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an'ny madio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908" y="928670"/>
            <a:ext cx="978697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2. Tany tsy idiran'ota,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Tany masina sy soa,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izay rehetra hankany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Dia ho masina avokoa: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571480"/>
            <a:ext cx="1000128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ao ankoatr'i Jordana,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Ao an-danitra ao ambony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fitsarahan-tsara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an'ny madio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3. Fa izay matoky tena,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tsy mety mino 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Tsy avelany hankany,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ho laviny tokoa: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571480"/>
            <a:ext cx="1000128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ao ankoatr'i Jordana,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Ao an-danitra ao ambony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fitsarahan-tsara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an'ny madio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00042"/>
            <a:ext cx="9358346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 Ny mandao, ny fomba ratsy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mahazo fo vaovao,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navotan'i Jesosy,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Dia izy no hankao: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571480"/>
            <a:ext cx="1000128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ao ankoatr'i Jordana,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Ao an-danitra ao ambony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fitsarahan-tsara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an'ny madio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908" y="571480"/>
            <a:ext cx="10072726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5. Ry mpanota saiky very!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Mibebaha re anio;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Maniria hovonjena,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ny fahotana ario: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149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571480"/>
            <a:ext cx="1000128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ao ankoatr'i Jordana,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Ao an-danitra ao ambony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fitsarahan-tsara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an'ny madio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189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149</vt:lpstr>
      <vt:lpstr>Hira 149</vt:lpstr>
      <vt:lpstr>Hira 149</vt:lpstr>
      <vt:lpstr>Hira 149</vt:lpstr>
      <vt:lpstr>Hira 149</vt:lpstr>
      <vt:lpstr>Hira 149</vt:lpstr>
      <vt:lpstr>Hira 149</vt:lpstr>
      <vt:lpstr>Hira 149</vt:lpstr>
      <vt:lpstr>Hira 149</vt:lpstr>
      <vt:lpstr>Hira 149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6</cp:revision>
  <dcterms:created xsi:type="dcterms:W3CDTF">2012-11-04T17:23:48Z</dcterms:created>
  <dcterms:modified xsi:type="dcterms:W3CDTF">2013-07-24T18:50:01Z</dcterms:modified>
</cp:coreProperties>
</file>