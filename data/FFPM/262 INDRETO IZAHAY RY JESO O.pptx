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262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Indreto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hafatrao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600" dirty="0" err="1" smtClean="0">
                <a:latin typeface="Cambria" pitchFamily="18" charset="0"/>
              </a:rPr>
              <a:t>Ny</a:t>
            </a:r>
            <a:r>
              <a:rPr lang="en-US" sz="5600" dirty="0" smtClean="0">
                <a:latin typeface="Cambria" pitchFamily="18" charset="0"/>
              </a:rPr>
              <a:t> </a:t>
            </a:r>
            <a:r>
              <a:rPr lang="en-US" sz="5600" dirty="0" err="1" smtClean="0">
                <a:latin typeface="Cambria" pitchFamily="18" charset="0"/>
              </a:rPr>
              <a:t>fahorianao</a:t>
            </a:r>
            <a:r>
              <a:rPr lang="en-US" sz="56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</a:t>
            </a:r>
            <a:r>
              <a:rPr lang="en-US" sz="6000" dirty="0" err="1" smtClean="0">
                <a:latin typeface="Cambria" pitchFamily="18" charset="0"/>
              </a:rPr>
              <a:t>saroanay</a:t>
            </a:r>
            <a:r>
              <a:rPr lang="en-US" sz="6000" dirty="0" smtClean="0">
                <a:latin typeface="Cambria" pitchFamily="18" charset="0"/>
              </a:rPr>
              <a:t>         	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fatratra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   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nentinao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262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mofo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haninay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J</a:t>
            </a:r>
            <a:r>
              <a:rPr lang="fr-FR" sz="6000" dirty="0" err="1" smtClean="0">
                <a:latin typeface="Cambria" pitchFamily="18" charset="0"/>
              </a:rPr>
              <a:t>eso</a:t>
            </a:r>
            <a:r>
              <a:rPr lang="fr-FR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Milaza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fanavotanao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mahafaka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saotra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atolotray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262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3. </a:t>
            </a:r>
            <a:r>
              <a:rPr lang="fr-FR" sz="5600" dirty="0" err="1" smtClean="0">
                <a:latin typeface="Cambria" pitchFamily="18" charset="0"/>
              </a:rPr>
              <a:t>Misotro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divay</a:t>
            </a:r>
            <a:r>
              <a:rPr lang="fr-FR" sz="5600" dirty="0" smtClean="0">
                <a:latin typeface="Cambria" pitchFamily="18" charset="0"/>
              </a:rPr>
              <a:t> 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izahay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izao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Hahatsiarovanay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antranao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ra </a:t>
            </a:r>
            <a:r>
              <a:rPr lang="fr-FR" sz="5600" dirty="0" err="1" smtClean="0">
                <a:latin typeface="Cambria" pitchFamily="18" charset="0"/>
              </a:rPr>
              <a:t>nilatsaka</a:t>
            </a:r>
            <a:r>
              <a:rPr lang="fr-FR" sz="5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no </a:t>
            </a:r>
            <a:r>
              <a:rPr lang="fr-FR" sz="5600" dirty="0" err="1" smtClean="0">
                <a:latin typeface="Cambria" pitchFamily="18" charset="0"/>
              </a:rPr>
              <a:t>manadio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anay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Manafaka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tokoa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olonao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endParaRPr lang="fr-FR" sz="5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262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4. </a:t>
            </a:r>
            <a:r>
              <a:rPr lang="en-US" sz="5800" dirty="0" err="1" smtClean="0">
                <a:latin typeface="Cambria" pitchFamily="18" charset="0"/>
              </a:rPr>
              <a:t>Tarihonao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Jeso</a:t>
            </a:r>
            <a:r>
              <a:rPr lang="en-US" sz="5800" dirty="0" smtClean="0">
                <a:latin typeface="Cambria" pitchFamily="18" charset="0"/>
              </a:rPr>
              <a:t> ô!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Ho </a:t>
            </a:r>
            <a:r>
              <a:rPr lang="en-US" sz="5800" dirty="0" err="1" smtClean="0">
                <a:latin typeface="Cambria" pitchFamily="18" charset="0"/>
              </a:rPr>
              <a:t>tia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hankatò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didinao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Ka </a:t>
            </a:r>
            <a:r>
              <a:rPr lang="en-US" sz="5800" dirty="0" err="1" smtClean="0">
                <a:latin typeface="Cambria" pitchFamily="18" charset="0"/>
              </a:rPr>
              <a:t>tsy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sitrakay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Fa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anao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J</a:t>
            </a:r>
            <a:r>
              <a:rPr lang="en-US" sz="5800" dirty="0" err="1" smtClean="0">
                <a:latin typeface="Cambria" pitchFamily="18" charset="0"/>
              </a:rPr>
              <a:t>eso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No </a:t>
            </a:r>
            <a:r>
              <a:rPr lang="en-US" sz="5800" dirty="0" err="1" smtClean="0">
                <a:latin typeface="Cambria" pitchFamily="18" charset="0"/>
              </a:rPr>
              <a:t>aoka</a:t>
            </a:r>
            <a:r>
              <a:rPr lang="en-US" sz="5800" dirty="0" smtClean="0">
                <a:latin typeface="Cambria" pitchFamily="18" charset="0"/>
              </a:rPr>
              <a:t> ho </a:t>
            </a:r>
            <a:r>
              <a:rPr lang="en-US" sz="5800" dirty="0" err="1" smtClean="0">
                <a:latin typeface="Cambria" pitchFamily="18" charset="0"/>
              </a:rPr>
              <a:t>maminay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</a:t>
            </a:r>
            <a:r>
              <a:rPr lang="en-US" sz="5800" dirty="0" err="1" smtClean="0">
                <a:latin typeface="Cambria" pitchFamily="18" charset="0"/>
              </a:rPr>
              <a:t>ompo</a:t>
            </a:r>
            <a:r>
              <a:rPr lang="en-US" sz="5800" dirty="0" smtClean="0">
                <a:latin typeface="Cambria" pitchFamily="18" charset="0"/>
              </a:rPr>
              <a:t> ô!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</Words>
  <PresentationFormat>Affichage à l'écran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262</vt:lpstr>
      <vt:lpstr>HIRA 262</vt:lpstr>
      <vt:lpstr>HIRA 262</vt:lpstr>
      <vt:lpstr>HIRA 262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262</dc:title>
  <dc:creator>M</dc:creator>
  <cp:lastModifiedBy>M</cp:lastModifiedBy>
  <cp:revision>2</cp:revision>
  <dcterms:created xsi:type="dcterms:W3CDTF">2012-12-02T00:42:34Z</dcterms:created>
  <dcterms:modified xsi:type="dcterms:W3CDTF">2012-12-02T00:57:09Z</dcterms:modified>
</cp:coreProperties>
</file>