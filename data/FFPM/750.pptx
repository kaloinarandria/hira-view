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97" autoAdjust="0"/>
    <p:restoredTop sz="94660"/>
  </p:normalViewPr>
  <p:slideViewPr>
    <p:cSldViewPr>
      <p:cViewPr varScale="1">
        <p:scale>
          <a:sx n="62" d="100"/>
          <a:sy n="62" d="100"/>
        </p:scale>
        <p:origin x="-1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10/01/2015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Dera,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laza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nitahy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Tratranay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taom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Be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hitanay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Fitahia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Ray!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vita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helokay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hiantso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Miantrà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Mamelà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helokay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ran'i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hadio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607220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sisa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Hanompoanay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Hatanjaho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109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750</vt:lpstr>
      <vt:lpstr>HIRA 750</vt:lpstr>
      <vt:lpstr>HIRA 750</vt:lpstr>
      <vt:lpstr>HIRA 750</vt:lpstr>
      <vt:lpstr>HIRA 750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11</cp:revision>
  <dcterms:created xsi:type="dcterms:W3CDTF">2012-12-02T01:28:21Z</dcterms:created>
  <dcterms:modified xsi:type="dcterms:W3CDTF">2015-01-10T19:50:26Z</dcterms:modified>
</cp:coreProperties>
</file>