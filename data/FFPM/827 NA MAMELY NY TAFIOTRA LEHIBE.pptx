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18" autoAdjust="0"/>
    <p:restoredTop sz="94660"/>
  </p:normalViewPr>
  <p:slideViewPr>
    <p:cSldViewPr>
      <p:cViewPr varScale="1">
        <p:scale>
          <a:sx n="46" d="100"/>
          <a:sy n="46" d="100"/>
        </p:scale>
        <p:origin x="-96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</a:rPr>
              <a:t>HIRA </a:t>
            </a:r>
            <a:r>
              <a:rPr lang="fr-FR" b="1" dirty="0" smtClean="0">
                <a:solidFill>
                  <a:schemeClr val="accent1"/>
                </a:solidFill>
              </a:rPr>
              <a:t>827</a:t>
            </a:r>
            <a:endParaRPr lang="fr-FR" b="1" dirty="0">
              <a:solidFill>
                <a:schemeClr val="accent1"/>
              </a:solidFill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100" dirty="0" smtClean="0">
                <a:latin typeface="Cambria" pitchFamily="18" charset="0"/>
              </a:rPr>
              <a:t>1. Na </a:t>
            </a:r>
            <a:r>
              <a:rPr lang="fr-FR" sz="6100" dirty="0" err="1" smtClean="0">
                <a:latin typeface="Cambria" pitchFamily="18" charset="0"/>
              </a:rPr>
              <a:t>mamely</a:t>
            </a:r>
            <a:r>
              <a:rPr lang="fr-FR" sz="6100" dirty="0" smtClean="0">
                <a:latin typeface="Cambria" pitchFamily="18" charset="0"/>
              </a:rPr>
              <a:t> </a:t>
            </a:r>
            <a:r>
              <a:rPr lang="fr-FR" sz="6100" dirty="0" err="1" smtClean="0">
                <a:latin typeface="Cambria" pitchFamily="18" charset="0"/>
              </a:rPr>
              <a:t>ny</a:t>
            </a:r>
            <a:r>
              <a:rPr lang="fr-FR" sz="6100" dirty="0" smtClean="0">
                <a:latin typeface="Cambria" pitchFamily="18" charset="0"/>
              </a:rPr>
              <a:t> </a:t>
            </a:r>
            <a:r>
              <a:rPr lang="fr-FR" sz="6100" dirty="0" err="1" smtClean="0">
                <a:latin typeface="Cambria" pitchFamily="18" charset="0"/>
              </a:rPr>
              <a:t>tafiotra</a:t>
            </a:r>
            <a:r>
              <a:rPr lang="fr-FR" sz="6100" dirty="0" smtClean="0">
                <a:latin typeface="Cambria" pitchFamily="18" charset="0"/>
              </a:rPr>
              <a:t> </a:t>
            </a:r>
            <a:r>
              <a:rPr lang="fr-FR" sz="6100" dirty="0" err="1" smtClean="0">
                <a:latin typeface="Cambria" pitchFamily="18" charset="0"/>
              </a:rPr>
              <a:t>lehibe</a:t>
            </a:r>
            <a:endParaRPr lang="fr-FR" sz="61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100" dirty="0" err="1" smtClean="0">
                <a:latin typeface="Cambria" pitchFamily="18" charset="0"/>
              </a:rPr>
              <a:t>Sy</a:t>
            </a:r>
            <a:r>
              <a:rPr lang="fr-FR" sz="6100" dirty="0" smtClean="0">
                <a:latin typeface="Cambria" pitchFamily="18" charset="0"/>
              </a:rPr>
              <a:t> </a:t>
            </a:r>
            <a:r>
              <a:rPr lang="fr-FR" sz="6100" dirty="0" err="1" smtClean="0">
                <a:latin typeface="Cambria" pitchFamily="18" charset="0"/>
              </a:rPr>
              <a:t>mandrivotra</a:t>
            </a:r>
            <a:r>
              <a:rPr lang="fr-FR" sz="6100" dirty="0" smtClean="0">
                <a:latin typeface="Cambria" pitchFamily="18" charset="0"/>
              </a:rPr>
              <a:t> </a:t>
            </a:r>
            <a:r>
              <a:rPr lang="fr-FR" sz="6100" dirty="0" err="1" smtClean="0">
                <a:latin typeface="Cambria" pitchFamily="18" charset="0"/>
              </a:rPr>
              <a:t>fatratra</a:t>
            </a:r>
            <a:endParaRPr lang="fr-FR" sz="61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100" dirty="0" smtClean="0">
                <a:latin typeface="Cambria" pitchFamily="18" charset="0"/>
              </a:rPr>
              <a:t>Ka </a:t>
            </a:r>
            <a:r>
              <a:rPr lang="fr-FR" sz="6100" dirty="0" err="1" smtClean="0">
                <a:latin typeface="Cambria" pitchFamily="18" charset="0"/>
              </a:rPr>
              <a:t>efa</a:t>
            </a:r>
            <a:r>
              <a:rPr lang="fr-FR" sz="6100" dirty="0" smtClean="0">
                <a:latin typeface="Cambria" pitchFamily="18" charset="0"/>
              </a:rPr>
              <a:t> </a:t>
            </a:r>
            <a:r>
              <a:rPr lang="fr-FR" sz="6100" dirty="0" err="1" smtClean="0">
                <a:latin typeface="Cambria" pitchFamily="18" charset="0"/>
              </a:rPr>
              <a:t>mila</a:t>
            </a:r>
            <a:r>
              <a:rPr lang="fr-FR" sz="6100" dirty="0" smtClean="0">
                <a:latin typeface="Cambria" pitchFamily="18" charset="0"/>
              </a:rPr>
              <a:t> </a:t>
            </a:r>
            <a:r>
              <a:rPr lang="fr-FR" sz="6100" dirty="0" err="1" smtClean="0">
                <a:latin typeface="Cambria" pitchFamily="18" charset="0"/>
              </a:rPr>
              <a:t>hahavery</a:t>
            </a:r>
            <a:r>
              <a:rPr lang="fr-FR" sz="6100" dirty="0" smtClean="0">
                <a:latin typeface="Cambria" pitchFamily="18" charset="0"/>
              </a:rPr>
              <a:t> </a:t>
            </a:r>
            <a:r>
              <a:rPr lang="fr-FR" sz="6100" dirty="0" err="1" smtClean="0">
                <a:latin typeface="Cambria" pitchFamily="18" charset="0"/>
              </a:rPr>
              <a:t>saina</a:t>
            </a:r>
            <a:r>
              <a:rPr lang="fr-FR" sz="6100" dirty="0" smtClean="0">
                <a:latin typeface="Cambria" pitchFamily="18" charset="0"/>
              </a:rPr>
              <a:t> </a:t>
            </a:r>
            <a:r>
              <a:rPr lang="fr-FR" sz="6100" dirty="0" err="1" smtClean="0">
                <a:latin typeface="Cambria" pitchFamily="18" charset="0"/>
              </a:rPr>
              <a:t>re</a:t>
            </a:r>
            <a:r>
              <a:rPr lang="fr-FR" sz="61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100" dirty="0" err="1" smtClean="0">
                <a:latin typeface="Cambria" pitchFamily="18" charset="0"/>
              </a:rPr>
              <a:t>Hozakaiko</a:t>
            </a:r>
            <a:r>
              <a:rPr lang="fr-FR" sz="6100" dirty="0" smtClean="0">
                <a:latin typeface="Cambria" pitchFamily="18" charset="0"/>
              </a:rPr>
              <a:t> fa </a:t>
            </a:r>
            <a:r>
              <a:rPr lang="fr-FR" sz="6100" dirty="0" err="1" smtClean="0">
                <a:latin typeface="Cambria" pitchFamily="18" charset="0"/>
              </a:rPr>
              <a:t>lahatra</a:t>
            </a:r>
            <a:endParaRPr lang="fr-FR" sz="61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</a:rPr>
              <a:t>HIRA </a:t>
            </a:r>
            <a:r>
              <a:rPr lang="fr-FR" b="1" dirty="0" smtClean="0">
                <a:solidFill>
                  <a:schemeClr val="accent1"/>
                </a:solidFill>
              </a:rPr>
              <a:t>827</a:t>
            </a:r>
            <a:endParaRPr lang="fr-FR" b="1" dirty="0">
              <a:solidFill>
                <a:schemeClr val="accent1"/>
              </a:solidFill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amiko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loza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resiny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avokoa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Izy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mitondra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ahy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Amin-</a:t>
            </a:r>
            <a:r>
              <a:rPr lang="fr-FR" sz="6600" dirty="0" err="1" smtClean="0">
                <a:latin typeface="Cambria" pitchFamily="18" charset="0"/>
              </a:rPr>
              <a:t>dRainy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handova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soa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</a:rPr>
              <a:t>HIRA </a:t>
            </a:r>
            <a:r>
              <a:rPr lang="fr-FR" b="1" dirty="0" smtClean="0">
                <a:solidFill>
                  <a:schemeClr val="accent1"/>
                </a:solidFill>
              </a:rPr>
              <a:t>827</a:t>
            </a:r>
            <a:endParaRPr lang="fr-FR" b="1" dirty="0">
              <a:solidFill>
                <a:schemeClr val="accent1"/>
              </a:solidFill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Mandrosoa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hoy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Izaho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hitondra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hitandrina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hanatitra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Ziona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fonenan'ny</a:t>
            </a:r>
            <a:r>
              <a:rPr lang="fr-FR" sz="6600" dirty="0" smtClean="0">
                <a:latin typeface="Cambria" pitchFamily="18" charset="0"/>
              </a:rPr>
              <a:t> Ray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</a:rPr>
              <a:t>HIRA </a:t>
            </a:r>
            <a:r>
              <a:rPr lang="fr-FR" b="1" dirty="0" smtClean="0">
                <a:solidFill>
                  <a:schemeClr val="accent1"/>
                </a:solidFill>
              </a:rPr>
              <a:t>827</a:t>
            </a:r>
            <a:endParaRPr lang="fr-FR" b="1" dirty="0">
              <a:solidFill>
                <a:schemeClr val="accent1"/>
              </a:solidFill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Na dia </a:t>
            </a:r>
            <a:r>
              <a:rPr lang="fr-FR" sz="6600" dirty="0" err="1" smtClean="0">
                <a:latin typeface="Cambria" pitchFamily="18" charset="0"/>
              </a:rPr>
              <a:t>maizina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lalako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ety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Sady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be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fahavalo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koa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Kelikely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foana</a:t>
            </a:r>
            <a:r>
              <a:rPr lang="fr-FR" sz="6600" dirty="0" smtClean="0">
                <a:latin typeface="Cambria" pitchFamily="18" charset="0"/>
              </a:rPr>
              <a:t> dia ho </a:t>
            </a:r>
            <a:r>
              <a:rPr lang="fr-FR" sz="6600" dirty="0" err="1" smtClean="0">
                <a:latin typeface="Cambria" pitchFamily="18" charset="0"/>
              </a:rPr>
              <a:t>tonga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ary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ho </a:t>
            </a:r>
            <a:r>
              <a:rPr lang="fr-FR" sz="6600" dirty="0" err="1" smtClean="0">
                <a:latin typeface="Cambria" pitchFamily="18" charset="0"/>
              </a:rPr>
              <a:t>tretrika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</a:rPr>
              <a:t>HIRA </a:t>
            </a:r>
            <a:r>
              <a:rPr lang="fr-FR" b="1" dirty="0" smtClean="0">
                <a:solidFill>
                  <a:schemeClr val="accent1"/>
                </a:solidFill>
              </a:rPr>
              <a:t>827</a:t>
            </a:r>
            <a:endParaRPr lang="fr-FR" b="1" dirty="0">
              <a:solidFill>
                <a:schemeClr val="accent1"/>
              </a:solidFill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misakambina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mihazona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tanako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roa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Sady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be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fitia</a:t>
            </a:r>
            <a:r>
              <a:rPr lang="fr-FR" sz="6600" dirty="0" smtClean="0">
                <a:latin typeface="Cambria" pitchFamily="18" charset="0"/>
              </a:rPr>
              <a:t> ka te-</a:t>
            </a:r>
            <a:r>
              <a:rPr lang="fr-FR" sz="6600" dirty="0" err="1" smtClean="0">
                <a:latin typeface="Cambria" pitchFamily="18" charset="0"/>
              </a:rPr>
              <a:t>hiambina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fanahy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aiko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koa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</a:rPr>
              <a:t>HIRA </a:t>
            </a:r>
            <a:r>
              <a:rPr lang="fr-FR" b="1" dirty="0" smtClean="0">
                <a:solidFill>
                  <a:schemeClr val="accent1"/>
                </a:solidFill>
              </a:rPr>
              <a:t>827</a:t>
            </a:r>
            <a:endParaRPr lang="fr-FR" b="1" dirty="0">
              <a:solidFill>
                <a:schemeClr val="accent1"/>
              </a:solidFill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Mandrosoa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hoy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Izaho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hitondra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hitandrina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hanatitra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Ziona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fonenan'ny</a:t>
            </a:r>
            <a:r>
              <a:rPr lang="fr-FR" sz="6600" dirty="0" smtClean="0">
                <a:latin typeface="Cambria" pitchFamily="18" charset="0"/>
              </a:rPr>
              <a:t> Ray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</a:rPr>
              <a:t>HIRA </a:t>
            </a:r>
            <a:r>
              <a:rPr lang="fr-FR" b="1" dirty="0" smtClean="0">
                <a:solidFill>
                  <a:schemeClr val="accent1"/>
                </a:solidFill>
              </a:rPr>
              <a:t>827</a:t>
            </a:r>
            <a:endParaRPr lang="fr-FR" b="1" dirty="0">
              <a:solidFill>
                <a:schemeClr val="accent1"/>
              </a:solidFill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Reko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alon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drano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lehibe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'Zay </a:t>
            </a:r>
            <a:r>
              <a:rPr lang="fr-FR" sz="6600" dirty="0" err="1" smtClean="0">
                <a:latin typeface="Cambria" pitchFamily="18" charset="0"/>
              </a:rPr>
              <a:t>mamely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ankehitrio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toa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kivy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fanahiko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mandre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Kanjo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tsara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ahy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io</a:t>
            </a:r>
            <a:r>
              <a:rPr lang="fr-FR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</a:rPr>
              <a:t>HIRA </a:t>
            </a:r>
            <a:r>
              <a:rPr lang="fr-FR" b="1" dirty="0" smtClean="0">
                <a:solidFill>
                  <a:schemeClr val="accent1"/>
                </a:solidFill>
              </a:rPr>
              <a:t>827</a:t>
            </a:r>
            <a:endParaRPr lang="fr-FR" b="1" dirty="0">
              <a:solidFill>
                <a:schemeClr val="accent1"/>
              </a:solidFill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tiako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hanalavitra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'Lay </a:t>
            </a:r>
            <a:r>
              <a:rPr lang="fr-FR" sz="6600" dirty="0" err="1" smtClean="0">
                <a:latin typeface="Cambria" pitchFamily="18" charset="0"/>
              </a:rPr>
              <a:t>Mpanafaka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zava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manjo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Raha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saiko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finaritra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mangovitra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mafy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</a:rPr>
              <a:t>HIRA </a:t>
            </a:r>
            <a:r>
              <a:rPr lang="fr-FR" b="1" dirty="0" smtClean="0">
                <a:solidFill>
                  <a:schemeClr val="accent1"/>
                </a:solidFill>
              </a:rPr>
              <a:t>827</a:t>
            </a:r>
            <a:endParaRPr lang="fr-FR" b="1" dirty="0">
              <a:solidFill>
                <a:schemeClr val="accent1"/>
              </a:solidFill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Mandrosoa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hoy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Izaho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hitondra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hitandrina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hanatitra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Ziona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fonenan'ny</a:t>
            </a:r>
            <a:r>
              <a:rPr lang="fr-FR" sz="6600" dirty="0" smtClean="0">
                <a:latin typeface="Cambria" pitchFamily="18" charset="0"/>
              </a:rPr>
              <a:t> Ray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205</Words>
  <PresentationFormat>Affichage à l'écran (4:3)</PresentationFormat>
  <Paragraphs>48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827</vt:lpstr>
      <vt:lpstr>HIRA 827</vt:lpstr>
      <vt:lpstr>HIRA 827</vt:lpstr>
      <vt:lpstr>HIRA 827</vt:lpstr>
      <vt:lpstr>HIRA 827</vt:lpstr>
      <vt:lpstr>HIRA 827</vt:lpstr>
      <vt:lpstr>HIRA 827</vt:lpstr>
      <vt:lpstr>HIRA 827</vt:lpstr>
      <vt:lpstr>HIRA 827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24</cp:revision>
  <dcterms:created xsi:type="dcterms:W3CDTF">2012-12-02T01:28:21Z</dcterms:created>
  <dcterms:modified xsi:type="dcterms:W3CDTF">2013-10-16T12:55:15Z</dcterms:modified>
</cp:coreProperties>
</file>