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3" d="100"/>
          <a:sy n="53" d="100"/>
        </p:scale>
        <p:origin x="-35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16/02/2014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16/02/2014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16/02/2014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16/02/2014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16/02/2014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16/02/2014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16/02/2014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16/02/2014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16/02/2014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16/02/2014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16/02/2014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16/02/2014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615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i-FI" sz="6000" b="1" dirty="0" smtClean="0">
                <a:latin typeface="Cambria" pitchFamily="18" charset="0"/>
              </a:rPr>
              <a:t>1. Ry Jehovah Ray Mahery! </a:t>
            </a:r>
          </a:p>
          <a:p>
            <a:pPr>
              <a:buNone/>
            </a:pPr>
            <a:r>
              <a:rPr lang="fi-FI" sz="6000" b="1" dirty="0" smtClean="0">
                <a:latin typeface="Cambria" pitchFamily="18" charset="0"/>
              </a:rPr>
              <a:t>Indreto ny mpanomponao;</a:t>
            </a:r>
          </a:p>
          <a:p>
            <a:pPr>
              <a:buNone/>
            </a:pPr>
            <a:r>
              <a:rPr lang="fi-FI" sz="6000" b="1" dirty="0" smtClean="0">
                <a:latin typeface="Cambria" pitchFamily="18" charset="0"/>
              </a:rPr>
              <a:t>Fa mpanota saiky very </a:t>
            </a:r>
          </a:p>
          <a:p>
            <a:pPr>
              <a:buNone/>
            </a:pPr>
            <a:r>
              <a:rPr lang="fi-FI" sz="6000" b="1" dirty="0" smtClean="0">
                <a:latin typeface="Cambria" pitchFamily="18" charset="0"/>
              </a:rPr>
              <a:t>Nefa tsy mba foinao;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615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285728"/>
            <a:ext cx="8929718" cy="657227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i-FI" sz="6600" b="1" dirty="0" smtClean="0">
                <a:latin typeface="Cambria" pitchFamily="18" charset="0"/>
              </a:rPr>
              <a:t>Fa ny masonao mijery </a:t>
            </a:r>
          </a:p>
          <a:p>
            <a:pPr>
              <a:buNone/>
            </a:pPr>
            <a:r>
              <a:rPr lang="fi-FI" sz="6600" b="1" dirty="0" smtClean="0">
                <a:latin typeface="Cambria" pitchFamily="18" charset="0"/>
              </a:rPr>
              <a:t>Ny fanahinay mania;</a:t>
            </a:r>
          </a:p>
          <a:p>
            <a:pPr>
              <a:buNone/>
            </a:pPr>
            <a:r>
              <a:rPr lang="fi-FI" sz="6600" b="1" dirty="0" smtClean="0">
                <a:latin typeface="Cambria" pitchFamily="18" charset="0"/>
              </a:rPr>
              <a:t>Ny fitaomanao mahery </a:t>
            </a:r>
          </a:p>
          <a:p>
            <a:pPr>
              <a:buNone/>
            </a:pPr>
            <a:r>
              <a:rPr lang="fi-FI" sz="6600" b="1" dirty="0" smtClean="0">
                <a:latin typeface="Cambria" pitchFamily="18" charset="0"/>
              </a:rPr>
              <a:t>No miantso hoe: "Avia".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615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2. Ry Jehovah, Ray Mpitahy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Izay rehetra ory fo!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Ny tsy manana mpiahy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Mora resin'ny manjo;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615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Zovy ary no hanahy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Raha miankina Aminao?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Eny, faly ny fanahy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Izay mitoky aminao.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615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3. Ry Jehovah, Ray Mpiaro!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He ny fahavalonay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Izay masiaka sy maro;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Hodidinanao, izahay,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615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Fa ety dia mifangaro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Amin-dratsy izahay,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Ka tsy misy izay maharo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Raha ilaozanao, ry Ray!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615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4 .Ry Jehovah ô! Vimbino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Itony zanakao ety,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Aza avela hanadino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Ny fonenan-tsoa ary 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615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Ka omeo fanahy mino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Tsy mivadika aminao;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Ary koa, mba sakambino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Tsy hisaraka aminao.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164</Words>
  <PresentationFormat>Affichage à l'écran (4:3)</PresentationFormat>
  <Paragraphs>40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615</vt:lpstr>
      <vt:lpstr>HIRA 615</vt:lpstr>
      <vt:lpstr>HIRA 615</vt:lpstr>
      <vt:lpstr>HIRA 615</vt:lpstr>
      <vt:lpstr>HIRA 615</vt:lpstr>
      <vt:lpstr>HIRA 615</vt:lpstr>
      <vt:lpstr>HIRA 615</vt:lpstr>
      <vt:lpstr>HIRA 615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550</dc:title>
  <dc:creator>M</dc:creator>
  <cp:lastModifiedBy>M</cp:lastModifiedBy>
  <cp:revision>9</cp:revision>
  <dcterms:created xsi:type="dcterms:W3CDTF">2012-12-08T21:04:49Z</dcterms:created>
  <dcterms:modified xsi:type="dcterms:W3CDTF">2014-02-16T03:29:44Z</dcterms:modified>
</cp:coreProperties>
</file>