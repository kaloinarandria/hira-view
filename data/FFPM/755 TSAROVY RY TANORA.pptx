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1. O!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helokao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moramora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Vohay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hidirany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safidy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nomeny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fidio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mpanaraka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atolory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hanjakany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2. O!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devoly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mpamitaka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fandriny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mitandrema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ekeo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anatrehan'ny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Handao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ratsin'izao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iankinanao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lzy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hivadihanao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3. O!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mivavaha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Mpihaino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vavaka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afa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tahotra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mila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andrandraonao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fitarainanao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hohenoiny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hampiadaniny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4. O! ry Jesosy mba ampio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Izaho mpianatrao mba ho madio fo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Tantano aho, vimbino, ry Jeso.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Fa sarotra ny làlana alehako;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Iriko ny ho mpandresy ny ratsy,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Iriko hahatanteraka ny soa;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tabLst>
                <a:tab pos="2066925" algn="l"/>
              </a:tabLst>
            </a:pP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755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Omeo hery sy tanjaka aho,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Efao, ny asa tsara ao anatiko.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244</Words>
  <PresentationFormat>Affichage à l'écran (4:3)</PresentationFormat>
  <Paragraphs>49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  <vt:lpstr>HIRA 755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15</cp:revision>
  <dcterms:created xsi:type="dcterms:W3CDTF">2012-12-02T01:28:21Z</dcterms:created>
  <dcterms:modified xsi:type="dcterms:W3CDTF">2015-03-28T19:02:37Z</dcterms:modified>
</cp:coreProperties>
</file>