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2" d="100"/>
          <a:sy n="52" d="100"/>
        </p:scale>
        <p:origin x="-84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hiran'ny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mahafinaritra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feon'ny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maro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faly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mihira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42900"/>
            <a:ext cx="8929718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aman-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daza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Zanak'ondry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aman-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daza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Amena!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Toy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feon'ny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rano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ataon'ny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bonjy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Manerana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fiderany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fa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vita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adiny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taty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214290"/>
            <a:ext cx="8929718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aman-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daza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Zanak'ondry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aman-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daza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Amena!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701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mangina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hiran'ny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velona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fihaonana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fiainana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214290"/>
            <a:ext cx="8858280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aman-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daza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Zanak'ondry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dera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aman-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daza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000" b="1" dirty="0" smtClean="0">
                <a:solidFill>
                  <a:srgbClr val="002060"/>
                </a:solidFill>
                <a:latin typeface="Cambria" pitchFamily="18" charset="0"/>
              </a:rPr>
              <a:t>Amena!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160</Words>
  <PresentationFormat>Affichage à l'écran (4:3)</PresentationFormat>
  <Paragraphs>27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701</vt:lpstr>
      <vt:lpstr>Diapositive 2</vt:lpstr>
      <vt:lpstr>HIRA 701</vt:lpstr>
      <vt:lpstr>Diapositive 4</vt:lpstr>
      <vt:lpstr>HIRA 701</vt:lpstr>
      <vt:lpstr>Diapositive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8</cp:revision>
  <dcterms:created xsi:type="dcterms:W3CDTF">2012-12-02T01:28:21Z</dcterms:created>
  <dcterms:modified xsi:type="dcterms:W3CDTF">2015-05-24T05:10:36Z</dcterms:modified>
</cp:coreProperties>
</file>