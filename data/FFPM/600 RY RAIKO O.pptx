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1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1. :,:Ry Raiko ô! :,: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Izaho aty mpivahiny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Manina ny tranonao,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mba tariho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zanakao.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2. :,:Ry Raiko ô! :,: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Indro, Satana milofo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Mba hanangoly anay,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mba vonjeo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zanakao.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3. :,:Ry Raiko ô! :,: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Maizina sady malama,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Sarotra ny lalanay,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mba tantano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zanakao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4. :,:Ry Raiko ô! :,: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Maro ny zava-mihatra,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izay mampanahy anay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mba tohano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zanakao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92</Words>
  <PresentationFormat>Affichage à l'écran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600</vt:lpstr>
      <vt:lpstr>HIRA 600</vt:lpstr>
      <vt:lpstr>HIRA 600</vt:lpstr>
      <vt:lpstr>HIRA 600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15</cp:revision>
  <dcterms:created xsi:type="dcterms:W3CDTF">2012-12-08T21:04:49Z</dcterms:created>
  <dcterms:modified xsi:type="dcterms:W3CDTF">2014-07-26T08:38:18Z</dcterms:modified>
</cp:coreProperties>
</file>