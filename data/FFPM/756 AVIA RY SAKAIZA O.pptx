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Avia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antsoin'ny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Mpanjaka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Handray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fiadiana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entina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hanafika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baikonao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Andrandrainay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arahinay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Mpandresy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Ziona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sabatra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atolony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marina,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Ampinga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fiarovana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Mahery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finoana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baikonao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Andrandrainay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arahinay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Mpandresy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Ziona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vatsy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atolony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ra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tenany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herintsika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miaramilany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baikonao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Andrandrainay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arahinay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Mpandresy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Ziona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arahinay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fiantsoanao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manampia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Hiady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handresy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Velona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baikonao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Andrandrainay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arahinay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Mpandresy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Ziona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147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756</vt:lpstr>
      <vt:lpstr>HIRA 756</vt:lpstr>
      <vt:lpstr>HIRA 756</vt:lpstr>
      <vt:lpstr>HIRA 756</vt:lpstr>
      <vt:lpstr>HIRA 756</vt:lpstr>
      <vt:lpstr>HIRA 756</vt:lpstr>
      <vt:lpstr>HIRA 756</vt:lpstr>
      <vt:lpstr>HIRA 756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11</cp:revision>
  <dcterms:created xsi:type="dcterms:W3CDTF">2012-12-02T01:28:21Z</dcterms:created>
  <dcterms:modified xsi:type="dcterms:W3CDTF">2013-10-16T13:50:03Z</dcterms:modified>
</cp:coreProperties>
</file>