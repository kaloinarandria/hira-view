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931" autoAdjust="0"/>
    <p:restoredTop sz="94660"/>
  </p:normalViewPr>
  <p:slideViewPr>
    <p:cSldViewPr>
      <p:cViewPr varScale="1">
        <p:scale>
          <a:sx n="53" d="100"/>
          <a:sy n="53" d="100"/>
        </p:scale>
        <p:origin x="-102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229600" cy="474027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Mihoby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ratran'ny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aim-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329642" cy="52689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443914" cy="474027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ratran'ny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hanasitrana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fiainanao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258204" cy="50546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571480"/>
            <a:ext cx="8186766" cy="555468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mibitaha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gadra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tapaka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hajambana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nanjo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543</vt:lpstr>
      <vt:lpstr>HIRA 543</vt:lpstr>
      <vt:lpstr>HIRA 543</vt:lpstr>
      <vt:lpstr>HIRA 543</vt:lpstr>
      <vt:lpstr>HIRA 543</vt:lpstr>
      <vt:lpstr>HIRA 543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4</cp:revision>
  <dcterms:created xsi:type="dcterms:W3CDTF">2012-10-02T22:03:12Z</dcterms:created>
  <dcterms:modified xsi:type="dcterms:W3CDTF">2014-08-03T04:18:27Z</dcterms:modified>
</cp:coreProperties>
</file>