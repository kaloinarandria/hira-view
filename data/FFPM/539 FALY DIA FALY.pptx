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0" r:id="rId3"/>
    <p:sldId id="262" r:id="rId4"/>
    <p:sldId id="263" r:id="rId5"/>
    <p:sldId id="271" r:id="rId6"/>
    <p:sldId id="264" r:id="rId7"/>
    <p:sldId id="265" r:id="rId8"/>
    <p:sldId id="272" r:id="rId9"/>
    <p:sldId id="273" r:id="rId10"/>
    <p:sldId id="267" r:id="rId11"/>
    <p:sldId id="275" r:id="rId12"/>
    <p:sldId id="274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1268" autoAdjust="0"/>
    <p:restoredTop sz="94660"/>
  </p:normalViewPr>
  <p:slideViewPr>
    <p:cSldViewPr>
      <p:cViewPr varScale="1">
        <p:scale>
          <a:sx n="62" d="100"/>
          <a:sy n="62" d="100"/>
        </p:scale>
        <p:origin x="-107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09/02/2013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09/02/2013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09/02/2013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09/02/2013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09/02/2013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09/02/2013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09/02/2013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09/02/2013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09/02/2013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09/02/2013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09/02/2013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09/02/2013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>
            <a:normAutofit/>
          </a:bodyPr>
          <a:lstStyle/>
          <a:p>
            <a:pPr algn="ctr"/>
            <a:r>
              <a:rPr lang="fr-FR" dirty="0" smtClean="0"/>
              <a:t>HIRA 539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785794"/>
            <a:ext cx="857256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Faly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faly</a:t>
            </a:r>
            <a:r>
              <a:rPr lang="en-US" sz="6600" dirty="0" smtClean="0">
                <a:latin typeface="Cambria" pitchFamily="18" charset="0"/>
              </a:rPr>
              <a:t>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mpanomponao</a:t>
            </a:r>
            <a:r>
              <a:rPr lang="en-US" sz="6600" dirty="0" smtClean="0">
                <a:latin typeface="Cambria" pitchFamily="18" charset="0"/>
              </a:rPr>
              <a:t>,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mihira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eto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anatrehanao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/>
          <a:lstStyle/>
          <a:p>
            <a:pPr algn="ctr"/>
            <a:r>
              <a:rPr lang="fr-FR" dirty="0" smtClean="0"/>
              <a:t>HIRA 539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47251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be </a:t>
            </a:r>
            <a:r>
              <a:rPr lang="en-US" sz="6600" dirty="0" err="1" smtClean="0">
                <a:latin typeface="Cambria" pitchFamily="18" charset="0"/>
              </a:rPr>
              <a:t>fiantra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,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tianay</a:t>
            </a:r>
            <a:r>
              <a:rPr lang="en-US" sz="6600" dirty="0" smtClean="0">
                <a:latin typeface="Cambria" pitchFamily="18" charset="0"/>
              </a:rPr>
              <a:t>!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feno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haravoana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;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HIRA 539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214422"/>
            <a:ext cx="8505092" cy="50339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faly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mpanomponao</a:t>
            </a:r>
            <a:r>
              <a:rPr lang="en-US" sz="6600" dirty="0" smtClean="0">
                <a:latin typeface="Cambria" pitchFamily="18" charset="0"/>
              </a:rPr>
              <a:t>,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mihira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eto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anatrehanao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fr-FR" sz="6600" dirty="0" smtClean="0">
              <a:latin typeface="Cambria" pitchFamily="18" charset="0"/>
            </a:endParaRPr>
          </a:p>
          <a:p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7147770" cy="868346"/>
          </a:xfrm>
        </p:spPr>
        <p:txBody>
          <a:bodyPr/>
          <a:lstStyle/>
          <a:p>
            <a:pPr algn="ctr"/>
            <a:r>
              <a:rPr lang="fr-FR" dirty="0" smtClean="0"/>
              <a:t>HIRA 539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857232"/>
            <a:ext cx="8186766" cy="57864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Ela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ela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nandavanay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;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Be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zava-dratsy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vitanay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  <a:p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433654" cy="785794"/>
          </a:xfrm>
        </p:spPr>
        <p:txBody>
          <a:bodyPr/>
          <a:lstStyle/>
          <a:p>
            <a:pPr algn="ctr"/>
            <a:r>
              <a:rPr lang="fr-FR" dirty="0" smtClean="0"/>
              <a:t>HIRA 539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401080" cy="56436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Na </a:t>
            </a:r>
            <a:r>
              <a:rPr lang="en-US" sz="6600" dirty="0" err="1" smtClean="0">
                <a:latin typeface="Cambria" pitchFamily="18" charset="0"/>
              </a:rPr>
              <a:t>diso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Anefa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r>
              <a:rPr lang="en-US" sz="6600" dirty="0" smtClean="0">
                <a:latin typeface="Cambria" pitchFamily="18" charset="0"/>
              </a:rPr>
              <a:t>;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afakao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helokay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tianay</a:t>
            </a:r>
            <a:r>
              <a:rPr lang="en-US" sz="6600" dirty="0" smtClean="0">
                <a:latin typeface="Cambria" pitchFamily="18" charset="0"/>
              </a:rPr>
              <a:t>!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  <a:p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HIRA 539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214422"/>
            <a:ext cx="8719406" cy="535785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faly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mpanomponao</a:t>
            </a:r>
            <a:r>
              <a:rPr lang="en-US" sz="6600" dirty="0" smtClean="0">
                <a:latin typeface="Cambria" pitchFamily="18" charset="0"/>
              </a:rPr>
              <a:t>,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mihira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eto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anatrehanao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pPr algn="ctr"/>
            <a:r>
              <a:rPr lang="fr-FR" dirty="0" smtClean="0"/>
              <a:t>HIRA 539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401080" cy="59293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Sarotra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alehanay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;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Be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alahelo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iaretanay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fr-FR" sz="6600" dirty="0" smtClean="0">
              <a:latin typeface="Cambria" pitchFamily="18" charset="0"/>
            </a:endParaRPr>
          </a:p>
          <a:p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pPr algn="ctr"/>
            <a:r>
              <a:rPr lang="fr-FR" dirty="0" smtClean="0"/>
              <a:t>HIRA 539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642918"/>
            <a:ext cx="8401080" cy="59293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Na </a:t>
            </a:r>
            <a:r>
              <a:rPr lang="en-US" sz="6600" dirty="0" err="1" smtClean="0">
                <a:latin typeface="Cambria" pitchFamily="18" charset="0"/>
              </a:rPr>
              <a:t>ory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mbola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levonao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tahotray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tianay</a:t>
            </a:r>
            <a:endParaRPr lang="fr-FR" sz="6600" dirty="0" smtClean="0">
              <a:latin typeface="Cambria" pitchFamily="18" charset="0"/>
            </a:endParaRPr>
          </a:p>
          <a:p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HIRA 539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214422"/>
            <a:ext cx="8719406" cy="535785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faly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mpanomponao</a:t>
            </a:r>
            <a:r>
              <a:rPr lang="en-US" sz="6600" dirty="0" smtClean="0">
                <a:latin typeface="Cambria" pitchFamily="18" charset="0"/>
              </a:rPr>
              <a:t>,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mihira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eto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anatrehanao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08"/>
          </a:xfrm>
        </p:spPr>
        <p:txBody>
          <a:bodyPr/>
          <a:lstStyle/>
          <a:p>
            <a:pPr algn="ctr"/>
            <a:r>
              <a:rPr lang="fr-FR" dirty="0" smtClean="0"/>
              <a:t>HIRA 539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000108"/>
            <a:ext cx="8329642" cy="56436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Manantena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tsara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lzahay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mpanomponao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handray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tehirizinao</a:t>
            </a:r>
            <a:r>
              <a:rPr lang="en-US" sz="6600" dirty="0" smtClean="0">
                <a:latin typeface="Cambria" pitchFamily="18" charset="0"/>
              </a:rPr>
              <a:t> ;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  <a:p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08"/>
          </a:xfrm>
        </p:spPr>
        <p:txBody>
          <a:bodyPr/>
          <a:lstStyle/>
          <a:p>
            <a:pPr algn="ctr"/>
            <a:r>
              <a:rPr lang="fr-FR" dirty="0" smtClean="0"/>
              <a:t>HIRA 539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000108"/>
            <a:ext cx="8329642" cy="56436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Rehefa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maty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izahay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entinao</a:t>
            </a:r>
            <a:r>
              <a:rPr lang="en-US" sz="6000" dirty="0" smtClean="0">
                <a:latin typeface="Cambria" pitchFamily="18" charset="0"/>
              </a:rPr>
              <a:t> an-</a:t>
            </a:r>
            <a:r>
              <a:rPr lang="en-US" sz="6000" dirty="0" err="1" smtClean="0">
                <a:latin typeface="Cambria" pitchFamily="18" charset="0"/>
              </a:rPr>
              <a:t>danitra</a:t>
            </a:r>
            <a:r>
              <a:rPr lang="en-US" sz="6000" dirty="0" smtClean="0">
                <a:latin typeface="Cambria" pitchFamily="18" charset="0"/>
              </a:rPr>
              <a:t> ; 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Ho </a:t>
            </a:r>
            <a:r>
              <a:rPr lang="en-US" sz="6000" dirty="0" err="1" smtClean="0">
                <a:latin typeface="Cambria" pitchFamily="18" charset="0"/>
              </a:rPr>
              <a:t>azonay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lova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soa</a:t>
            </a:r>
            <a:r>
              <a:rPr lang="en-US" sz="6000" dirty="0" smtClean="0">
                <a:latin typeface="Cambria" pitchFamily="18" charset="0"/>
              </a:rPr>
              <a:t>, 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Hatolotrao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anay</a:t>
            </a:r>
            <a:r>
              <a:rPr lang="en-US" sz="6000" dirty="0" smtClean="0">
                <a:latin typeface="Cambria" pitchFamily="18" charset="0"/>
              </a:rPr>
              <a:t>;</a:t>
            </a:r>
            <a:endParaRPr lang="fr-FR" sz="6000" dirty="0" smtClean="0">
              <a:latin typeface="Cambria" pitchFamily="18" charset="0"/>
            </a:endParaRPr>
          </a:p>
          <a:p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HIRA 539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214422"/>
            <a:ext cx="8719406" cy="535785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faly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mpanomponao</a:t>
            </a:r>
            <a:r>
              <a:rPr lang="en-US" sz="6600" dirty="0" smtClean="0">
                <a:latin typeface="Cambria" pitchFamily="18" charset="0"/>
              </a:rPr>
              <a:t>,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mihira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eto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anatrehanao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196</Words>
  <PresentationFormat>Affichage à l'écran (4:3)</PresentationFormat>
  <Paragraphs>52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HIRA 539</vt:lpstr>
      <vt:lpstr>HIRA 539</vt:lpstr>
      <vt:lpstr>HIRA 539</vt:lpstr>
      <vt:lpstr>HIRA 539</vt:lpstr>
      <vt:lpstr>HIRA 539</vt:lpstr>
      <vt:lpstr>HIRA 539</vt:lpstr>
      <vt:lpstr>HIRA 539</vt:lpstr>
      <vt:lpstr>HIRA 539</vt:lpstr>
      <vt:lpstr>HIRA 539</vt:lpstr>
      <vt:lpstr>HIRA 539</vt:lpstr>
      <vt:lpstr>HIRA 539</vt:lpstr>
      <vt:lpstr>HIRA 539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539</dc:title>
  <dc:creator>M</dc:creator>
  <cp:lastModifiedBy>M</cp:lastModifiedBy>
  <cp:revision>3</cp:revision>
  <dcterms:created xsi:type="dcterms:W3CDTF">2012-10-03T07:42:46Z</dcterms:created>
  <dcterms:modified xsi:type="dcterms:W3CDTF">2013-02-09T15:40:05Z</dcterms:modified>
</cp:coreProperties>
</file>