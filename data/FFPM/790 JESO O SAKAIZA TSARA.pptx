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718" autoAdjust="0"/>
    <p:restoredTop sz="94660"/>
  </p:normalViewPr>
  <p:slideViewPr>
    <p:cSldViewPr>
      <p:cViewPr varScale="1">
        <p:scale>
          <a:sx n="60" d="100"/>
          <a:sy n="60" d="100"/>
        </p:scale>
        <p:origin x="-110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790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 ô, </a:t>
            </a:r>
            <a:r>
              <a:rPr lang="fr-FR" sz="6600" dirty="0" err="1" smtClean="0">
                <a:latin typeface="Cambria" pitchFamily="18" charset="0"/>
              </a:rPr>
              <a:t>Sakaiza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tsara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Be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fitiavanao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voarara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hihavana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Aminao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790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:,: </a:t>
            </a:r>
            <a:r>
              <a:rPr lang="fr-FR" sz="6600" dirty="0" err="1" smtClean="0">
                <a:latin typeface="Cambria" pitchFamily="18" charset="0"/>
              </a:rPr>
              <a:t>Mahagaga</a:t>
            </a:r>
            <a:r>
              <a:rPr lang="fr-FR" sz="6600" dirty="0" smtClean="0">
                <a:latin typeface="Cambria" pitchFamily="18" charset="0"/>
              </a:rPr>
              <a:t>:,: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haben'ny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antranao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790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</a:t>
            </a: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 ô,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manampia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mpanompokelinao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hivily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hania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hanara</a:t>
            </a:r>
            <a:r>
              <a:rPr lang="fr-FR" sz="6600" dirty="0" smtClean="0">
                <a:latin typeface="Cambria" pitchFamily="18" charset="0"/>
              </a:rPr>
              <a:t>-dia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790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</a:t>
            </a:r>
            <a:r>
              <a:rPr lang="en-US" sz="6600" dirty="0" smtClean="0">
                <a:latin typeface="Cambria" pitchFamily="18" charset="0"/>
              </a:rPr>
              <a:t>He, </a:t>
            </a:r>
            <a:r>
              <a:rPr lang="en-US" sz="6600" dirty="0" err="1" smtClean="0">
                <a:latin typeface="Cambria" pitchFamily="18" charset="0"/>
              </a:rPr>
              <a:t>malemy</a:t>
            </a:r>
            <a:r>
              <a:rPr lang="en-US" sz="6600" dirty="0" smtClean="0">
                <a:latin typeface="Cambria" pitchFamily="18" charset="0"/>
              </a:rPr>
              <a:t>,:,: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Nefa</a:t>
            </a:r>
            <a:r>
              <a:rPr lang="en-US" sz="6600" dirty="0" smtClean="0">
                <a:latin typeface="Cambria" pitchFamily="18" charset="0"/>
              </a:rPr>
              <a:t> be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herinao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790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ô, </a:t>
            </a:r>
            <a:r>
              <a:rPr lang="en-US" sz="6600" dirty="0" err="1" smtClean="0">
                <a:latin typeface="Cambria" pitchFamily="18" charset="0"/>
              </a:rPr>
              <a:t>Mpamonjy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mora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Manampia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mamonje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isan'andro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isan'ora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fahavalo</a:t>
            </a:r>
            <a:r>
              <a:rPr lang="en-US" sz="6600" dirty="0" smtClean="0">
                <a:latin typeface="Cambria" pitchFamily="18" charset="0"/>
              </a:rPr>
              <a:t> be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790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660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smtClean="0">
                <a:latin typeface="Cambria" pitchFamily="18" charset="0"/>
              </a:rPr>
              <a:t>:,: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mamely</a:t>
            </a:r>
            <a:r>
              <a:rPr lang="en-US" sz="6600" dirty="0" smtClean="0">
                <a:latin typeface="Cambria" pitchFamily="18" charset="0"/>
              </a:rPr>
              <a:t> :,: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 </a:t>
            </a: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harovanao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anie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92</Words>
  <PresentationFormat>Affichage à l'écran (4:3)</PresentationFormat>
  <Paragraphs>28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790</vt:lpstr>
      <vt:lpstr>HIRA 790</vt:lpstr>
      <vt:lpstr>HIRA 790</vt:lpstr>
      <vt:lpstr>HIRA 790</vt:lpstr>
      <vt:lpstr>HIRA 790</vt:lpstr>
      <vt:lpstr>HIRA 790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20</cp:revision>
  <dcterms:created xsi:type="dcterms:W3CDTF">2012-12-02T01:28:21Z</dcterms:created>
  <dcterms:modified xsi:type="dcterms:W3CDTF">2012-12-28T20:13:46Z</dcterms:modified>
</cp:coreProperties>
</file>