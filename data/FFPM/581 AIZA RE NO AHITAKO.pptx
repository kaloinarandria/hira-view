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25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01/11/2014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1. Aiza re no hahitako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Izay hampionona ny fo?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Iza re no handrandraiko,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'Ndrao dia tolan'ny manjo?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O! ry ory sy mahantra,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Manatòna Ahy izao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He, ny foko feno antra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Hampiadana anao.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2. Aiza re no hahitako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Izay hanala tahotra?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Fa ny làlana ombako,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Mahatora- kovitra!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Aza kivy, ry mahantra: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Manatòna Ahy izao;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He, ny foko feno antra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Ampy hiafenanao.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3. Aiza re no hahitako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Izay hamela heloka?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'Ndrisy re ity fahotako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Tena mahaketraka!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Ry sakaizako mahantra!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Mba minoa Ahy izao;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He, ny foko feno antra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Hanavotako anao.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4. Ry Jesosy ô! Malala!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Fialofako Hianao;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Izaho tsy hisalasala 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Hiantoraka aminao.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manatòna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</a:t>
            </a:r>
            <a:r>
              <a:rPr lang="en-US" sz="6600" dirty="0" smtClean="0">
                <a:latin typeface="Cambria" pitchFamily="18" charset="0"/>
              </a:rPr>
              <a:t>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ahiahy</a:t>
            </a:r>
            <a:r>
              <a:rPr lang="en-US" sz="6600" dirty="0" smtClean="0">
                <a:latin typeface="Cambria" pitchFamily="18" charset="0"/>
              </a:rPr>
              <a:t>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mpiantoka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 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160</Words>
  <PresentationFormat>Affichage à l'écran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581</vt:lpstr>
      <vt:lpstr>HIRA 581</vt:lpstr>
      <vt:lpstr>HIRA 581</vt:lpstr>
      <vt:lpstr>HIRA 581</vt:lpstr>
      <vt:lpstr>HIRA 581</vt:lpstr>
      <vt:lpstr>HIRA 581</vt:lpstr>
      <vt:lpstr>HIRA 581</vt:lpstr>
      <vt:lpstr>HIRA 581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7</cp:revision>
  <dcterms:created xsi:type="dcterms:W3CDTF">2012-12-08T21:04:49Z</dcterms:created>
  <dcterms:modified xsi:type="dcterms:W3CDTF">2014-11-01T13:04:39Z</dcterms:modified>
</cp:coreProperties>
</file>