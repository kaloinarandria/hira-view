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2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103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hazo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fijaliana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maintsy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hotsarovana</a:t>
            </a:r>
            <a:r>
              <a:rPr lang="en-US" sz="6600" dirty="0" smtClean="0">
                <a:latin typeface="Cambria" pitchFamily="18" charset="0"/>
              </a:rPr>
              <a:t>!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Henoy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fanahiko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Mpamonjiko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103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voalohany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Mihevitra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rafiny</a:t>
            </a:r>
            <a:r>
              <a:rPr lang="en-US" sz="6600" dirty="0" smtClean="0">
                <a:latin typeface="Cambria" pitchFamily="18" charset="0"/>
              </a:rPr>
              <a:t> :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mamelà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jamba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fanahiny</a:t>
            </a:r>
            <a:r>
              <a:rPr lang="en-US" sz="6600" dirty="0" smtClean="0">
                <a:latin typeface="Cambria" pitchFamily="18" charset="0"/>
              </a:rPr>
              <a:t> !"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103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ô !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jamba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jereo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iantrao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</a:t>
            </a:r>
            <a:r>
              <a:rPr lang="en-US" sz="6600" dirty="0" smtClean="0">
                <a:latin typeface="Cambria" pitchFamily="18" charset="0"/>
              </a:rPr>
              <a:t>-ho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103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meloka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tanilany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Naniry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horaisiny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Nomeny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io</a:t>
            </a:r>
            <a:r>
              <a:rPr lang="en-US" sz="6600" dirty="0" smtClean="0">
                <a:latin typeface="Cambria" pitchFamily="18" charset="0"/>
              </a:rPr>
              <a:t> :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"Ho any </a:t>
            </a:r>
            <a:r>
              <a:rPr lang="en-US" sz="6600" dirty="0" err="1" smtClean="0">
                <a:latin typeface="Cambria" pitchFamily="18" charset="0"/>
              </a:rPr>
              <a:t>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Paradisa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anio</a:t>
            </a:r>
            <a:r>
              <a:rPr lang="en-US" sz="6600" dirty="0" smtClean="0">
                <a:latin typeface="Cambria" pitchFamily="18" charset="0"/>
              </a:rPr>
              <a:t>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103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anjarako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tapitra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ô,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Ho any </a:t>
            </a:r>
            <a:r>
              <a:rPr lang="en-US" sz="6600" dirty="0" err="1" smtClean="0">
                <a:latin typeface="Cambria" pitchFamily="18" charset="0"/>
              </a:rPr>
              <a:t>paradisanao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103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6.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reniny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Tomany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akaikiny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Toy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tsindron-defona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feno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fisentoana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103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7.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Jaona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natolony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zanany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solony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Jaona</a:t>
            </a:r>
            <a:r>
              <a:rPr lang="en-US" sz="6600" dirty="0" smtClean="0">
                <a:latin typeface="Cambria" pitchFamily="18" charset="0"/>
              </a:rPr>
              <a:t> ô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reninao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reniko</a:t>
            </a:r>
            <a:r>
              <a:rPr lang="en-US" sz="6600" dirty="0" smtClean="0">
                <a:latin typeface="Cambria" pitchFamily="18" charset="0"/>
              </a:rPr>
              <a:t> !"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103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8. </a:t>
            </a:r>
            <a:r>
              <a:rPr lang="en-US" sz="6600" dirty="0" err="1" smtClean="0">
                <a:latin typeface="Cambria" pitchFamily="18" charset="0"/>
              </a:rPr>
              <a:t>Tsarovy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 !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pahoriako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Iraho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mpianatrao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Hanampy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r>
              <a:rPr lang="en-US" sz="6600" dirty="0" smtClean="0"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103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9.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fahaefatra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mampangovitra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Niantso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hoe : "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Ray,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Nahoana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afoy</a:t>
            </a:r>
            <a:r>
              <a:rPr lang="en-US" sz="6600" dirty="0" smtClean="0">
                <a:latin typeface="Cambria" pitchFamily="18" charset="0"/>
              </a:rPr>
              <a:t> ?"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103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10.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nandaozana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tam-</a:t>
            </a:r>
            <a:r>
              <a:rPr lang="en-US" sz="6600" dirty="0" err="1" smtClean="0">
                <a:latin typeface="Cambria" pitchFamily="18" charset="0"/>
              </a:rPr>
              <a:t>pahoriana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Hahafaka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tahotro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fotoako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103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11.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otako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nentiny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Nahory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nitarainany</a:t>
            </a:r>
            <a:r>
              <a:rPr lang="en-US" sz="6600" dirty="0" smtClean="0">
                <a:latin typeface="Cambria" pitchFamily="18" charset="0"/>
              </a:rPr>
              <a:t> hoe :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Mangetaheta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re !"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103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12. </a:t>
            </a:r>
            <a:r>
              <a:rPr lang="en-US" sz="6600" dirty="0" err="1" smtClean="0">
                <a:latin typeface="Cambria" pitchFamily="18" charset="0"/>
              </a:rPr>
              <a:t>Mangidy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ô,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loza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niaretanao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mamiko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avotra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vitanao</a:t>
            </a:r>
            <a:r>
              <a:rPr lang="en-US" sz="6600" dirty="0" smtClean="0"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103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42978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13. Hoy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indra</a:t>
            </a:r>
            <a:r>
              <a:rPr lang="en-US" sz="6600" dirty="0" smtClean="0">
                <a:latin typeface="Cambria" pitchFamily="18" charset="0"/>
              </a:rPr>
              <a:t> : "</a:t>
            </a:r>
            <a:r>
              <a:rPr lang="en-US" sz="6600" dirty="0" err="1" smtClean="0">
                <a:latin typeface="Cambria" pitchFamily="18" charset="0"/>
              </a:rPr>
              <a:t>Tanteraka</a:t>
            </a:r>
            <a:r>
              <a:rPr lang="en-US" sz="6600" dirty="0" smtClean="0">
                <a:latin typeface="Cambria" pitchFamily="18" charset="0"/>
              </a:rPr>
              <a:t> :"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He !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mahasambatra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Tanteraka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asany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Voavotra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103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42978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14.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farany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indray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Nilaza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rahatrizay</a:t>
            </a:r>
            <a:r>
              <a:rPr lang="en-US" sz="6600" dirty="0" smtClean="0">
                <a:latin typeface="Cambria" pitchFamily="18" charset="0"/>
              </a:rPr>
              <a:t> :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Atolotro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Ray, ho </a:t>
            </a:r>
            <a:r>
              <a:rPr lang="en-US" sz="6600" dirty="0" err="1" smtClean="0">
                <a:latin typeface="Cambria" pitchFamily="18" charset="0"/>
              </a:rPr>
              <a:t>eo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tanananao</a:t>
            </a:r>
            <a:r>
              <a:rPr lang="en-US" sz="6600" dirty="0" smtClean="0">
                <a:latin typeface="Cambria" pitchFamily="18" charset="0"/>
              </a:rPr>
              <a:t> !"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103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15. </a:t>
            </a:r>
            <a:r>
              <a:rPr lang="en-US" sz="6600" dirty="0" err="1" smtClean="0">
                <a:latin typeface="Cambria" pitchFamily="18" charset="0"/>
              </a:rPr>
              <a:t>Izany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mamiko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Hiorina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anatiko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hotononiko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amim-pahafatesako</a:t>
            </a:r>
            <a:r>
              <a:rPr lang="en-US" sz="6600" dirty="0" smtClean="0">
                <a:latin typeface="Cambria" pitchFamily="18" charset="0"/>
              </a:rPr>
              <a:t>!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333</Words>
  <PresentationFormat>Affichage à l'écran (4:3)</PresentationFormat>
  <Paragraphs>75</Paragraphs>
  <Slides>15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Thème Office</vt:lpstr>
      <vt:lpstr>Hira 103</vt:lpstr>
      <vt:lpstr>Hira 103</vt:lpstr>
      <vt:lpstr>Hira 103</vt:lpstr>
      <vt:lpstr>Hira 103</vt:lpstr>
      <vt:lpstr>Hira 103</vt:lpstr>
      <vt:lpstr>Hira 103</vt:lpstr>
      <vt:lpstr>Hira 103</vt:lpstr>
      <vt:lpstr>Hira 103</vt:lpstr>
      <vt:lpstr>Hira 103</vt:lpstr>
      <vt:lpstr>Hira 103</vt:lpstr>
      <vt:lpstr>Hira 103</vt:lpstr>
      <vt:lpstr>Hira 103</vt:lpstr>
      <vt:lpstr>Hira 103</vt:lpstr>
      <vt:lpstr>Hira 103</vt:lpstr>
      <vt:lpstr>Hira 103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107</dc:title>
  <dc:creator>M</dc:creator>
  <cp:lastModifiedBy>M</cp:lastModifiedBy>
  <cp:revision>4</cp:revision>
  <dcterms:created xsi:type="dcterms:W3CDTF">2012-11-04T17:19:04Z</dcterms:created>
  <dcterms:modified xsi:type="dcterms:W3CDTF">2013-08-18T16:19:19Z</dcterms:modified>
</cp:coreProperties>
</file>