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loharanon’aina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foto-pahasoavana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fonay</a:t>
            </a:r>
            <a:r>
              <a:rPr lang="en-US" sz="6000" dirty="0" smtClean="0">
                <a:latin typeface="Cambria" pitchFamily="18" charset="0"/>
              </a:rPr>
              <a:t> toy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maina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Fenoy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Aidino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hampifankatia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Fandrao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maina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hasomparana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levony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Soloy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lolompo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ampijanony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fihavanana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malaky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mankahala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Ovay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namana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Ampianaro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hahalala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didim-pitiavana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Toroy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ampianaro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zahay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o, </a:t>
            </a:r>
            <a:r>
              <a:rPr lang="en-US" sz="6000" dirty="0" err="1" smtClean="0">
                <a:latin typeface="Cambria" pitchFamily="18" charset="0"/>
              </a:rPr>
              <a:t>velaro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hitanay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tarafiny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mbola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maizina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samy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hifanisy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hifamela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heloka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havaozy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Fenoy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fisarahana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levony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Soloy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fihavanana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malaky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mankahala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Ovay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namana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Ampianaro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hahalala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didim-pitiavana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145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531</vt:lpstr>
      <vt:lpstr>Hira 531</vt:lpstr>
      <vt:lpstr>Hira 531</vt:lpstr>
      <vt:lpstr>Hira 531</vt:lpstr>
      <vt:lpstr>Hira 531</vt:lpstr>
      <vt:lpstr>Hira 531</vt:lpstr>
      <vt:lpstr>Hira 531</vt:lpstr>
      <vt:lpstr>Hira 531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4</cp:revision>
  <dcterms:created xsi:type="dcterms:W3CDTF">2012-10-10T06:45:31Z</dcterms:created>
  <dcterms:modified xsi:type="dcterms:W3CDTF">2013-01-18T18:47:39Z</dcterms:modified>
</cp:coreProperties>
</file>