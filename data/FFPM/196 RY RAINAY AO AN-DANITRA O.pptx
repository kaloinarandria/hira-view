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8643" autoAdjust="0"/>
    <p:restoredTop sz="94660"/>
  </p:normalViewPr>
  <p:slideViewPr>
    <p:cSldViewPr>
      <p:cViewPr varScale="1">
        <p:scale>
          <a:sx n="36" d="100"/>
          <a:sy n="36" d="100"/>
        </p:scale>
        <p:origin x="-96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Rainay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danitra</a:t>
            </a:r>
            <a:r>
              <a:rPr lang="fr-FR" sz="6000" dirty="0" smtClean="0">
                <a:latin typeface="Cambria" pitchFamily="18" charset="0"/>
              </a:rPr>
              <a:t> ô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mendrika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deraina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Mahery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be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indrafo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takatry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saina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dia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faly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Mihoby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miravo</a:t>
            </a:r>
            <a:r>
              <a:rPr lang="fr-FR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Izahay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miondrika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Midera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be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fitiavanao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Ray </a:t>
            </a:r>
            <a:r>
              <a:rPr lang="fr-FR" sz="6000" dirty="0" err="1" smtClean="0">
                <a:latin typeface="Cambria" pitchFamily="18" charset="0"/>
              </a:rPr>
              <a:t>mpanisy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soa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rehetra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vitanao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tianao</a:t>
            </a:r>
            <a:r>
              <a:rPr lang="fr-FR" sz="7200" dirty="0" smtClean="0">
                <a:latin typeface="Cambria" pitchFamily="18" charset="0"/>
              </a:rPr>
              <a:t> 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Andriananahary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Jeso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Kristy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Tomponay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Mpanjaka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manan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kery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any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kavanan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dRay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Mpanavotra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very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He, </a:t>
            </a:r>
            <a:r>
              <a:rPr lang="fr-FR" sz="7200" dirty="0" err="1" smtClean="0">
                <a:latin typeface="Cambria" pitchFamily="18" charset="0"/>
              </a:rPr>
              <a:t>any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ifonanao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an'izay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navotanao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resinao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ota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ranao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nalatsakao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Fanati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tsaro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bidy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ainao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atohanao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olonao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mpiady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Na </a:t>
            </a:r>
            <a:r>
              <a:rPr lang="fr-FR" sz="7200" dirty="0" err="1" smtClean="0">
                <a:latin typeface="Cambria" pitchFamily="18" charset="0"/>
              </a:rPr>
              <a:t>aty</a:t>
            </a:r>
            <a:r>
              <a:rPr lang="fr-FR" sz="7200" dirty="0" smtClean="0">
                <a:latin typeface="Cambria" pitchFamily="18" charset="0"/>
              </a:rPr>
              <a:t> na </a:t>
            </a:r>
            <a:r>
              <a:rPr lang="fr-FR" sz="7200" dirty="0" err="1" smtClean="0">
                <a:latin typeface="Cambria" pitchFamily="18" charset="0"/>
              </a:rPr>
              <a:t>ao</a:t>
            </a:r>
            <a:r>
              <a:rPr lang="fr-FR" sz="7200" dirty="0" smtClean="0">
                <a:latin typeface="Cambria" pitchFamily="18" charset="0"/>
              </a:rPr>
              <a:t> an-</a:t>
            </a:r>
            <a:r>
              <a:rPr lang="fr-FR" sz="7200" dirty="0" err="1" smtClean="0">
                <a:latin typeface="Cambria" pitchFamily="18" charset="0"/>
              </a:rPr>
              <a:t>danitra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Kristy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tokana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avotra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vonjy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5.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Mpampianatra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mahay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Mpanazava</a:t>
            </a:r>
            <a:r>
              <a:rPr lang="fr-FR" sz="6000" dirty="0" smtClean="0"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Ampianaro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izahay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Handroso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lalandava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 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196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Tariho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fanahinay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Honenanay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rahatrizay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 an-</a:t>
            </a:r>
            <a:r>
              <a:rPr lang="fr-FR" sz="7200" dirty="0" err="1" smtClean="0">
                <a:latin typeface="Cambria" pitchFamily="18" charset="0"/>
              </a:rPr>
              <a:t>danitra</a:t>
            </a:r>
            <a:r>
              <a:rPr lang="fr-FR" sz="7200" dirty="0" smtClean="0">
                <a:latin typeface="Cambria" pitchFamily="18" charset="0"/>
              </a:rPr>
              <a:t> Amen!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166</Words>
  <PresentationFormat>Affichage à l'écran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196</vt:lpstr>
      <vt:lpstr>HIRA 196</vt:lpstr>
      <vt:lpstr>HIRA 196</vt:lpstr>
      <vt:lpstr>HIRA 196</vt:lpstr>
      <vt:lpstr>HIRA 196</vt:lpstr>
      <vt:lpstr>HIRA 196</vt:lpstr>
      <vt:lpstr>HIRA 196</vt:lpstr>
      <vt:lpstr>HIRA 196</vt:lpstr>
      <vt:lpstr>HIRA 196</vt:lpstr>
      <vt:lpstr>HIRA 196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4</cp:revision>
  <dcterms:created xsi:type="dcterms:W3CDTF">2012-10-03T08:17:13Z</dcterms:created>
  <dcterms:modified xsi:type="dcterms:W3CDTF">2013-11-29T10:08:35Z</dcterms:modified>
</cp:coreProperties>
</file>