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5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11/01/2015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3200" dirty="0" err="1" smtClean="0"/>
              <a:t>Hira</a:t>
            </a:r>
            <a:r>
              <a:rPr lang="fr-FR" sz="3200" dirty="0" smtClean="0"/>
              <a:t> 530</a:t>
            </a:r>
            <a:endParaRPr lang="fr-FR" sz="32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57158" y="714356"/>
            <a:ext cx="8572560" cy="58024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1. </a:t>
            </a:r>
            <a:r>
              <a:rPr lang="en-US" sz="6600" b="1" dirty="0" err="1" smtClean="0">
                <a:latin typeface="Cambria" pitchFamily="18" charset="0"/>
              </a:rPr>
              <a:t>Fitiavana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rano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velona</a:t>
            </a:r>
            <a:r>
              <a:rPr lang="en-US" sz="6600" b="1" dirty="0" smtClean="0">
                <a:latin typeface="Cambria" pitchFamily="18" charset="0"/>
              </a:rPr>
              <a:t>,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Loharano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lalina</a:t>
            </a:r>
            <a:r>
              <a:rPr lang="en-US" sz="6600" b="1" dirty="0" smtClean="0">
                <a:latin typeface="Cambria" pitchFamily="18" charset="0"/>
              </a:rPr>
              <a:t>;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Ka </a:t>
            </a:r>
            <a:r>
              <a:rPr lang="en-US" sz="6600" b="1" dirty="0" err="1" smtClean="0">
                <a:latin typeface="Cambria" pitchFamily="18" charset="0"/>
              </a:rPr>
              <a:t>miafina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anatiny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fiainan-danitra</a:t>
            </a:r>
            <a:r>
              <a:rPr lang="en-US" sz="6600" b="1" dirty="0" smtClean="0">
                <a:latin typeface="Cambria" pitchFamily="18" charset="0"/>
              </a:rPr>
              <a:t>!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3200" b="1" dirty="0" err="1" smtClean="0"/>
              <a:t>Hira</a:t>
            </a:r>
            <a:r>
              <a:rPr lang="fr-FR" sz="3200" b="1" dirty="0" smtClean="0"/>
              <a:t> 530</a:t>
            </a:r>
            <a:endParaRPr lang="fr-FR" sz="32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42852"/>
            <a:ext cx="8858280" cy="65722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2. </a:t>
            </a:r>
            <a:r>
              <a:rPr lang="en-US" sz="6600" b="1" dirty="0" err="1" smtClean="0">
                <a:latin typeface="Cambria" pitchFamily="18" charset="0"/>
              </a:rPr>
              <a:t>Fitiavana</a:t>
            </a:r>
            <a:r>
              <a:rPr lang="en-US" sz="6600" b="1" dirty="0" smtClean="0">
                <a:latin typeface="Cambria" pitchFamily="18" charset="0"/>
              </a:rPr>
              <a:t> no </a:t>
            </a:r>
            <a:r>
              <a:rPr lang="en-US" sz="6600" b="1" dirty="0" err="1" smtClean="0">
                <a:latin typeface="Cambria" pitchFamily="18" charset="0"/>
              </a:rPr>
              <a:t>nirahina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Avy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tamin</a:t>
            </a:r>
            <a:r>
              <a:rPr lang="en-US" sz="6600" b="1" dirty="0" smtClean="0">
                <a:latin typeface="Cambria" pitchFamily="18" charset="0"/>
              </a:rPr>
              <a:t>-Jehovah ;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O, </a:t>
            </a:r>
            <a:r>
              <a:rPr lang="en-US" sz="6600" b="1" dirty="0" err="1" smtClean="0">
                <a:latin typeface="Cambria" pitchFamily="18" charset="0"/>
              </a:rPr>
              <a:t>mba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raisonao</a:t>
            </a:r>
            <a:r>
              <a:rPr lang="en-US" sz="6600" b="1" dirty="0" smtClean="0">
                <a:latin typeface="Cambria" pitchFamily="18" charset="0"/>
              </a:rPr>
              <a:t>, </a:t>
            </a:r>
            <a:r>
              <a:rPr lang="en-US" sz="6600" b="1" dirty="0" err="1" smtClean="0">
                <a:latin typeface="Cambria" pitchFamily="18" charset="0"/>
              </a:rPr>
              <a:t>dia</a:t>
            </a:r>
            <a:r>
              <a:rPr lang="en-US" sz="6600" b="1" dirty="0" smtClean="0">
                <a:latin typeface="Cambria" pitchFamily="18" charset="0"/>
              </a:rPr>
              <a:t> ho </a:t>
            </a:r>
            <a:r>
              <a:rPr lang="en-US" sz="6600" b="1" dirty="0" err="1" smtClean="0">
                <a:latin typeface="Cambria" pitchFamily="18" charset="0"/>
              </a:rPr>
              <a:t>fantatrao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fahasambarana</a:t>
            </a:r>
            <a:r>
              <a:rPr lang="en-US" sz="6600" b="1" dirty="0" smtClean="0">
                <a:latin typeface="Cambria" pitchFamily="18" charset="0"/>
              </a:rPr>
              <a:t>.</a:t>
            </a: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sz="3200" b="1" dirty="0" err="1" smtClean="0"/>
              <a:t>Hira</a:t>
            </a:r>
            <a:r>
              <a:rPr lang="fr-FR" sz="3200" b="1" dirty="0" smtClean="0"/>
              <a:t> 530</a:t>
            </a:r>
            <a:endParaRPr lang="fr-FR" sz="32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57158" y="214290"/>
            <a:ext cx="8786842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3. </a:t>
            </a:r>
            <a:r>
              <a:rPr lang="en-US" sz="6600" b="1" dirty="0" err="1" smtClean="0">
                <a:latin typeface="Cambria" pitchFamily="18" charset="0"/>
              </a:rPr>
              <a:t>Fitiavana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didy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tokana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Ary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didy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lehibe</a:t>
            </a:r>
            <a:r>
              <a:rPr lang="en-US" sz="6600" b="1" dirty="0" smtClean="0">
                <a:latin typeface="Cambria" pitchFamily="18" charset="0"/>
              </a:rPr>
              <a:t> ;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Mitoera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ao</a:t>
            </a:r>
            <a:r>
              <a:rPr lang="en-US" sz="6600" b="1" dirty="0" smtClean="0">
                <a:latin typeface="Cambria" pitchFamily="18" charset="0"/>
              </a:rPr>
              <a:t>, </a:t>
            </a:r>
            <a:r>
              <a:rPr lang="en-US" sz="6600" b="1" dirty="0" err="1" smtClean="0">
                <a:latin typeface="Cambria" pitchFamily="18" charset="0"/>
              </a:rPr>
              <a:t>hitoeranao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Amim</a:t>
            </a:r>
            <a:r>
              <a:rPr lang="en-US" sz="6600" b="1" dirty="0" smtClean="0">
                <a:latin typeface="Cambria" pitchFamily="18" charset="0"/>
              </a:rPr>
              <a:t>-</a:t>
            </a:r>
            <a:r>
              <a:rPr lang="en-US" sz="6600" b="1" dirty="0" err="1" smtClean="0">
                <a:latin typeface="Cambria" pitchFamily="18" charset="0"/>
              </a:rPr>
              <a:t>piadanam</a:t>
            </a:r>
            <a:r>
              <a:rPr lang="en-US" sz="6600" b="1" dirty="0" smtClean="0">
                <a:latin typeface="Cambria" pitchFamily="18" charset="0"/>
              </a:rPr>
              <a:t>-be.</a:t>
            </a: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56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530</vt:lpstr>
      <vt:lpstr>Hira 530</vt:lpstr>
      <vt:lpstr>Hira 530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11</cp:revision>
  <dcterms:created xsi:type="dcterms:W3CDTF">2012-10-10T06:45:31Z</dcterms:created>
  <dcterms:modified xsi:type="dcterms:W3CDTF">2015-01-11T11:03:59Z</dcterms:modified>
</cp:coreProperties>
</file>