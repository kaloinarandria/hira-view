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10144164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Midera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Asandrato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feo</a:t>
            </a:r>
            <a:r>
              <a:rPr lang="fr-FR" sz="72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Miderà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Ray </a:t>
            </a:r>
            <a:r>
              <a:rPr lang="fr-FR" sz="7200" dirty="0" err="1" smtClean="0">
                <a:latin typeface="Cambria" pitchFamily="18" charset="0"/>
              </a:rPr>
              <a:t>Tsitoha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‘Zay </a:t>
            </a:r>
            <a:r>
              <a:rPr lang="fr-FR" sz="7200" dirty="0" err="1" smtClean="0">
                <a:latin typeface="Cambria" pitchFamily="18" charset="0"/>
              </a:rPr>
              <a:t>Mpamorona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anareo</a:t>
            </a:r>
            <a:r>
              <a:rPr lang="fr-FR" sz="72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Mpanjaka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manan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jo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Haleoia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10144164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Mihirà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Lehibe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masina</a:t>
            </a:r>
            <a:r>
              <a:rPr lang="fr-FR" sz="72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'Lay </a:t>
            </a:r>
            <a:r>
              <a:rPr lang="fr-FR" sz="7200" dirty="0" err="1" smtClean="0">
                <a:latin typeface="Cambria" pitchFamily="18" charset="0"/>
              </a:rPr>
              <a:t>Mpahary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anareo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ranomasina</a:t>
            </a:r>
            <a:r>
              <a:rPr lang="fr-FR" sz="72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biby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marobe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'</a:t>
            </a:r>
            <a:r>
              <a:rPr lang="fr-FR" sz="7200" dirty="0" err="1" smtClean="0">
                <a:latin typeface="Cambria" pitchFamily="18" charset="0"/>
              </a:rPr>
              <a:t>Ndray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mihoby</a:t>
            </a:r>
            <a:r>
              <a:rPr lang="fr-FR" sz="7200" dirty="0" smtClean="0">
                <a:latin typeface="Cambria" pitchFamily="18" charset="0"/>
              </a:rPr>
              <a:t>: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!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10144164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Mifalia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,:Lay </a:t>
            </a:r>
            <a:r>
              <a:rPr lang="fr-FR" sz="7200" dirty="0" err="1" smtClean="0">
                <a:latin typeface="Cambria" pitchFamily="18" charset="0"/>
              </a:rPr>
              <a:t>Mpamonjy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be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fitia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Mpanavotra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anareo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O,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olom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bery</a:t>
            </a:r>
            <a:r>
              <a:rPr lang="fr-FR" sz="7200" dirty="0" smtClean="0">
                <a:latin typeface="Cambria" pitchFamily="18" charset="0"/>
              </a:rPr>
              <a:t> ô :,: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Manatòna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mihobia</a:t>
            </a:r>
            <a:r>
              <a:rPr lang="fr-FR" sz="7200" dirty="0" smtClean="0">
                <a:latin typeface="Cambria" pitchFamily="18" charset="0"/>
              </a:rPr>
              <a:t>!	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!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!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10144164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Raiso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mpanota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anay</a:t>
            </a:r>
            <a:r>
              <a:rPr lang="fr-FR" sz="7200" smtClean="0">
                <a:latin typeface="Cambria" pitchFamily="18" charset="0"/>
              </a:rPr>
              <a:t>:,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'Zay </a:t>
            </a:r>
            <a:r>
              <a:rPr lang="fr-FR" sz="7200" dirty="0" err="1" smtClean="0">
                <a:latin typeface="Cambria" pitchFamily="18" charset="0"/>
              </a:rPr>
              <a:t>miantoraka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aminao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henoy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vavakay</a:t>
            </a:r>
            <a:r>
              <a:rPr lang="fr-FR" sz="72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Ho </a:t>
            </a:r>
            <a:r>
              <a:rPr lang="fr-FR" sz="7200" dirty="0" err="1" smtClean="0">
                <a:latin typeface="Cambria" pitchFamily="18" charset="0"/>
              </a:rPr>
              <a:t>fanatitra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madio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'Zay </a:t>
            </a:r>
            <a:r>
              <a:rPr lang="fr-FR" sz="7200" dirty="0" err="1" smtClean="0">
                <a:latin typeface="Cambria" pitchFamily="18" charset="0"/>
              </a:rPr>
              <a:t>atolotray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anio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132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165</vt:lpstr>
      <vt:lpstr>HIRA 165</vt:lpstr>
      <vt:lpstr>HIRA 165</vt:lpstr>
      <vt:lpstr>HIRA 165</vt:lpstr>
      <vt:lpstr>HIRA 165</vt:lpstr>
      <vt:lpstr>HIRA 165</vt:lpstr>
      <vt:lpstr>HIRA 165</vt:lpstr>
      <vt:lpstr>HIRA 165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6</cp:revision>
  <dcterms:created xsi:type="dcterms:W3CDTF">2012-10-03T08:15:06Z</dcterms:created>
  <dcterms:modified xsi:type="dcterms:W3CDTF">2013-07-25T18:36:45Z</dcterms:modified>
</cp:coreProperties>
</file>