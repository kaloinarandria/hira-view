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21/03/2016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70C0"/>
                </a:solidFill>
                <a:latin typeface="Cambria" pitchFamily="18" charset="0"/>
              </a:rPr>
              <a:t>HIRA 115</a:t>
            </a:r>
            <a:endParaRPr lang="fr-FR" sz="4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Iraky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Rainy,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Nolatsain'ny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nohajainy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493846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115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voahombo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42254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115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000108"/>
            <a:ext cx="857252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Zanak'ondry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solonay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voakora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636854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115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000108"/>
            <a:ext cx="8643966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voahombo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279664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115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850109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Nalahelo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nanjo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nanota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nijaly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sitrapo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Gologota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565284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115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voahombo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422540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115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42978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Nahafoy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ainy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mania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amin-dRainy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708292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115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928670"/>
            <a:ext cx="8643966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voahombo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Kalvary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154</Words>
  <Application>Microsoft Office PowerPoint</Application>
  <PresentationFormat>Affichage à l'écran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HIRA 115</vt:lpstr>
      <vt:lpstr>HIRA 115</vt:lpstr>
      <vt:lpstr>HIRA 115</vt:lpstr>
      <vt:lpstr>HIRA 115</vt:lpstr>
      <vt:lpstr>HIRA 115</vt:lpstr>
      <vt:lpstr>HIRA 115</vt:lpstr>
      <vt:lpstr>HIRA 115</vt:lpstr>
      <vt:lpstr>HIRA 115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c060</cp:lastModifiedBy>
  <cp:revision>6</cp:revision>
  <dcterms:created xsi:type="dcterms:W3CDTF">2012-10-21T18:56:48Z</dcterms:created>
  <dcterms:modified xsi:type="dcterms:W3CDTF">2016-03-21T10:25:14Z</dcterms:modified>
</cp:coreProperties>
</file>