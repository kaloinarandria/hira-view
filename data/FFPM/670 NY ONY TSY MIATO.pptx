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2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smtClean="0">
                <a:latin typeface="Cambria" pitchFamily="18" charset="0"/>
              </a:rPr>
              <a:t>670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ony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miato</a:t>
            </a:r>
            <a:r>
              <a:rPr lang="fr-FR" sz="6000" dirty="0" smtClean="0">
                <a:latin typeface="Cambria" pitchFamily="18" charset="0"/>
              </a:rPr>
              <a:t>, fa </a:t>
            </a:r>
            <a:r>
              <a:rPr lang="fr-FR" sz="6000" dirty="0" err="1" smtClean="0">
                <a:latin typeface="Cambria" pitchFamily="18" charset="0"/>
              </a:rPr>
              <a:t>mitady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ranomasina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ihaviany</a:t>
            </a:r>
            <a:r>
              <a:rPr lang="fr-FR" sz="60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toy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Mitady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Andriamaniny</a:t>
            </a: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smtClean="0">
                <a:latin typeface="Cambria" pitchFamily="18" charset="0"/>
              </a:rPr>
              <a:t>670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Andriananahary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Tompoko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nahary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faniriako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mitady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Azy</a:t>
            </a:r>
            <a:r>
              <a:rPr lang="fr-FR" sz="6000" dirty="0" smtClean="0">
                <a:latin typeface="Cambria" pitchFamily="18" charset="0"/>
              </a:rPr>
              <a:t>, ka </a:t>
            </a:r>
            <a:r>
              <a:rPr lang="fr-FR" sz="6000" dirty="0" err="1" smtClean="0">
                <a:latin typeface="Cambria" pitchFamily="18" charset="0"/>
              </a:rPr>
              <a:t>manary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misakana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diako</a:t>
            </a:r>
            <a:r>
              <a:rPr lang="fr-FR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smtClean="0">
                <a:latin typeface="Cambria" pitchFamily="18" charset="0"/>
              </a:rPr>
              <a:t>670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lzay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midongy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mirehareha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hahatratra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Edenany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Lomorina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rano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mandeha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simba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pijanonany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smtClean="0">
                <a:latin typeface="Cambria" pitchFamily="18" charset="0"/>
              </a:rPr>
              <a:t>670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toy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simba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avokoa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mijanona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manatona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Tomposoa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mitahy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mamelona</a:t>
            </a:r>
            <a:r>
              <a:rPr lang="fr-FR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smtClean="0">
                <a:latin typeface="Cambria" pitchFamily="18" charset="0"/>
              </a:rPr>
              <a:t>670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zavatra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aty</a:t>
            </a:r>
            <a:r>
              <a:rPr lang="fr-FR" sz="6000" dirty="0" smtClean="0">
                <a:latin typeface="Cambria" pitchFamily="18" charset="0"/>
              </a:rPr>
              <a:t> an-</a:t>
            </a:r>
            <a:r>
              <a:rPr lang="fr-FR" sz="6000" dirty="0" err="1" smtClean="0">
                <a:latin typeface="Cambria" pitchFamily="18" charset="0"/>
              </a:rPr>
              <a:t>tany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Mahafa</a:t>
            </a:r>
            <a:r>
              <a:rPr lang="fr-FR" sz="6000" dirty="0" smtClean="0">
                <a:latin typeface="Cambria" pitchFamily="18" charset="0"/>
              </a:rPr>
              <a:t>-po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faniriako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Vahiny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eto</a:t>
            </a:r>
            <a:r>
              <a:rPr lang="fr-FR" sz="6000" dirty="0" smtClean="0">
                <a:latin typeface="Cambria" pitchFamily="18" charset="0"/>
              </a:rPr>
              <a:t> ka </a:t>
            </a:r>
            <a:r>
              <a:rPr lang="fr-FR" sz="6000" dirty="0" err="1" smtClean="0">
                <a:latin typeface="Cambria" pitchFamily="18" charset="0"/>
              </a:rPr>
              <a:t>mankany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An-</a:t>
            </a:r>
            <a:r>
              <a:rPr lang="fr-FR" sz="6000" dirty="0" err="1" smtClean="0">
                <a:latin typeface="Cambria" pitchFamily="18" charset="0"/>
              </a:rPr>
              <a:t>danitra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fodiako</a:t>
            </a:r>
            <a:r>
              <a:rPr lang="fr-FR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dirty="0" err="1" smtClean="0">
                <a:latin typeface="Cambria" pitchFamily="18" charset="0"/>
              </a:rPr>
              <a:t>Hira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smtClean="0">
                <a:latin typeface="Cambria" pitchFamily="18" charset="0"/>
              </a:rPr>
              <a:t>670</a:t>
            </a:r>
            <a:endParaRPr lang="fr-FR" sz="4800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malala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avy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hampiala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olony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aty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Izaho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misalasala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Hanaraka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ary</a:t>
            </a:r>
            <a:r>
              <a:rPr lang="fr-FR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136</Words>
  <PresentationFormat>Affichage à l'écran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670</vt:lpstr>
      <vt:lpstr>Hira 670</vt:lpstr>
      <vt:lpstr>Hira 670</vt:lpstr>
      <vt:lpstr>Hira 670</vt:lpstr>
      <vt:lpstr>Hira 670</vt:lpstr>
      <vt:lpstr>Hira 670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7</cp:revision>
  <dcterms:created xsi:type="dcterms:W3CDTF">2012-11-26T19:13:07Z</dcterms:created>
  <dcterms:modified xsi:type="dcterms:W3CDTF">2015-01-29T17:49:58Z</dcterms:modified>
</cp:coreProperties>
</file>