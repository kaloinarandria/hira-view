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000" autoAdjust="0"/>
    <p:restoredTop sz="94660"/>
  </p:normalViewPr>
  <p:slideViewPr>
    <p:cSldViewPr>
      <p:cViewPr varScale="1">
        <p:scale>
          <a:sx n="42" d="100"/>
          <a:sy n="42" d="100"/>
        </p:scale>
        <p:origin x="-108" y="-4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692" y="500042"/>
            <a:ext cx="9001092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1. </a:t>
            </a:r>
            <a:r>
              <a:rPr lang="fr-FR" sz="7200" dirty="0" err="1" smtClean="0">
                <a:latin typeface="Cambria" pitchFamily="18" charset="0"/>
              </a:rPr>
              <a:t>Mahery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J</a:t>
            </a:r>
            <a:r>
              <a:rPr lang="fr-FR" sz="7200" dirty="0" err="1" smtClean="0">
                <a:latin typeface="Cambria" pitchFamily="18" charset="0"/>
              </a:rPr>
              <a:t>ehovah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Mombà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mpanomponao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Ka </a:t>
            </a:r>
            <a:r>
              <a:rPr lang="fr-FR" sz="7200" dirty="0" err="1" smtClean="0">
                <a:latin typeface="Cambria" pitchFamily="18" charset="0"/>
              </a:rPr>
              <a:t>miarova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anay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692" y="714356"/>
            <a:ext cx="9001092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2. </a:t>
            </a:r>
            <a:r>
              <a:rPr lang="fr-FR" sz="7200" dirty="0" err="1" smtClean="0">
                <a:latin typeface="Cambria" pitchFamily="18" charset="0"/>
              </a:rPr>
              <a:t>Mpanjaka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Zanahary</a:t>
            </a:r>
            <a:r>
              <a:rPr lang="fr-FR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Avia</a:t>
            </a:r>
            <a:r>
              <a:rPr lang="fr-FR" sz="7200" dirty="0" smtClean="0">
                <a:latin typeface="Cambria" pitchFamily="18" charset="0"/>
              </a:rPr>
              <a:t>, </a:t>
            </a:r>
            <a:r>
              <a:rPr lang="fr-FR" sz="7200" dirty="0" err="1" smtClean="0">
                <a:latin typeface="Cambria" pitchFamily="18" charset="0"/>
              </a:rPr>
              <a:t>anjakao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anatinay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692" y="571480"/>
            <a:ext cx="9001092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3. </a:t>
            </a:r>
            <a:r>
              <a:rPr lang="fr-FR" sz="7200" dirty="0" err="1" smtClean="0">
                <a:latin typeface="Cambria" pitchFamily="18" charset="0"/>
              </a:rPr>
              <a:t>Miaro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Andriamanitra</a:t>
            </a:r>
            <a:r>
              <a:rPr lang="fr-FR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Hidera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sy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hisaotra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No </a:t>
            </a:r>
            <a:r>
              <a:rPr lang="fr-FR" sz="7200" dirty="0" err="1" smtClean="0">
                <a:latin typeface="Cambria" pitchFamily="18" charset="0"/>
              </a:rPr>
              <a:t>iangonanay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692" y="714356"/>
            <a:ext cx="9001092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4. </a:t>
            </a:r>
            <a:r>
              <a:rPr lang="fr-FR" sz="7200" dirty="0" err="1" smtClean="0">
                <a:latin typeface="Cambria" pitchFamily="18" charset="0"/>
              </a:rPr>
              <a:t>Miantra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Hianao</a:t>
            </a:r>
            <a:r>
              <a:rPr lang="fr-FR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Ry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Tompo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tia</a:t>
            </a:r>
            <a:r>
              <a:rPr lang="fr-FR" sz="72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Tongava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aminay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izao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Mba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hifalianay</a:t>
            </a:r>
            <a:r>
              <a:rPr lang="fr-FR" sz="72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5. </a:t>
            </a:r>
            <a:r>
              <a:rPr lang="fr-FR" sz="7200" dirty="0" err="1" smtClean="0">
                <a:latin typeface="Cambria" pitchFamily="18" charset="0"/>
              </a:rPr>
              <a:t>Ny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fanomezan</a:t>
            </a:r>
            <a:r>
              <a:rPr lang="fr-FR" sz="7200" dirty="0" smtClean="0">
                <a:latin typeface="Cambria" pitchFamily="18" charset="0"/>
              </a:rPr>
              <a:t>-</a:t>
            </a:r>
            <a:r>
              <a:rPr lang="fr-FR" sz="7200" dirty="0" err="1" smtClean="0">
                <a:latin typeface="Cambria" pitchFamily="18" charset="0"/>
              </a:rPr>
              <a:t>tsoa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'Zay </a:t>
            </a:r>
            <a:r>
              <a:rPr lang="fr-FR" sz="7200" dirty="0" err="1" smtClean="0">
                <a:latin typeface="Cambria" pitchFamily="18" charset="0"/>
              </a:rPr>
              <a:t>maminay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tokoa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smtClean="0">
                <a:latin typeface="Cambria" pitchFamily="18" charset="0"/>
              </a:rPr>
              <a:t>Dia </a:t>
            </a:r>
            <a:r>
              <a:rPr lang="fr-FR" sz="7200" dirty="0" err="1" smtClean="0">
                <a:latin typeface="Cambria" pitchFamily="18" charset="0"/>
              </a:rPr>
              <a:t>Jeso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lay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fr-FR" sz="7200" dirty="0" err="1" smtClean="0">
                <a:latin typeface="Cambria" pitchFamily="18" charset="0"/>
              </a:rPr>
              <a:t>Malalanao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7200" dirty="0" err="1" smtClean="0">
                <a:latin typeface="Cambria" pitchFamily="18" charset="0"/>
              </a:rPr>
              <a:t>Nafoy</a:t>
            </a:r>
            <a:r>
              <a:rPr lang="fr-FR" sz="7200" dirty="0" smtClean="0">
                <a:latin typeface="Cambria" pitchFamily="18" charset="0"/>
              </a:rPr>
              <a:t> ho </a:t>
            </a:r>
            <a:r>
              <a:rPr lang="fr-FR" sz="7200" dirty="0" err="1" smtClean="0">
                <a:latin typeface="Cambria" pitchFamily="18" charset="0"/>
              </a:rPr>
              <a:t>Avotray</a:t>
            </a:r>
            <a:r>
              <a:rPr lang="fr-FR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Autofit/>
          </a:bodyPr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234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692" y="857232"/>
            <a:ext cx="9001092" cy="60722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6.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raisonao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Ray!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saotra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entinay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dera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laza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hery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Mpanjaka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.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113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234 </vt:lpstr>
      <vt:lpstr>Hira 234 </vt:lpstr>
      <vt:lpstr>Hira 234 </vt:lpstr>
      <vt:lpstr>Hira 234 </vt:lpstr>
      <vt:lpstr>Hira 234 </vt:lpstr>
      <vt:lpstr>Hira 234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226 </dc:title>
  <dc:creator>M</dc:creator>
  <cp:lastModifiedBy>M</cp:lastModifiedBy>
  <cp:revision>7</cp:revision>
  <dcterms:created xsi:type="dcterms:W3CDTF">2012-11-11T21:23:20Z</dcterms:created>
  <dcterms:modified xsi:type="dcterms:W3CDTF">2014-05-12T09:10:55Z</dcterms:modified>
</cp:coreProperties>
</file>