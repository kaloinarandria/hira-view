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78697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He! Vita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ota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mifaly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atao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142984"/>
            <a:ext cx="9715536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Kristy </a:t>
            </a:r>
            <a:r>
              <a:rPr lang="en-US" sz="7200" dirty="0" err="1" smtClean="0">
                <a:latin typeface="Cambria" pitchFamily="18" charset="0"/>
              </a:rPr>
              <a:t>naharesy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fandreseny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derao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214422"/>
            <a:ext cx="9644098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nijaliana</a:t>
            </a:r>
            <a:r>
              <a:rPr lang="en-US" sz="72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Nisolo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fifaliam</a:t>
            </a:r>
            <a:r>
              <a:rPr lang="en-US" sz="7200" dirty="0" smtClean="0">
                <a:latin typeface="Cambria" pitchFamily="18" charset="0"/>
              </a:rPr>
              <a:t>-be,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mihirà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mandre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214422"/>
            <a:ext cx="9644098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gadra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voatapany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efitra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ravany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miderà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heriny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644098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fiainanao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Mamelona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hoderaina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139</vt:lpstr>
      <vt:lpstr>Hira 139</vt:lpstr>
      <vt:lpstr>Hira 139</vt:lpstr>
      <vt:lpstr>Hira 139</vt:lpstr>
      <vt:lpstr>Hira 139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2013-07-03T08:08:12Z</dcterms:modified>
</cp:coreProperties>
</file>