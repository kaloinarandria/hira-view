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Tonga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malaza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mahafaly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nandresy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nijaly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natsangan'ny</a:t>
            </a:r>
            <a:r>
              <a:rPr lang="en-US" sz="6600" dirty="0" smtClean="0">
                <a:latin typeface="Cambria" pitchFamily="18" charset="0"/>
              </a:rPr>
              <a:t> Ray,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hifaly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, Ka </a:t>
            </a:r>
            <a:r>
              <a:rPr lang="en-US" sz="6600" dirty="0" err="1" smtClean="0">
                <a:latin typeface="Cambria" pitchFamily="18" charset="0"/>
              </a:rPr>
              <a:t>resy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Satana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Menatra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mafy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fahavalo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nitana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zahao</a:t>
            </a:r>
            <a:r>
              <a:rPr lang="en-US" sz="6600" dirty="0" smtClean="0">
                <a:latin typeface="Cambria" pitchFamily="18" charset="0"/>
              </a:rPr>
              <a:t>: </a:t>
            </a:r>
            <a:r>
              <a:rPr lang="en-US" sz="6600" dirty="0" err="1" smtClean="0">
                <a:latin typeface="Cambria" pitchFamily="18" charset="0"/>
              </a:rPr>
              <a:t>rava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Raya,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nahatàna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Helo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fahafatesana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resy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tambin'ota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naloa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Tompon'aina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mihobia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An'i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voafetra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vaovao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Resy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Faly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fanatenana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hiantso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hoe: "</a:t>
            </a:r>
            <a:r>
              <a:rPr lang="en-US" sz="6600" dirty="0" err="1" smtClean="0">
                <a:latin typeface="Cambria" pitchFamily="18" charset="0"/>
              </a:rPr>
              <a:t>Mitsangànal</a:t>
            </a:r>
            <a:r>
              <a:rPr lang="en-US" sz="6600" dirty="0" smtClean="0">
                <a:latin typeface="Cambria" pitchFamily="18" charset="0"/>
              </a:rPr>
              <a:t>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131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500174"/>
            <a:ext cx="6572264" cy="42862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Amin'izay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nodimandry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tra-bonjy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158</Words>
  <PresentationFormat>Affichage à l'écran (4:3)</PresentationFormat>
  <Paragraphs>31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131</vt:lpstr>
      <vt:lpstr>HIRA 131</vt:lpstr>
      <vt:lpstr>HIRA 131</vt:lpstr>
      <vt:lpstr>HIRA 131</vt:lpstr>
      <vt:lpstr>HIRA 131</vt:lpstr>
      <vt:lpstr>HIRA 131</vt:lpstr>
      <vt:lpstr>HIRA 131</vt:lpstr>
      <vt:lpstr>HIRA 131</vt:lpstr>
      <vt:lpstr>HIRA 131</vt:lpstr>
      <vt:lpstr>HIRA 131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11</cp:revision>
  <dcterms:created xsi:type="dcterms:W3CDTF">2012-10-21T18:56:48Z</dcterms:created>
  <dcterms:modified xsi:type="dcterms:W3CDTF">2013-07-03T07:11:33Z</dcterms:modified>
</cp:coreProperties>
</file>