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7" r:id="rId3"/>
    <p:sldId id="275" r:id="rId4"/>
    <p:sldId id="278" r:id="rId5"/>
    <p:sldId id="276" r:id="rId6"/>
    <p:sldId id="27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8016" autoAdjust="0"/>
    <p:restoredTop sz="94660"/>
  </p:normalViewPr>
  <p:slideViewPr>
    <p:cSldViewPr>
      <p:cViewPr varScale="1">
        <p:scale>
          <a:sx n="33" d="100"/>
          <a:sy n="33" d="100"/>
        </p:scale>
        <p:origin x="-102" y="-5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8572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avia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malakia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mangetaheta</a:t>
            </a:r>
            <a:r>
              <a:rPr lang="en-US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Teny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tsara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ambara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henoy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eram-po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8572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ranon'aina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torina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lazaina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06" y="857256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Mpamonjy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mahavonjy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Mahatonga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 be,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maintsy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tra-bonjy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manantona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Azy</a:t>
            </a:r>
            <a:r>
              <a:rPr lang="en-US" sz="6000" dirty="0" smtClean="0">
                <a:latin typeface="Cambria" pitchFamily="18" charset="0"/>
              </a:rPr>
              <a:t> re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1143008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henoinao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teny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Manambara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omeny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857232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tariho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tahio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ahy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Fanahy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Hanazava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am-</a:t>
            </a:r>
            <a:r>
              <a:rPr lang="en-US" sz="7200" dirty="0" err="1" smtClean="0">
                <a:latin typeface="Cambria" pitchFamily="18" charset="0"/>
              </a:rPr>
              <a:t>po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1357298"/>
            <a:ext cx="9144000" cy="50006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Hampahery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saina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hamelona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aina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96</Words>
  <PresentationFormat>Affichage à l'écran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216 </vt:lpstr>
      <vt:lpstr>HIRA 216 </vt:lpstr>
      <vt:lpstr>HIRA 216 </vt:lpstr>
      <vt:lpstr>HIRA 216 </vt:lpstr>
      <vt:lpstr>HIRA 216 </vt:lpstr>
      <vt:lpstr>HIRA 216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7</cp:revision>
  <dcterms:created xsi:type="dcterms:W3CDTF">2012-10-03T08:17:13Z</dcterms:created>
  <dcterms:modified xsi:type="dcterms:W3CDTF">2014-05-05T08:06:43Z</dcterms:modified>
</cp:coreProperties>
</file>