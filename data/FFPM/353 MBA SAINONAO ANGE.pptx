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6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02/03/2013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353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sainonao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ange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Sao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fantatrao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zava-dehibe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Nataoko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353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Hevero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vitanao</a:t>
            </a:r>
            <a:r>
              <a:rPr lang="en-US" sz="6600" dirty="0" smtClean="0">
                <a:latin typeface="Cambria" pitchFamily="18" charset="0"/>
              </a:rPr>
              <a:t>. :,: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353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lapako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tary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fahefako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Nilaozako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taty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353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Hevero</a:t>
            </a:r>
            <a:r>
              <a:rPr lang="en-US" sz="6600" dirty="0" smtClean="0">
                <a:latin typeface="Cambria" pitchFamily="18" charset="0"/>
              </a:rPr>
              <a:t>, ka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foinao</a:t>
            </a:r>
            <a:r>
              <a:rPr lang="en-US" sz="6600" dirty="0" smtClean="0">
                <a:latin typeface="Cambria" pitchFamily="18" charset="0"/>
              </a:rPr>
              <a:t>. :,: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353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Heveronao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ange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nisoloana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Nangidy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indrindra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anie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nahazoana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353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Hevero</a:t>
            </a:r>
            <a:r>
              <a:rPr lang="en-US" sz="6600" dirty="0" smtClean="0">
                <a:latin typeface="Cambria" pitchFamily="18" charset="0"/>
              </a:rPr>
              <a:t>, ka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nentinao</a:t>
            </a:r>
            <a:r>
              <a:rPr lang="en-US" sz="6600" dirty="0" smtClean="0">
                <a:latin typeface="Cambria" pitchFamily="18" charset="0"/>
              </a:rPr>
              <a:t> :,: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353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Endrey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Nomeko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zava-tsoa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foiko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353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Hevero</a:t>
            </a:r>
            <a:r>
              <a:rPr lang="en-US" sz="6600" dirty="0" smtClean="0">
                <a:latin typeface="Cambria" pitchFamily="18" charset="0"/>
              </a:rPr>
              <a:t>, ka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lazao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taminao</a:t>
            </a:r>
            <a:r>
              <a:rPr lang="en-US" sz="6600" dirty="0" smtClean="0">
                <a:latin typeface="Cambria" pitchFamily="18" charset="0"/>
              </a:rPr>
              <a:t>. :,: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353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fitia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Endrey</a:t>
            </a:r>
            <a:r>
              <a:rPr lang="en-US" sz="6600" dirty="0" smtClean="0">
                <a:latin typeface="Cambria" pitchFamily="18" charset="0"/>
              </a:rPr>
              <a:t>, '</a:t>
            </a:r>
            <a:r>
              <a:rPr lang="en-US" sz="6600" dirty="0" err="1" smtClean="0">
                <a:latin typeface="Cambria" pitchFamily="18" charset="0"/>
              </a:rPr>
              <a:t>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vitanao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mpania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mahavaly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353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50509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aiko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. :,: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164</Words>
  <PresentationFormat>Affichage à l'écran (4:3)</PresentationFormat>
  <Paragraphs>40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353</vt:lpstr>
      <vt:lpstr>HIRA 353</vt:lpstr>
      <vt:lpstr>HIRA 353</vt:lpstr>
      <vt:lpstr>HIRA 353</vt:lpstr>
      <vt:lpstr>HIRA 353</vt:lpstr>
      <vt:lpstr>HIRA 353</vt:lpstr>
      <vt:lpstr>HIRA 353</vt:lpstr>
      <vt:lpstr>HIRA 353</vt:lpstr>
      <vt:lpstr>HIRA 353</vt:lpstr>
      <vt:lpstr>HIRA 353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439: 1, 3</dc:title>
  <dc:creator>M</dc:creator>
  <cp:lastModifiedBy>M</cp:lastModifiedBy>
  <cp:revision>6</cp:revision>
  <dcterms:created xsi:type="dcterms:W3CDTF">2012-10-03T07:37:40Z</dcterms:created>
  <dcterms:modified xsi:type="dcterms:W3CDTF">2013-03-02T09:43:24Z</dcterms:modified>
</cp:coreProperties>
</file>