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  <p:sldId id="269" r:id="rId10"/>
    <p:sldId id="265" r:id="rId11"/>
    <p:sldId id="268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83" autoAdjust="0"/>
    <p:restoredTop sz="94660"/>
  </p:normalViewPr>
  <p:slideViewPr>
    <p:cSldViewPr>
      <p:cViewPr varScale="1">
        <p:scale>
          <a:sx n="42" d="100"/>
          <a:sy n="42" d="100"/>
        </p:scale>
        <p:origin x="9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01/02/2020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1-Tsy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malahelo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fitiavana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Hifaly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hanome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malalaka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Na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Mitebiteby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ta-handray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sambatra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tranonao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Mahantra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zava-tsoa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Hahafa-po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voro-damba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Hesorina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hitafianao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 vert="horz" lIns="91440" tIns="45720" rIns="91440" bIns="45720" rtlCol="0">
            <a:normAutofit/>
          </a:bodyPr>
          <a:lstStyle/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maneke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Fandrao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loza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Hihatra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359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rmAutofit/>
          </a:bodyPr>
          <a:lstStyle/>
          <a:p>
            <a:pPr marL="1143000" indent="-1143000"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Ray?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Miantso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hoe: "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?"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225</Words>
  <Application>Microsoft Office PowerPoint</Application>
  <PresentationFormat>Affichage à l'écran (4:3)</PresentationFormat>
  <Paragraphs>56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Thème Office</vt:lpstr>
      <vt:lpstr>HIRA 359</vt:lpstr>
      <vt:lpstr>HIRA 359</vt:lpstr>
      <vt:lpstr>HIRA 359</vt:lpstr>
      <vt:lpstr>HIRA 359</vt:lpstr>
      <vt:lpstr>HIRA 359</vt:lpstr>
      <vt:lpstr>HIRA 359</vt:lpstr>
      <vt:lpstr>HIRA 359</vt:lpstr>
      <vt:lpstr>HIRA 359</vt:lpstr>
      <vt:lpstr>HIRA 359</vt:lpstr>
      <vt:lpstr>HIRA 359</vt:lpstr>
      <vt:lpstr>HIRA 359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359</dc:title>
  <dc:creator>M</dc:creator>
  <cp:lastModifiedBy>FJKM Mandrosoa ILAFY</cp:lastModifiedBy>
  <cp:revision>8</cp:revision>
  <dcterms:created xsi:type="dcterms:W3CDTF">2012-12-08T20:18:48Z</dcterms:created>
  <dcterms:modified xsi:type="dcterms:W3CDTF">2020-02-01T19:30:40Z</dcterms:modified>
</cp:coreProperties>
</file>