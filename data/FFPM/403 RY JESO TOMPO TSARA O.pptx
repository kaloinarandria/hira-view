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403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tsara</a:t>
            </a:r>
            <a:r>
              <a:rPr lang="es-E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He, </a:t>
            </a:r>
            <a:r>
              <a:rPr lang="es-ES" sz="6600" dirty="0" err="1" smtClean="0">
                <a:latin typeface="Cambria" pitchFamily="18" charset="0"/>
              </a:rPr>
              <a:t>resy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lahatra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Fa </a:t>
            </a:r>
            <a:r>
              <a:rPr lang="es-ES" sz="6600" dirty="0" err="1" smtClean="0">
                <a:latin typeface="Cambria" pitchFamily="18" charset="0"/>
              </a:rPr>
              <a:t>be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ratsy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vitako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Mandifotra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tenako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403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Milela-paladia</a:t>
            </a:r>
            <a:r>
              <a:rPr lang="es-E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Fa </a:t>
            </a:r>
            <a:r>
              <a:rPr lang="es-ES" sz="6600" dirty="0" err="1" smtClean="0">
                <a:latin typeface="Cambria" pitchFamily="18" charset="0"/>
              </a:rPr>
              <a:t>efa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lehibe</a:t>
            </a:r>
            <a:r>
              <a:rPr lang="es-E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Koseho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hitanao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mariky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otako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</a:t>
            </a:r>
            <a:r>
              <a:rPr lang="fr-FR" b="1" dirty="0" smtClean="0">
                <a:latin typeface="Cambria" pitchFamily="18" charset="0"/>
              </a:rPr>
              <a:t>403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endParaRPr lang="es-ES" sz="660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smtClean="0">
                <a:latin typeface="Cambria" pitchFamily="18" charset="0"/>
              </a:rPr>
              <a:t>Ampiasao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indrafo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mamelà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heloko</a:t>
            </a:r>
            <a:r>
              <a:rPr lang="es-E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403 </vt:lpstr>
      <vt:lpstr>Hira 403 </vt:lpstr>
      <vt:lpstr>Hira 403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408 </dc:title>
  <dc:creator>M</dc:creator>
  <cp:lastModifiedBy>M</cp:lastModifiedBy>
  <cp:revision>2</cp:revision>
  <dcterms:created xsi:type="dcterms:W3CDTF">2012-11-11T21:00:25Z</dcterms:created>
  <dcterms:modified xsi:type="dcterms:W3CDTF">2013-01-17T21:42:09Z</dcterms:modified>
</cp:coreProperties>
</file>