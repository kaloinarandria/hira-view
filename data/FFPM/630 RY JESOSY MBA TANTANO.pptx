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424" autoAdjust="0"/>
  </p:normalViewPr>
  <p:slideViewPr>
    <p:cSldViewPr>
      <p:cViewPr varScale="1">
        <p:scale>
          <a:sx n="57" d="100"/>
          <a:sy n="57" d="100"/>
        </p:scale>
        <p:origin x="-3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tantano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tafita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ambeno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sakano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Rano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mangeniheny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alehako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hiteny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tokiko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Aza miandry ao am-pita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Sao dia fefika aho aty;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avia hiara-mita,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Dia ho tody soa 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Raha sendra ka manonja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Izany alon-drano be,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Aoka Hianao ho tonga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Hampitony ahy 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Ao ny rivotra mahery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Mety hampivadi-po,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ny feonao irery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Mampisava ny manjo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Any koa ny vatolampy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Sy ny biby marobe,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ny herinao dia ampy,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vonjeo ny zanakao.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Ry jesosy! Mihainoa,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lzao fivavako izao,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Mijoroa, misehoa,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jereo ny diako izao;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630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Mbola lavitra ao am-pita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tsy hita izay hanjo,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Toy ilay tao Genesareta,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Misehoa Hianao!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169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630 </vt:lpstr>
      <vt:lpstr>HIRA 630 </vt:lpstr>
      <vt:lpstr>HIRA 630 </vt:lpstr>
      <vt:lpstr>HIRA 630 </vt:lpstr>
      <vt:lpstr>HIRA 630 </vt:lpstr>
      <vt:lpstr>HIRA 630 </vt:lpstr>
      <vt:lpstr>HIRA 630 </vt:lpstr>
      <vt:lpstr>HIRA 630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M</cp:lastModifiedBy>
  <cp:revision>5</cp:revision>
  <dcterms:created xsi:type="dcterms:W3CDTF">2012-10-03T07:52:32Z</dcterms:created>
  <dcterms:modified xsi:type="dcterms:W3CDTF">2014-07-26T10:32:59Z</dcterms:modified>
</cp:coreProperties>
</file>