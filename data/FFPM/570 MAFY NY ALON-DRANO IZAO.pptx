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570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1. </a:t>
            </a:r>
            <a:r>
              <a:rPr lang="fi-FI" sz="6000" dirty="0" smtClean="0">
                <a:latin typeface="Cambria" pitchFamily="18" charset="0"/>
              </a:rPr>
              <a:t>Mafy </a:t>
            </a:r>
            <a:r>
              <a:rPr lang="fi-FI" sz="6000" dirty="0" smtClean="0">
                <a:latin typeface="Cambria" pitchFamily="18" charset="0"/>
              </a:rPr>
              <a:t>ny alon-drano izao,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Sady maria no manindao,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Nefa ny Tompo momba anao ;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Moa ho kivy va</a:t>
            </a:r>
            <a:r>
              <a:rPr lang="fi-FI" sz="6000" dirty="0" smtClean="0">
                <a:latin typeface="Cambria" pitchFamily="18" charset="0"/>
              </a:rPr>
              <a:t>?</a:t>
            </a:r>
            <a:endParaRPr lang="fi-FI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570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Tsia, Jeso ato aminay,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Izy hampifaly ny fonay ;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Tsy mba ho kivy re izahay ;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Izy no tokinay.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570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2. Maro </a:t>
            </a:r>
            <a:r>
              <a:rPr lang="fi-FI" sz="6000" dirty="0" smtClean="0">
                <a:latin typeface="Cambria" pitchFamily="18" charset="0"/>
              </a:rPr>
              <a:t>no efa tola sy lao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Noho ny alahelo izao ;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Isan'ireny va hianao?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Moa ho kivy va?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570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Tsia, Jeso ato aminay,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Izy hampifaly ny fonay ;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Tsy mba ho kivy re izahay ;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Izy no tokinay.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570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3. "Amin'izao fiainana izao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Tsy mba ilaozan-java-manjo,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Nefa ao Jesosy, tokin'ny fo ;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Moa ho kivy va?"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570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Tsia, Jeso ato aminay,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Izy hampifaly ny fonay ;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Tsy mba ho kivy re izahay ;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Izy no tokinay.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570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4. "Raha ny Tompo aza tety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Nety ho faty tao Kalvary,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Iza no tsy handefitra aty?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Moa ho kivy va?"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570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Tsia, Jeso ato aminay,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Izy hampifaly ny fonay ;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Tsy mba ho kivy re izahay ; 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Izy no tokinay.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196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570</vt:lpstr>
      <vt:lpstr>HIRA 570</vt:lpstr>
      <vt:lpstr>HIRA 570</vt:lpstr>
      <vt:lpstr>HIRA 570</vt:lpstr>
      <vt:lpstr>HIRA 570</vt:lpstr>
      <vt:lpstr>HIRA 570</vt:lpstr>
      <vt:lpstr>HIRA 570</vt:lpstr>
      <vt:lpstr>HIRA 570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3</cp:revision>
  <dcterms:created xsi:type="dcterms:W3CDTF">2012-12-08T21:04:49Z</dcterms:created>
  <dcterms:modified xsi:type="dcterms:W3CDTF">2013-01-18T19:11:44Z</dcterms:modified>
</cp:coreProperties>
</file>