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  <p:sldId id="268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4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28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857232"/>
            <a:ext cx="9144064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Zanahary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fahaverezanao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	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mahafoy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28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7150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famoizam-po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ario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itokio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hatoninao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Fahasoavana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.!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28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6436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nitady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ela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nahita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Mifalia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hoela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hody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28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786842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He,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ondry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saiky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very,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osa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manan-kery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Hahasitrana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28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715436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an-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danitra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mifaly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miova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any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anjely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Miramirana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28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715436" cy="564360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marary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tsaboiny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Ahiahim-po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vonoiny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Fiadanana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lazainy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Sambatra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isika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re!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111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28</vt:lpstr>
      <vt:lpstr>HIRA 28</vt:lpstr>
      <vt:lpstr>HIRA 28</vt:lpstr>
      <vt:lpstr>HIRA 28</vt:lpstr>
      <vt:lpstr>HIRA 28</vt:lpstr>
      <vt:lpstr>HIRA 28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28: 1, 3</dc:title>
  <dc:creator>M</dc:creator>
  <cp:lastModifiedBy>M</cp:lastModifiedBy>
  <cp:revision>5</cp:revision>
  <dcterms:created xsi:type="dcterms:W3CDTF">2012-10-03T07:22:00Z</dcterms:created>
  <dcterms:modified xsi:type="dcterms:W3CDTF">2014-05-28T11:17:07Z</dcterms:modified>
</cp:coreProperties>
</file>