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</p:sldIdLst>
  <p:sldSz cx="9144000" cy="687546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660"/>
  </p:normalViewPr>
  <p:slideViewPr>
    <p:cSldViewPr snapToGrid="0">
      <p:cViewPr varScale="1">
        <p:scale>
          <a:sx n="41" d="100"/>
          <a:sy n="41" d="100"/>
        </p:scale>
        <p:origin x="859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5850"/>
            <a:ext cx="7772400" cy="147376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96096"/>
            <a:ext cx="6400800" cy="17570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5F89B-173D-44F0-9D81-E16F0AF91B7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845B44-5AED-4956-8300-FE1085C9C9A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3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5F89B-173D-44F0-9D81-E16F0AF91B7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845B44-5AED-4956-8300-FE1085C9C9A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574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18122"/>
            <a:ext cx="7772400" cy="136554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14115"/>
            <a:ext cx="7772400" cy="150400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5F89B-173D-44F0-9D81-E16F0AF91B7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845B44-5AED-4956-8300-FE1085C9C9A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9704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5F89B-173D-44F0-9D81-E16F0AF91B7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845B44-5AED-4956-8300-FE1085C9C9A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4106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9022"/>
            <a:ext cx="4040188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80413"/>
            <a:ext cx="4040188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9022"/>
            <a:ext cx="4041775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80413"/>
            <a:ext cx="4041775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5F89B-173D-44F0-9D81-E16F0AF91B7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845B44-5AED-4956-8300-FE1085C9C9A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352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5F89B-173D-44F0-9D81-E16F0AF91B7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845B44-5AED-4956-8300-FE1085C9C9A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6084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5F89B-173D-44F0-9D81-E16F0AF91B7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845B44-5AED-4956-8300-FE1085C9C9A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2919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745"/>
            <a:ext cx="3008313" cy="11650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746"/>
            <a:ext cx="5111750" cy="58680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8755"/>
            <a:ext cx="3008313" cy="47030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5F89B-173D-44F0-9D81-E16F0AF91B7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845B44-5AED-4956-8300-FE1085C9C9A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2849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12824"/>
            <a:ext cx="5486400" cy="5681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4335"/>
            <a:ext cx="5486400" cy="412527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81005"/>
            <a:ext cx="5486400" cy="8069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5F89B-173D-44F0-9D81-E16F0AF91B7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845B44-5AED-4956-8300-FE1085C9C9A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956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5F89B-173D-44F0-9D81-E16F0AF91B7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845B44-5AED-4956-8300-FE1085C9C9A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5415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5338"/>
            <a:ext cx="2057400" cy="58664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5338"/>
            <a:ext cx="6019800" cy="58664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5F89B-173D-44F0-9D81-E16F0AF91B7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845B44-5AED-4956-8300-FE1085C9C9A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3509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5337"/>
            <a:ext cx="8229600" cy="1145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4275"/>
            <a:ext cx="8229600" cy="453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5F89B-173D-44F0-9D81-E16F0AF91B7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72536"/>
            <a:ext cx="2895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845B44-5AED-4956-8300-FE1085C9C9A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309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180528" y="153267"/>
            <a:ext cx="9324528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415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4800" b="0" i="0" u="none" strike="noStrike" kern="120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Franklin Gothic Demi" pitchFamily="34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1 </a:t>
            </a:r>
            <a:r>
              <a:rPr kumimoji="0" lang="en-GB" sz="4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Mifona</a:t>
            </a: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 </a:t>
            </a:r>
            <a:r>
              <a:rPr kumimoji="0" lang="en-GB" sz="4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Aminao</a:t>
            </a: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 </a:t>
            </a:r>
            <a:r>
              <a:rPr kumimoji="0" lang="en-GB" sz="4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izahay</a:t>
            </a: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4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Demi" pitchFamily="34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 </a:t>
            </a:r>
            <a:r>
              <a:rPr kumimoji="0" lang="en-GB" sz="4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Andriamanitra</a:t>
            </a: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 ô !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4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Demi" pitchFamily="34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   </a:t>
            </a:r>
            <a:r>
              <a:rPr kumimoji="0" lang="en-GB" sz="4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Mba</a:t>
            </a: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 </a:t>
            </a:r>
            <a:r>
              <a:rPr kumimoji="0" lang="en-GB" sz="4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mamelà</a:t>
            </a: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 </a:t>
            </a:r>
            <a:r>
              <a:rPr kumimoji="0" lang="en-GB" sz="4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ny</a:t>
            </a: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 </a:t>
            </a:r>
            <a:r>
              <a:rPr kumimoji="0" lang="en-GB" sz="4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helokay</a:t>
            </a: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4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Demi" pitchFamily="34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    :,: Fa </a:t>
            </a:r>
            <a:r>
              <a:rPr kumimoji="0" lang="en-GB" sz="4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diso</a:t>
            </a: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 </a:t>
            </a:r>
            <a:r>
              <a:rPr kumimoji="0" lang="en-GB" sz="4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izahay</a:t>
            </a: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 :,: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Dem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5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180528" y="153267"/>
            <a:ext cx="9324528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415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4800" b="0" i="0" u="none" strike="noStrike" kern="120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Franklin Gothic Demi" pitchFamily="34" charset="0"/>
              <a:ea typeface="+mn-ea"/>
              <a:cs typeface="Times New Roman" pitchFamily="18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2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Mivavaka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Aminao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izahay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,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4800" dirty="0">
              <a:solidFill>
                <a:prstClr val="black"/>
              </a:solidFill>
              <a:latin typeface="Franklin Gothic Demi" pitchFamily="34" charset="0"/>
              <a:cs typeface="Times New Roman" pitchFamily="18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   Ry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Jeso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Tompo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ô !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4800" dirty="0">
              <a:solidFill>
                <a:prstClr val="black"/>
              </a:solidFill>
              <a:latin typeface="Franklin Gothic Demi" pitchFamily="34" charset="0"/>
              <a:cs typeface="Times New Roman" pitchFamily="18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 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Avoty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ny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ranao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izahay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,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4800" dirty="0">
              <a:solidFill>
                <a:prstClr val="black"/>
              </a:solidFill>
              <a:latin typeface="Franklin Gothic Demi" pitchFamily="34" charset="0"/>
              <a:cs typeface="Times New Roman" pitchFamily="18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   :,: Fa very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izahay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:,: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Dem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603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180528" y="153267"/>
            <a:ext cx="9324528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Franklin Gothic Demi" pitchFamily="34" charset="0"/>
                <a:ea typeface="+mn-ea"/>
                <a:cs typeface="Times New Roman" pitchFamily="18" charset="0"/>
              </a:rPr>
              <a:t>415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4800" b="0" i="0" u="none" strike="noStrike" kern="120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Franklin Gothic Demi" pitchFamily="34" charset="0"/>
              <a:ea typeface="+mn-ea"/>
              <a:cs typeface="Times New Roman" pitchFamily="18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3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Mangataka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Aminao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izahay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,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4800" dirty="0">
              <a:solidFill>
                <a:prstClr val="black"/>
              </a:solidFill>
              <a:latin typeface="Franklin Gothic Demi" pitchFamily="34" charset="0"/>
              <a:cs typeface="Times New Roman" pitchFamily="18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  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Fanahy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Masina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ô !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4800" dirty="0">
              <a:solidFill>
                <a:prstClr val="black"/>
              </a:solidFill>
              <a:latin typeface="Franklin Gothic Demi" pitchFamily="34" charset="0"/>
              <a:cs typeface="Times New Roman" pitchFamily="18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 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Velomy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ny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fanahinay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,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4800" dirty="0">
              <a:solidFill>
                <a:prstClr val="black"/>
              </a:solidFill>
              <a:latin typeface="Franklin Gothic Demi" pitchFamily="34" charset="0"/>
              <a:cs typeface="Times New Roman" pitchFamily="18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   :,: Fa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maty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izahay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:,:</a:t>
            </a:r>
          </a:p>
        </p:txBody>
      </p:sp>
    </p:spTree>
    <p:extLst>
      <p:ext uri="{BB962C8B-B14F-4D97-AF65-F5344CB8AC3E}">
        <p14:creationId xmlns:p14="http://schemas.microsoft.com/office/powerpoint/2010/main" val="3118963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1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68</Words>
  <Application>Microsoft Office PowerPoint</Application>
  <PresentationFormat>Personnalisé</PresentationFormat>
  <Paragraphs>27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Calibri</vt:lpstr>
      <vt:lpstr>Franklin Gothic Demi</vt:lpstr>
      <vt:lpstr>Times New Roman</vt:lpstr>
      <vt:lpstr>11_Thème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ME</dc:creator>
  <cp:lastModifiedBy>ME</cp:lastModifiedBy>
  <cp:revision>1</cp:revision>
  <dcterms:created xsi:type="dcterms:W3CDTF">2024-02-09T15:50:09Z</dcterms:created>
  <dcterms:modified xsi:type="dcterms:W3CDTF">2024-02-09T15:52:02Z</dcterms:modified>
</cp:coreProperties>
</file>