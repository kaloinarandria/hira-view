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02" y="-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96908"/>
          </a:xfrm>
        </p:spPr>
        <p:txBody>
          <a:bodyPr/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537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715436" cy="57864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Mifankatiava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mampihavana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alalantsika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Amin</a:t>
            </a:r>
            <a:r>
              <a:rPr lang="en-US" sz="6600" dirty="0" smtClean="0">
                <a:latin typeface="Cambria" pitchFamily="18" charset="0"/>
              </a:rPr>
              <a:t>' </a:t>
            </a:r>
            <a:r>
              <a:rPr lang="en-US" sz="6600" dirty="0" err="1" smtClean="0">
                <a:latin typeface="Cambria" pitchFamily="18" charset="0"/>
              </a:rPr>
              <a:t>Andriamanitra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96908"/>
          </a:xfrm>
        </p:spPr>
        <p:txBody>
          <a:bodyPr/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537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715436" cy="57864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Mifankatiava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hahatsara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antsika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fototry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didiny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Sady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anton'ny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lalàny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96908"/>
          </a:xfrm>
        </p:spPr>
        <p:txBody>
          <a:bodyPr/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537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715436" cy="57864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Hitsahatra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finoana</a:t>
            </a:r>
            <a:r>
              <a:rPr lang="en-US" sz="6600" dirty="0" smtClean="0">
                <a:latin typeface="Cambria" pitchFamily="18" charset="0"/>
              </a:rPr>
              <a:t>, 	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Mbamin'ny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fanantenana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fitiavana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Haharitra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mandrakizay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96908"/>
          </a:xfrm>
        </p:spPr>
        <p:txBody>
          <a:bodyPr/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537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715436" cy="57864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Mifankatiava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maharatsy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namana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mahatezitra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An'Andriamanitra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58</Words>
  <PresentationFormat>Affichage à l'écran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537</vt:lpstr>
      <vt:lpstr>Hira 537</vt:lpstr>
      <vt:lpstr>Hira 537</vt:lpstr>
      <vt:lpstr>Hira 537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537</dc:title>
  <dc:creator>M</dc:creator>
  <cp:lastModifiedBy>M</cp:lastModifiedBy>
  <cp:revision>4</cp:revision>
  <dcterms:created xsi:type="dcterms:W3CDTF">2012-10-03T07:12:10Z</dcterms:created>
  <dcterms:modified xsi:type="dcterms:W3CDTF">2013-10-16T17:05:35Z</dcterms:modified>
</cp:coreProperties>
</file>