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7" d="100"/>
          <a:sy n="57" d="100"/>
        </p:scale>
        <p:origin x="-48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01/11/2013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01/11/2013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01/11/2013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01/11/2013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01/11/2013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01/11/2013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01/11/2013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01/11/2013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01/11/2013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01/11/2013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01/11/2013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01/11/2013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92867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2060"/>
                </a:solidFill>
              </a:rPr>
              <a:t>Hira</a:t>
            </a:r>
            <a:r>
              <a:rPr lang="fr-FR" b="1" dirty="0" smtClean="0">
                <a:solidFill>
                  <a:srgbClr val="002060"/>
                </a:solidFill>
              </a:rPr>
              <a:t> </a:t>
            </a:r>
            <a:r>
              <a:rPr lang="fr-FR" b="1" dirty="0" smtClean="0">
                <a:solidFill>
                  <a:srgbClr val="002060"/>
                </a:solidFill>
              </a:rPr>
              <a:t>331 </a:t>
            </a:r>
            <a:endParaRPr lang="fr-FR" b="1" dirty="0">
              <a:solidFill>
                <a:srgbClr val="00206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1000132"/>
            <a:ext cx="9144064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soraty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 am-</a:t>
            </a:r>
            <a:r>
              <a:rPr lang="en-US" sz="6600" dirty="0" err="1" smtClean="0">
                <a:latin typeface="Cambria" pitchFamily="18" charset="0"/>
              </a:rPr>
              <a:t>poko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Anaranao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arovy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haloto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kasen'ny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tananao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92867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2060"/>
                </a:solidFill>
              </a:rPr>
              <a:t>Hira</a:t>
            </a:r>
            <a:r>
              <a:rPr lang="fr-FR" b="1" dirty="0" smtClean="0">
                <a:solidFill>
                  <a:srgbClr val="002060"/>
                </a:solidFill>
              </a:rPr>
              <a:t> </a:t>
            </a:r>
            <a:r>
              <a:rPr lang="fr-FR" b="1" dirty="0" smtClean="0">
                <a:solidFill>
                  <a:srgbClr val="002060"/>
                </a:solidFill>
              </a:rPr>
              <a:t>331 </a:t>
            </a:r>
            <a:endParaRPr lang="fr-FR" b="1" dirty="0">
              <a:solidFill>
                <a:srgbClr val="00206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928670"/>
            <a:ext cx="8715404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Hianao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Jesosy</a:t>
            </a:r>
            <a:r>
              <a:rPr lang="en-US" sz="6600" dirty="0" smtClean="0"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No ho </a:t>
            </a:r>
            <a:r>
              <a:rPr lang="en-US" sz="6600" dirty="0" err="1" smtClean="0">
                <a:latin typeface="Cambria" pitchFamily="18" charset="0"/>
              </a:rPr>
              <a:t>voninahitro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Hianao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voahombo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No </a:t>
            </a:r>
            <a:r>
              <a:rPr lang="en-US" sz="6600" dirty="0" err="1" smtClean="0">
                <a:latin typeface="Cambria" pitchFamily="18" charset="0"/>
              </a:rPr>
              <a:t>Mpanjakako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41</Words>
  <PresentationFormat>Affichage à l'écran (4:3)</PresentationFormat>
  <Paragraphs>10</Paragraphs>
  <Slides>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3" baseType="lpstr">
      <vt:lpstr>Thème Office</vt:lpstr>
      <vt:lpstr>Hira 331 </vt:lpstr>
      <vt:lpstr>Hira 331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334: </dc:title>
  <dc:creator>M</dc:creator>
  <cp:lastModifiedBy>M</cp:lastModifiedBy>
  <cp:revision>3</cp:revision>
  <dcterms:created xsi:type="dcterms:W3CDTF">2012-11-04T17:09:04Z</dcterms:created>
  <dcterms:modified xsi:type="dcterms:W3CDTF">2013-11-01T20:14:03Z</dcterms:modified>
</cp:coreProperties>
</file>