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22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namorona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takona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asan-tananao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volana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aman-kintana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biby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ala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maitso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Hitsaoka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ranomasina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tendrombohitra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Manolo-kasina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fototra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asan-tanana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fanomezan-ko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asan-tànanao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22</vt:lpstr>
      <vt:lpstr>HIRA 22</vt:lpstr>
      <vt:lpstr>HIRA 22</vt:lpstr>
      <vt:lpstr>HIRA 22</vt:lpstr>
      <vt:lpstr>HIRA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7</cp:revision>
  <dcterms:created xsi:type="dcterms:W3CDTF">2012-10-02T21:34:15Z</dcterms:created>
  <dcterms:modified xsi:type="dcterms:W3CDTF">2014-05-28T10:53:59Z</dcterms:modified>
</cp:coreProperties>
</file>