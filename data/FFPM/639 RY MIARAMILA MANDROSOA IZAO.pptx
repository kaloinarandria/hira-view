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7" r:id="rId12"/>
    <p:sldId id="266" r:id="rId13"/>
    <p:sldId id="268" r:id="rId14"/>
    <p:sldId id="270" r:id="rId15"/>
    <p:sldId id="269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5424" autoAdjust="0"/>
  </p:normalViewPr>
  <p:slideViewPr>
    <p:cSldViewPr>
      <p:cViewPr varScale="1">
        <p:scale>
          <a:sx n="54" d="100"/>
          <a:sy n="54" d="100"/>
        </p:scale>
        <p:origin x="-128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639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miaramila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Mandrosoa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Kristy </a:t>
            </a:r>
            <a:r>
              <a:rPr lang="en-US" sz="6600" dirty="0" err="1" smtClean="0">
                <a:latin typeface="Cambria" pitchFamily="18" charset="0"/>
              </a:rPr>
              <a:t>Kapiteny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mialoha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639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aloha </a:t>
            </a:r>
            <a:r>
              <a:rPr lang="en-US" sz="6600" dirty="0" err="1" smtClean="0">
                <a:latin typeface="Cambria" pitchFamily="18" charset="0"/>
              </a:rPr>
              <a:t>tafika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loza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ratra</a:t>
            </a:r>
            <a:r>
              <a:rPr lang="en-US" sz="6600" dirty="0" smtClean="0">
                <a:latin typeface="Cambria" pitchFamily="18" charset="0"/>
              </a:rPr>
              <a:t> be,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Fitsaharana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misikina</a:t>
            </a:r>
            <a:r>
              <a:rPr lang="en-US" sz="6600" dirty="0" smtClean="0">
                <a:latin typeface="Cambria" pitchFamily="18" charset="0"/>
              </a:rPr>
              <a:t> re.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639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	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miaramila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Mandrosoa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Kristy </a:t>
            </a:r>
            <a:r>
              <a:rPr lang="en-US" sz="6600" dirty="0" err="1" smtClean="0">
                <a:latin typeface="Cambria" pitchFamily="18" charset="0"/>
              </a:rPr>
              <a:t>Kapiteny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mialoha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639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Any </a:t>
            </a:r>
            <a:r>
              <a:rPr lang="en-US" sz="6600" dirty="0" err="1" smtClean="0">
                <a:latin typeface="Cambria" pitchFamily="18" charset="0"/>
              </a:rPr>
              <a:t>lehy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ratsy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manotrika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Any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tsipika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milatsaka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639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Tano ny finoana ho ampinganao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Entonao ho fandresena </a:t>
            </a:r>
            <a:r>
              <a:rPr lang="it-IT" sz="6600" dirty="0" smtClean="0">
                <a:latin typeface="Cambria" pitchFamily="18" charset="0"/>
              </a:rPr>
              <a:t>Izao rehetra </a:t>
            </a:r>
            <a:r>
              <a:rPr lang="it-IT" sz="6600" dirty="0" smtClean="0">
                <a:latin typeface="Cambria" pitchFamily="18" charset="0"/>
              </a:rPr>
              <a:t>izao: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639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	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miaramila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Mandrosoa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Kristy </a:t>
            </a:r>
            <a:r>
              <a:rPr lang="en-US" sz="6600" dirty="0" err="1" smtClean="0">
                <a:latin typeface="Cambria" pitchFamily="18" charset="0"/>
              </a:rPr>
              <a:t>Kapiteny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mialoha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639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miamboho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miherika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tratranao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fiarovana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639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matahotra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sahia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fandrao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mandresy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resy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639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	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miaramila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Mandrosoa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Kristy </a:t>
            </a:r>
            <a:r>
              <a:rPr lang="en-US" sz="6600" dirty="0" err="1" smtClean="0">
                <a:latin typeface="Cambria" pitchFamily="18" charset="0"/>
              </a:rPr>
              <a:t>Kapiteny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mialoha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639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4. Dia mandrosoa hianao izao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Ka miraisa dia aminay ho ao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639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Milofosa fatratra, aza ketraka,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"Miadia ny </a:t>
            </a:r>
            <a:r>
              <a:rPr lang="pt-BR" sz="6600" dirty="0" smtClean="0">
                <a:latin typeface="Cambria" pitchFamily="18" charset="0"/>
              </a:rPr>
              <a:t>ady tsaran'ny Finoana</a:t>
            </a:r>
            <a:r>
              <a:rPr lang="pt-BR" sz="6600" dirty="0" smtClean="0">
                <a:latin typeface="Cambria" pitchFamily="18" charset="0"/>
              </a:rPr>
              <a:t>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639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	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miaramila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Mandrosoa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Kristy </a:t>
            </a:r>
            <a:r>
              <a:rPr lang="en-US" sz="6600" dirty="0" err="1" smtClean="0">
                <a:latin typeface="Cambria" pitchFamily="18" charset="0"/>
              </a:rPr>
              <a:t>Kapiteny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mialoha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639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Kristy </a:t>
            </a:r>
            <a:r>
              <a:rPr lang="en-US" sz="6600" dirty="0" err="1" smtClean="0">
                <a:latin typeface="Cambria" pitchFamily="18" charset="0"/>
              </a:rPr>
              <a:t>Kapiteny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tapitra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ohatra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mpiaro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mpanafika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639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Miankina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mafy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itokianao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639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	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miaramila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Mandrosoa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Kristy </a:t>
            </a:r>
            <a:r>
              <a:rPr lang="en-US" sz="6600" dirty="0" err="1" smtClean="0">
                <a:latin typeface="Cambria" pitchFamily="18" charset="0"/>
              </a:rPr>
              <a:t>Kapiteny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mialoha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164</Words>
  <PresentationFormat>Affichage à l'écran (4:3)</PresentationFormat>
  <Paragraphs>45</Paragraphs>
  <Slides>15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Thème Office</vt:lpstr>
      <vt:lpstr>HIRA 639 </vt:lpstr>
      <vt:lpstr>HIRA 639 </vt:lpstr>
      <vt:lpstr>HIRA 639 </vt:lpstr>
      <vt:lpstr>HIRA 639 </vt:lpstr>
      <vt:lpstr>HIRA 639 </vt:lpstr>
      <vt:lpstr>HIRA 639 </vt:lpstr>
      <vt:lpstr>HIRA 639 </vt:lpstr>
      <vt:lpstr>HIRA 639 </vt:lpstr>
      <vt:lpstr>HIRA 639 </vt:lpstr>
      <vt:lpstr>HIRA 639 </vt:lpstr>
      <vt:lpstr>HIRA 639 </vt:lpstr>
      <vt:lpstr>HIRA 639 </vt:lpstr>
      <vt:lpstr>HIRA 639 </vt:lpstr>
      <vt:lpstr>HIRA 639 </vt:lpstr>
      <vt:lpstr>HIRA 639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627 : 1 , 2</dc:title>
  <dc:creator>M</dc:creator>
  <cp:lastModifiedBy>M</cp:lastModifiedBy>
  <cp:revision>4</cp:revision>
  <dcterms:created xsi:type="dcterms:W3CDTF">2012-10-03T07:52:32Z</dcterms:created>
  <dcterms:modified xsi:type="dcterms:W3CDTF">2012-12-29T22:43:18Z</dcterms:modified>
</cp:coreProperties>
</file>