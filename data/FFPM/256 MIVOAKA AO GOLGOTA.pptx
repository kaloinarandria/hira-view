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745" autoAdjust="0"/>
    <p:restoredTop sz="94660"/>
  </p:normalViewPr>
  <p:slideViewPr>
    <p:cSldViewPr>
      <p:cViewPr varScale="1">
        <p:scale>
          <a:sx n="57" d="100"/>
          <a:sy n="57" d="100"/>
        </p:scale>
        <p:origin x="-21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Mivoaka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Golgota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Ilay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renirano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Iantsoana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mpanota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any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avokoa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ratran'ny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loharanon'io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mahavonjy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mahadio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Mamelona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Ity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ity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ombany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Miadana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ery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Vahoaka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tapitrisa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misotro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Mahita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Paradisa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fiainana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vaovao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maratra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mankeo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ory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mahantra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manatona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Mahita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fanafody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sitrana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avokoa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ota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rofy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afaka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4.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be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ahina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misotro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manpangina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alahelonao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ô,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hatony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Ity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ity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mahatòny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faniriana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5.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Tompon'aina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Nanaiky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horatraina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Handefa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ranao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Golgota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iankinanay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mahadio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ota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Mamelona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aina</a:t>
            </a:r>
            <a:r>
              <a:rPr lang="en-US" sz="7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anay</a:t>
            </a:r>
            <a:endParaRPr lang="en-US" sz="72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153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256</vt:lpstr>
      <vt:lpstr>HIRA 256</vt:lpstr>
      <vt:lpstr>HIRA 256</vt:lpstr>
      <vt:lpstr>HIRA 256</vt:lpstr>
      <vt:lpstr>HIRA 256</vt:lpstr>
      <vt:lpstr>HIRA 256</vt:lpstr>
      <vt:lpstr>HIRA 256</vt:lpstr>
      <vt:lpstr>HIRA 256</vt:lpstr>
      <vt:lpstr>HIRA 256</vt:lpstr>
      <vt:lpstr>HIRA 256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255</dc:title>
  <dc:creator>M</dc:creator>
  <cp:lastModifiedBy>M</cp:lastModifiedBy>
  <cp:revision>6</cp:revision>
  <dcterms:created xsi:type="dcterms:W3CDTF">2012-10-21T18:55:32Z</dcterms:created>
  <dcterms:modified xsi:type="dcterms:W3CDTF">2014-09-28T07:13:55Z</dcterms:modified>
</cp:coreProperties>
</file>