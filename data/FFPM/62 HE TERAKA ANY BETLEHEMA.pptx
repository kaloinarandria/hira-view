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455" autoAdjust="0"/>
    <p:restoredTop sz="94660"/>
  </p:normalViewPr>
  <p:slideViewPr>
    <p:cSldViewPr>
      <p:cViewPr varScale="1">
        <p:scale>
          <a:sx n="26" d="100"/>
          <a:sy n="26" d="100"/>
        </p:scale>
        <p:origin x="-168" y="-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1. </a:t>
            </a:r>
            <a:r>
              <a:rPr lang="nn-NO" sz="6600" dirty="0" smtClean="0">
                <a:latin typeface="Cambria" pitchFamily="18" charset="0"/>
              </a:rPr>
              <a:t>He, teraka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any Betlehema,:,: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Tompon'i Jerosalema,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</a:t>
            </a:r>
            <a:r>
              <a:rPr lang="nn-NO" sz="6600" dirty="0" smtClean="0">
                <a:latin typeface="Cambria" pitchFamily="18" charset="0"/>
              </a:rPr>
              <a:t>:,:</a:t>
            </a:r>
            <a:endParaRPr lang="nn-NO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2. </a:t>
            </a:r>
            <a:r>
              <a:rPr lang="nn-NO" sz="6600" dirty="0" smtClean="0">
                <a:latin typeface="Cambria" pitchFamily="18" charset="0"/>
              </a:rPr>
              <a:t>Ny vilona :,: nandriany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Nihoby ny anjeliny,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</a:t>
            </a:r>
            <a:r>
              <a:rPr lang="nn-NO" sz="6600" dirty="0" smtClean="0">
                <a:latin typeface="Cambria" pitchFamily="18" charset="0"/>
              </a:rPr>
              <a:t>:,:</a:t>
            </a:r>
            <a:endParaRPr lang="nn-NO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3. Ny magy dia :,: nanatitra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miora sy ny hanitra,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4. Voaisotra :,: ny helokao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Fa tonga ny Mpanavotrao,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5. Isika dia :,: noraisiny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Hiombon-dova aminy,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6. Isika koa :,: hianatra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Ny fideran'ny lanitra,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64409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7. Isika ao :,: an-danitra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Ho velona finaritra,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8. Ho naman'ny :,: anjelinao :,: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Izahay, ry Jeso Tompo ô!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:,: Haleloia!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000108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62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285860"/>
            <a:ext cx="992985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9. Hidera ny :,: Anaranao </a:t>
            </a:r>
            <a:r>
              <a:rPr lang="sv-SE" sz="6600" dirty="0" smtClean="0">
                <a:latin typeface="Cambria" pitchFamily="18" charset="0"/>
              </a:rPr>
              <a:t>:,</a:t>
            </a:r>
            <a:endParaRPr lang="sv-SE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 Manatrika </a:t>
            </a:r>
            <a:r>
              <a:rPr lang="sv-SE" sz="6600" dirty="0" smtClean="0">
                <a:latin typeface="Cambria" pitchFamily="18" charset="0"/>
              </a:rPr>
              <a:t>ny tavanao,</a:t>
            </a:r>
          </a:p>
          <a:p>
            <a:pPr>
              <a:buNone/>
            </a:pPr>
            <a:r>
              <a:rPr lang="sv-SE" sz="6600" smtClean="0">
                <a:latin typeface="Cambria" pitchFamily="18" charset="0"/>
              </a:rPr>
              <a:t> :,: </a:t>
            </a:r>
            <a:r>
              <a:rPr lang="sv-SE" sz="6600" dirty="0" smtClean="0">
                <a:latin typeface="Cambria" pitchFamily="18" charset="0"/>
              </a:rPr>
              <a:t>Haleloia! :,:</a:t>
            </a:r>
            <a:endParaRPr lang="nn-NO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163</Words>
  <PresentationFormat>Affichage à l'écran (4:3)</PresentationFormat>
  <Paragraphs>37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62</vt:lpstr>
      <vt:lpstr>Hira 62</vt:lpstr>
      <vt:lpstr>Hira 62</vt:lpstr>
      <vt:lpstr>Hira 62</vt:lpstr>
      <vt:lpstr>Hira 62</vt:lpstr>
      <vt:lpstr>Hira 62</vt:lpstr>
      <vt:lpstr>Hira 62</vt:lpstr>
      <vt:lpstr>Hira 62</vt:lpstr>
      <vt:lpstr>Hira 62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17</cp:revision>
  <dcterms:created xsi:type="dcterms:W3CDTF">2012-10-02T21:52:07Z</dcterms:created>
  <dcterms:modified xsi:type="dcterms:W3CDTF">2013-07-02T11:48:10Z</dcterms:modified>
</cp:coreProperties>
</file>