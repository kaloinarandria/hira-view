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62" r:id="rId5"/>
    <p:sldId id="257" r:id="rId6"/>
    <p:sldId id="263" r:id="rId7"/>
    <p:sldId id="258" r:id="rId8"/>
    <p:sldId id="264" r:id="rId9"/>
    <p:sldId id="260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3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Aizan'ny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zanak'olona</a:t>
            </a:r>
            <a:r>
              <a:rPr lang="en-US" sz="6600" dirty="0" smtClean="0">
                <a:latin typeface="Cambria" pitchFamily="18" charset="0"/>
              </a:rPr>
              <a:t> ô?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Moa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miditra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Sa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ivelany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:,: Sa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ivelany</a:t>
            </a:r>
            <a:r>
              <a:rPr lang="en-US" sz="6600" dirty="0" smtClean="0">
                <a:latin typeface="Cambria" pitchFamily="18" charset="0"/>
              </a:rPr>
              <a:t>? :,: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Moa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miditra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Sa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ivelany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Lapan'Andriamanitra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mankao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Afa-tsy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 :,: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:,: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Afa-tsy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Any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marobe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fiderana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no re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Eran'ny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  :,: </a:t>
            </a:r>
            <a:r>
              <a:rPr lang="en-US" sz="6600" dirty="0" err="1" smtClean="0">
                <a:latin typeface="Cambria" pitchFamily="18" charset="0"/>
              </a:rPr>
              <a:t>Eran'ny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:,: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fiderana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no re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Eran'ny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Tapitra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Any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Paradisa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hiadanana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hiadanana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Any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Paradisa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hiadanana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5. </a:t>
            </a:r>
            <a:r>
              <a:rPr lang="en-US" sz="6000" dirty="0" err="1" smtClean="0">
                <a:latin typeface="Cambria" pitchFamily="18" charset="0"/>
              </a:rPr>
              <a:t>Aizan'ny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zanak'olona</a:t>
            </a:r>
            <a:r>
              <a:rPr lang="en-US" sz="6600" dirty="0" smtClean="0">
                <a:latin typeface="Cambria" pitchFamily="18" charset="0"/>
              </a:rPr>
              <a:t> ô?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O,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toetrao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:,: </a:t>
            </a:r>
            <a:r>
              <a:rPr lang="en-US" sz="6600" dirty="0" err="1" smtClean="0">
                <a:latin typeface="Cambria" pitchFamily="18" charset="0"/>
              </a:rPr>
              <a:t>Mbamin'ny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asanao</a:t>
            </a:r>
            <a:r>
              <a:rPr lang="en-US" sz="6600" dirty="0" smtClean="0">
                <a:latin typeface="Cambria" pitchFamily="18" charset="0"/>
              </a:rPr>
              <a:t> :,: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toetrao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174</Words>
  <PresentationFormat>Affichage à l'écran (4:3)</PresentationFormat>
  <Paragraphs>45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</vt:lpstr>
      <vt:lpstr>HIRA</vt:lpstr>
      <vt:lpstr>HIRA</vt:lpstr>
      <vt:lpstr>HIRA</vt:lpstr>
      <vt:lpstr>HIRA</vt:lpstr>
      <vt:lpstr>HIRA</vt:lpstr>
      <vt:lpstr>HIRA</vt:lpstr>
      <vt:lpstr>HIRA</vt:lpstr>
      <vt:lpstr>HIRA</vt:lpstr>
      <vt:lpstr>HIRA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</dc:title>
  <dc:creator>M</dc:creator>
  <cp:lastModifiedBy>M</cp:lastModifiedBy>
  <cp:revision>2</cp:revision>
  <dcterms:created xsi:type="dcterms:W3CDTF">2012-12-09T07:21:48Z</dcterms:created>
  <dcterms:modified xsi:type="dcterms:W3CDTF">2014-08-02T12:27:38Z</dcterms:modified>
</cp:coreProperties>
</file>