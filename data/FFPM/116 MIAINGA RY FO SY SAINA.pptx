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647" autoAdjust="0"/>
  </p:normalViewPr>
  <p:slideViewPr>
    <p:cSldViewPr>
      <p:cViewPr varScale="1">
        <p:scale>
          <a:sx n="44" d="100"/>
          <a:sy n="44" d="100"/>
        </p:scale>
        <p:origin x="-9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116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Miaingà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saina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ho any </a:t>
            </a:r>
            <a:r>
              <a:rPr lang="en-US" sz="6600" dirty="0" err="1" smtClean="0">
                <a:latin typeface="Cambria" pitchFamily="18" charset="0"/>
              </a:rPr>
              <a:t>Golgota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Maty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Tompon'aina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Vita </a:t>
            </a:r>
            <a:r>
              <a:rPr lang="en-US" sz="6600" dirty="0" err="1" smtClean="0">
                <a:latin typeface="Cambria" pitchFamily="18" charset="0"/>
              </a:rPr>
              <a:t>tao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avotra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116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mahantra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mania,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Sady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raiki-tahotra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Mpamonjy</a:t>
            </a:r>
            <a:r>
              <a:rPr lang="en-US" sz="6600" dirty="0" smtClean="0">
                <a:latin typeface="Cambria" pitchFamily="18" charset="0"/>
              </a:rPr>
              <a:t> be </a:t>
            </a:r>
            <a:r>
              <a:rPr lang="en-US" sz="6600" dirty="0" err="1" smtClean="0">
                <a:latin typeface="Cambria" pitchFamily="18" charset="0"/>
              </a:rPr>
              <a:t>fitia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Hahitanao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avotra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116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ainao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Mpamonjy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Nisoloanao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Hahazoanay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vonjy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hahafa-trosa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116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Vatofantsika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aiko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Mpamonjy</a:t>
            </a:r>
            <a:r>
              <a:rPr lang="en-US" sz="66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Ravoravo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saiko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Afakao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heloko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116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manjo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aty</a:t>
            </a:r>
            <a:r>
              <a:rPr lang="en-US" sz="6600" dirty="0" smtClean="0">
                <a:latin typeface="Cambria" pitchFamily="18" charset="0"/>
              </a:rPr>
              <a:t> an-</a:t>
            </a:r>
            <a:r>
              <a:rPr lang="en-US" sz="6600" dirty="0" err="1" smtClean="0">
                <a:latin typeface="Cambria" pitchFamily="18" charset="0"/>
              </a:rPr>
              <a:t>tany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hatahorako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diaho</a:t>
            </a:r>
            <a:r>
              <a:rPr lang="en-US" sz="6600" dirty="0" smtClean="0">
                <a:latin typeface="Cambria" pitchFamily="18" charset="0"/>
              </a:rPr>
              <a:t> any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Amin'ny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Mpanavotro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116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Tombon-dahiko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fahafatesana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Hahatrarako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fiainana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117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116</vt:lpstr>
      <vt:lpstr>HIRA 116</vt:lpstr>
      <vt:lpstr>HIRA 116</vt:lpstr>
      <vt:lpstr>HIRA 116</vt:lpstr>
      <vt:lpstr>HIRA 116</vt:lpstr>
      <vt:lpstr>HIRA 116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115</dc:title>
  <dc:creator>M</dc:creator>
  <cp:lastModifiedBy>M</cp:lastModifiedBy>
  <cp:revision>5</cp:revision>
  <dcterms:created xsi:type="dcterms:W3CDTF">2012-10-21T18:56:48Z</dcterms:created>
  <dcterms:modified xsi:type="dcterms:W3CDTF">2013-07-03T06:02:01Z</dcterms:modified>
</cp:coreProperties>
</file>