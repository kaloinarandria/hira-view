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12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04/11/2012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04/11/2012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04/11/2012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04/11/2012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04/11/2012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04/11/2012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04/11/2012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288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142984"/>
            <a:ext cx="8858280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Sambatra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voafidy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Ho </a:t>
            </a:r>
            <a:r>
              <a:rPr lang="en-US" sz="6000" dirty="0" err="1" smtClean="0">
                <a:latin typeface="Cambria" pitchFamily="18" charset="0"/>
              </a:rPr>
              <a:t>mpiasanao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hanohy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ireo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adidy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natombokao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288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600200"/>
            <a:ext cx="8858280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Ho </a:t>
            </a:r>
            <a:r>
              <a:rPr lang="en-US" sz="6000" dirty="0" err="1" smtClean="0">
                <a:latin typeface="Cambria" pitchFamily="18" charset="0"/>
              </a:rPr>
              <a:t>mpitaiza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fanahy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Toy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vitanao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Ho </a:t>
            </a:r>
            <a:r>
              <a:rPr lang="en-US" sz="6000" dirty="0" err="1" smtClean="0">
                <a:latin typeface="Cambria" pitchFamily="18" charset="0"/>
              </a:rPr>
              <a:t>mpiady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tena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sahy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Tarikao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288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285860"/>
            <a:ext cx="8786842" cy="557214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mpiasa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an-</a:t>
            </a:r>
            <a:r>
              <a:rPr lang="en-US" sz="6000" dirty="0" err="1" smtClean="0">
                <a:latin typeface="Cambria" pitchFamily="18" charset="0"/>
              </a:rPr>
              <a:t>tery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mafana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Te-</a:t>
            </a:r>
            <a:r>
              <a:rPr lang="en-US" sz="6000" dirty="0" err="1" smtClean="0">
                <a:latin typeface="Cambria" pitchFamily="18" charset="0"/>
              </a:rPr>
              <a:t>hanangona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ondry</a:t>
            </a:r>
            <a:r>
              <a:rPr lang="en-US" sz="6000" dirty="0" smtClean="0">
                <a:latin typeface="Cambria" pitchFamily="18" charset="0"/>
              </a:rPr>
              <a:t> very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Marobe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tokoa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288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Te-</a:t>
            </a:r>
            <a:r>
              <a:rPr lang="en-US" sz="6000" dirty="0" err="1" smtClean="0">
                <a:latin typeface="Cambria" pitchFamily="18" charset="0"/>
              </a:rPr>
              <a:t>hitaona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tanora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zaza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koa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hifidy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asa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mora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mpankato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288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800" dirty="0" smtClean="0">
                <a:latin typeface="Cambria" pitchFamily="18" charset="0"/>
              </a:rPr>
              <a:t>3. </a:t>
            </a:r>
            <a:r>
              <a:rPr lang="en-US" sz="4800" dirty="0" err="1" smtClean="0">
                <a:latin typeface="Cambria" pitchFamily="18" charset="0"/>
              </a:rPr>
              <a:t>Hianao</a:t>
            </a:r>
            <a:r>
              <a:rPr lang="en-US" sz="4800" dirty="0" smtClean="0">
                <a:latin typeface="Cambria" pitchFamily="18" charset="0"/>
              </a:rPr>
              <a:t> </a:t>
            </a:r>
            <a:r>
              <a:rPr lang="en-US" sz="4800" dirty="0" err="1" smtClean="0">
                <a:latin typeface="Cambria" pitchFamily="18" charset="0"/>
              </a:rPr>
              <a:t>ry</a:t>
            </a:r>
            <a:r>
              <a:rPr lang="en-US" sz="4800" dirty="0" smtClean="0">
                <a:latin typeface="Cambria" pitchFamily="18" charset="0"/>
              </a:rPr>
              <a:t> </a:t>
            </a:r>
            <a:r>
              <a:rPr lang="en-US" sz="4800" dirty="0" err="1" smtClean="0">
                <a:latin typeface="Cambria" pitchFamily="18" charset="0"/>
              </a:rPr>
              <a:t>Jeso</a:t>
            </a:r>
            <a:r>
              <a:rPr lang="en-US" sz="4800" dirty="0" smtClean="0">
                <a:latin typeface="Cambria" pitchFamily="18" charset="0"/>
              </a:rPr>
              <a:t> </a:t>
            </a:r>
            <a:r>
              <a:rPr lang="en-US" sz="4800" dirty="0" err="1" smtClean="0">
                <a:latin typeface="Cambria" pitchFamily="18" charset="0"/>
              </a:rPr>
              <a:t>Tompo</a:t>
            </a:r>
            <a:r>
              <a:rPr lang="en-US" sz="4800" dirty="0" smtClean="0">
                <a:latin typeface="Cambria" pitchFamily="18" charset="0"/>
              </a:rPr>
              <a:t>,                                                                                                                                    </a:t>
            </a:r>
            <a:endParaRPr lang="fr-FR" sz="48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4800" dirty="0" smtClean="0">
                <a:latin typeface="Cambria" pitchFamily="18" charset="0"/>
              </a:rPr>
              <a:t>No </a:t>
            </a:r>
            <a:r>
              <a:rPr lang="en-US" sz="4800" dirty="0" err="1" smtClean="0">
                <a:latin typeface="Cambria" pitchFamily="18" charset="0"/>
              </a:rPr>
              <a:t>nampianatra</a:t>
            </a:r>
            <a:endParaRPr lang="fr-FR" sz="48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4800" dirty="0" err="1" smtClean="0">
                <a:latin typeface="Cambria" pitchFamily="18" charset="0"/>
              </a:rPr>
              <a:t>Ny</a:t>
            </a:r>
            <a:r>
              <a:rPr lang="en-US" sz="4800" dirty="0" smtClean="0">
                <a:latin typeface="Cambria" pitchFamily="18" charset="0"/>
              </a:rPr>
              <a:t> </a:t>
            </a:r>
            <a:r>
              <a:rPr lang="en-US" sz="4800" dirty="0" err="1" smtClean="0">
                <a:latin typeface="Cambria" pitchFamily="18" charset="0"/>
              </a:rPr>
              <a:t>olonao</a:t>
            </a:r>
            <a:r>
              <a:rPr lang="en-US" sz="4800" dirty="0" smtClean="0">
                <a:latin typeface="Cambria" pitchFamily="18" charset="0"/>
              </a:rPr>
              <a:t> </a:t>
            </a:r>
            <a:r>
              <a:rPr lang="en-US" sz="4800" dirty="0" err="1" smtClean="0">
                <a:latin typeface="Cambria" pitchFamily="18" charset="0"/>
              </a:rPr>
              <a:t>mba</a:t>
            </a:r>
            <a:r>
              <a:rPr lang="en-US" sz="4800" dirty="0" smtClean="0">
                <a:latin typeface="Cambria" pitchFamily="18" charset="0"/>
              </a:rPr>
              <a:t> </a:t>
            </a:r>
            <a:r>
              <a:rPr lang="en-US" sz="4800" dirty="0" err="1" smtClean="0">
                <a:latin typeface="Cambria" pitchFamily="18" charset="0"/>
              </a:rPr>
              <a:t>hanompo</a:t>
            </a:r>
            <a:r>
              <a:rPr lang="en-US" sz="4800" dirty="0" smtClean="0">
                <a:latin typeface="Cambria" pitchFamily="18" charset="0"/>
              </a:rPr>
              <a:t> </a:t>
            </a:r>
            <a:endParaRPr lang="fr-FR" sz="48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4800" dirty="0" err="1" smtClean="0">
                <a:latin typeface="Cambria" pitchFamily="18" charset="0"/>
              </a:rPr>
              <a:t>Tsy</a:t>
            </a:r>
            <a:r>
              <a:rPr lang="en-US" sz="4800" dirty="0" smtClean="0">
                <a:latin typeface="Cambria" pitchFamily="18" charset="0"/>
              </a:rPr>
              <a:t> </a:t>
            </a:r>
            <a:r>
              <a:rPr lang="en-US" sz="4800" dirty="0" err="1" smtClean="0">
                <a:latin typeface="Cambria" pitchFamily="18" charset="0"/>
              </a:rPr>
              <a:t>mitsahatra</a:t>
            </a:r>
            <a:endParaRPr lang="fr-FR" sz="4800" dirty="0" smtClean="0">
              <a:latin typeface="Cambria" pitchFamily="18" charset="0"/>
            </a:endParaRPr>
          </a:p>
          <a:p>
            <a:pPr>
              <a:buNone/>
            </a:pPr>
            <a:endParaRPr lang="fr-FR" sz="48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288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428736"/>
            <a:ext cx="9144000" cy="54292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3. </a:t>
            </a:r>
            <a:r>
              <a:rPr lang="en-US" sz="6000" dirty="0" err="1" smtClean="0">
                <a:latin typeface="Cambria" pitchFamily="18" charset="0"/>
              </a:rPr>
              <a:t>Hianao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Jeso</a:t>
            </a:r>
            <a:r>
              <a:rPr lang="en-US" sz="6000" dirty="0" smtClean="0">
                <a:latin typeface="Cambria" pitchFamily="18" charset="0"/>
              </a:rPr>
              <a:t> 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,                                                                                                                  No </a:t>
            </a:r>
            <a:r>
              <a:rPr lang="en-US" sz="6000" dirty="0" err="1" smtClean="0">
                <a:latin typeface="Cambria" pitchFamily="18" charset="0"/>
              </a:rPr>
              <a:t>nampianatra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olonao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hanompo</a:t>
            </a:r>
            <a:r>
              <a:rPr lang="en-US" sz="6000" dirty="0" smtClean="0">
                <a:latin typeface="Cambria" pitchFamily="18" charset="0"/>
              </a:rPr>
              <a:t>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mitsahatra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288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428736"/>
            <a:ext cx="9144000" cy="54292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handala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talenta</a:t>
            </a:r>
            <a:r>
              <a:rPr lang="en-US" sz="6000" dirty="0" smtClean="0">
                <a:latin typeface="Cambria" pitchFamily="18" charset="0"/>
              </a:rPr>
              <a:t>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natolotra</a:t>
            </a:r>
            <a:r>
              <a:rPr lang="en-US" sz="6000" dirty="0" smtClean="0">
                <a:latin typeface="Cambria" pitchFamily="18" charset="0"/>
              </a:rPr>
              <a:t>;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aina</a:t>
            </a:r>
            <a:r>
              <a:rPr lang="en-US" sz="6000" dirty="0" smtClean="0">
                <a:latin typeface="Cambria" pitchFamily="18" charset="0"/>
              </a:rPr>
              <a:t> re no </a:t>
            </a:r>
            <a:r>
              <a:rPr lang="en-US" sz="6000" dirty="0" err="1" smtClean="0">
                <a:latin typeface="Cambria" pitchFamily="18" charset="0"/>
              </a:rPr>
              <a:t>fetra</a:t>
            </a:r>
            <a:r>
              <a:rPr lang="en-US" sz="6000" dirty="0" smtClean="0">
                <a:latin typeface="Cambria" pitchFamily="18" charset="0"/>
              </a:rPr>
              <a:t>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Entina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manao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288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428736"/>
            <a:ext cx="9144000" cy="54292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4. </a:t>
            </a:r>
            <a:r>
              <a:rPr lang="en-US" sz="6000" dirty="0" err="1" smtClean="0">
                <a:latin typeface="Cambria" pitchFamily="18" charset="0"/>
              </a:rPr>
              <a:t>Nefa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matoky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tena</a:t>
            </a:r>
            <a:r>
              <a:rPr lang="en-US" sz="6000" dirty="0" smtClean="0">
                <a:latin typeface="Cambria" pitchFamily="18" charset="0"/>
              </a:rPr>
              <a:t>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malemy</a:t>
            </a:r>
            <a:r>
              <a:rPr lang="en-US" sz="6000" dirty="0" smtClean="0">
                <a:latin typeface="Cambria" pitchFamily="18" charset="0"/>
              </a:rPr>
              <a:t> moa,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mila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fahendrena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Mila </a:t>
            </a:r>
            <a:r>
              <a:rPr lang="en-US" sz="6000" dirty="0" err="1" smtClean="0">
                <a:latin typeface="Cambria" pitchFamily="18" charset="0"/>
              </a:rPr>
              <a:t>hery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koa</a:t>
            </a:r>
            <a:r>
              <a:rPr lang="en-US" sz="6000" dirty="0" smtClean="0">
                <a:latin typeface="Cambria" pitchFamily="18" charset="0"/>
              </a:rPr>
              <a:t>;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288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428736"/>
            <a:ext cx="9144000" cy="54292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Ho </a:t>
            </a:r>
            <a:r>
              <a:rPr lang="en-US" sz="6000" dirty="0" err="1" smtClean="0">
                <a:latin typeface="Cambria" pitchFamily="18" charset="0"/>
              </a:rPr>
              <a:t>mpiasa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mahavita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anjara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ety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Mandra-pody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ao</a:t>
            </a:r>
            <a:r>
              <a:rPr lang="en-US" sz="6000" dirty="0" smtClean="0">
                <a:latin typeface="Cambria" pitchFamily="18" charset="0"/>
              </a:rPr>
              <a:t> am-pita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Aminao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ary</a:t>
            </a:r>
            <a:r>
              <a:rPr lang="en-US" sz="6000" dirty="0" smtClean="0">
                <a:latin typeface="Cambria" pitchFamily="18" charset="0"/>
              </a:rPr>
              <a:t>.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</Words>
  <PresentationFormat>Affichage à l'écran (4:3)</PresentationFormat>
  <Paragraphs>44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Hira 288</vt:lpstr>
      <vt:lpstr>Hira 288</vt:lpstr>
      <vt:lpstr>Hira 288</vt:lpstr>
      <vt:lpstr>Hira 288</vt:lpstr>
      <vt:lpstr>Hira 288</vt:lpstr>
      <vt:lpstr>Hira 288</vt:lpstr>
      <vt:lpstr>Hira 288</vt:lpstr>
      <vt:lpstr>Hira 288</vt:lpstr>
      <vt:lpstr>Hira 288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288</dc:title>
  <dc:creator>M</dc:creator>
  <cp:lastModifiedBy>M</cp:lastModifiedBy>
  <cp:revision>1</cp:revision>
  <dcterms:created xsi:type="dcterms:W3CDTF">2012-11-04T17:50:34Z</dcterms:created>
  <dcterms:modified xsi:type="dcterms:W3CDTF">2012-11-04T17:51:27Z</dcterms:modified>
</cp:coreProperties>
</file>