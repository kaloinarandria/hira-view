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-214338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64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Injany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hiran-danitra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Misasak'alina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	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Lokanga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volamena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Tendren'ny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masina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-214338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64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nangina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Nandre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hira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	</a:t>
            </a:r>
          </a:p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an'ny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olona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anie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fiadanana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-214338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64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hiran'ny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anjely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mitsahatra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ambony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rahona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Ireo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masina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-214338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64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Mitendry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lokangany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Am-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pihobiana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an'ny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olona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anie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fiadanana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-214338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64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715536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O!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mivesatra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entana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malahelo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	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andrandrao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lanitra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Henoy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hira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-214338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64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hiran'ny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anjely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mampiadam-po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O!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mitsahara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hianao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Hihaino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-214338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64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715536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4.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andron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'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olombelona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fandalovana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Kanefa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hisy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vai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haharitra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-214338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64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Endrey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fiadanana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rahatrizay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hiran'ny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anjely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Hiredona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indray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118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64</vt:lpstr>
      <vt:lpstr>HIRA 64</vt:lpstr>
      <vt:lpstr>HIRA 64</vt:lpstr>
      <vt:lpstr>HIRA 64</vt:lpstr>
      <vt:lpstr>HIRA 64</vt:lpstr>
      <vt:lpstr>HIRA 64</vt:lpstr>
      <vt:lpstr>HIRA 64</vt:lpstr>
      <vt:lpstr>HIRA 64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67</dc:title>
  <dc:creator>M</dc:creator>
  <cp:lastModifiedBy>M</cp:lastModifiedBy>
  <cp:revision>7</cp:revision>
  <dcterms:created xsi:type="dcterms:W3CDTF">2012-12-08T21:18:35Z</dcterms:created>
  <dcterms:modified xsi:type="dcterms:W3CDTF">2013-07-02T12:01:51Z</dcterms:modified>
</cp:coreProperties>
</file>