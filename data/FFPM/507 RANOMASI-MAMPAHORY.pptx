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0" r:id="rId8"/>
    <p:sldId id="262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Ranomasi-mampahory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alehantsika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hitody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maharitra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:,:O! andeha isika hody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Mba ho ao an-tranondRay.:,: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pitia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miantso</a:t>
            </a:r>
            <a:r>
              <a:rPr lang="en-US" sz="6600" dirty="0" smtClean="0">
                <a:latin typeface="Cambria" pitchFamily="18" charset="0"/>
              </a:rPr>
              <a:t> hoe: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mampita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hoe:Matokia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:,:O! andeha isika hody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Mba ho ao an-tranondRay.:,: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Maro efa tonga any 	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mifaly avokoa;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Mbola be ny fiantrany,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Misy ho antsika koa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:,:O! andeha isika hody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Mba ho ao an-tranondRay.:,: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Kristy koa no sambon'aina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Izay mitondra ho ary,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Famonjena azo maina,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ilaozy re 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:,:O! andeha isika hody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Mba ho ao an-tranondRay.:,: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121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507</vt:lpstr>
      <vt:lpstr>HIRA 507</vt:lpstr>
      <vt:lpstr>HIRA 507</vt:lpstr>
      <vt:lpstr>HIRA 507</vt:lpstr>
      <vt:lpstr>HIRA 507</vt:lpstr>
      <vt:lpstr>HIRA 507</vt:lpstr>
      <vt:lpstr>HIRA 507</vt:lpstr>
      <vt:lpstr>HIRA 507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3</cp:revision>
  <dcterms:created xsi:type="dcterms:W3CDTF">2012-12-02T11:05:16Z</dcterms:created>
  <dcterms:modified xsi:type="dcterms:W3CDTF">2013-10-16T17:49:23Z</dcterms:modified>
</cp:coreProperties>
</file>