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8" d="100"/>
          <a:sy n="48" d="100"/>
        </p:scale>
        <p:origin x="-117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25/08/2013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25/08/2013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25/08/2013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25/08/2013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0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293</a:t>
            </a:r>
            <a:r>
              <a:rPr lang="fr-FR" dirty="0" smtClean="0">
                <a:latin typeface="Cambria" pitchFamily="18" charset="0"/>
              </a:rPr>
              <a:t/>
            </a:r>
            <a:br>
              <a:rPr lang="fr-FR" dirty="0" smtClean="0">
                <a:latin typeface="Cambria" pitchFamily="18" charset="0"/>
              </a:rPr>
            </a:b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Izaho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nentina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nanatrika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fiangonana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ray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niantoka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Hitaiza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hitari-dalana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0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293</a:t>
            </a:r>
            <a:r>
              <a:rPr lang="fr-FR" dirty="0" smtClean="0">
                <a:latin typeface="Cambria" pitchFamily="18" charset="0"/>
              </a:rPr>
              <a:t/>
            </a:r>
            <a:br>
              <a:rPr lang="fr-FR" dirty="0" smtClean="0">
                <a:latin typeface="Cambria" pitchFamily="18" charset="0"/>
              </a:rPr>
            </a:b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9358378" cy="6000768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Ka </a:t>
            </a:r>
            <a:r>
              <a:rPr lang="en-US" sz="6600" dirty="0" err="1" smtClean="0">
                <a:latin typeface="Cambria" pitchFamily="18" charset="0"/>
              </a:rPr>
              <a:t>faly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noraisina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Natao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batisa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mbola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zaza</a:t>
            </a:r>
            <a:r>
              <a:rPr lang="en-US" sz="6600" dirty="0" smtClean="0">
                <a:latin typeface="Cambria" pitchFamily="18" charset="0"/>
              </a:rPr>
              <a:t> re,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Nanaovam-panekena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masina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zanaky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lehibe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45</Words>
  <PresentationFormat>Affichage à l'écran (4:3)</PresentationFormat>
  <Paragraphs>10</Paragraphs>
  <Slides>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3" baseType="lpstr">
      <vt:lpstr>Thème Office</vt:lpstr>
      <vt:lpstr>HIRA 293 </vt:lpstr>
      <vt:lpstr>HIRA 293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295 </dc:title>
  <dc:creator>M</dc:creator>
  <cp:lastModifiedBy>M</cp:lastModifiedBy>
  <cp:revision>3</cp:revision>
  <dcterms:created xsi:type="dcterms:W3CDTF">2012-12-02T01:15:44Z</dcterms:created>
  <dcterms:modified xsi:type="dcterms:W3CDTF">2013-08-24T20:21:53Z</dcterms:modified>
</cp:coreProperties>
</file>