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84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548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1. He,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Mpiandry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hatahorako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mitondra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Ahi-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maitso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handriako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548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 fa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karankaina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hody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saha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lonaka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amoron-dranon'aina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Hialan'ny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sasatra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548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2. He, </a:t>
            </a: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Jehovah</a:t>
            </a: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Mpitarika</a:t>
            </a: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endParaRPr lang="fr-FR" sz="5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dàlam</a:t>
            </a: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pahamarinana</a:t>
            </a: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kivy</a:t>
            </a: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endParaRPr lang="fr-FR" sz="5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Amin' </a:t>
            </a: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alom</a:t>
            </a:r>
            <a:r>
              <a:rPr lang="fr-FR" sz="56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600" dirty="0" err="1" smtClean="0">
                <a:solidFill>
                  <a:srgbClr val="002060"/>
                </a:solidFill>
                <a:latin typeface="Cambria" pitchFamily="18" charset="0"/>
              </a:rPr>
              <a:t>pahafatesana</a:t>
            </a:r>
            <a:endParaRPr lang="fr-FR" sz="5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548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428736"/>
            <a:ext cx="8858280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Tokiko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hiara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-dia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amiko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:,: 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tsorakazonao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hanafaka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tahotro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548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428736"/>
            <a:ext cx="9429784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Amelaranao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latabatra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imasom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pahavaloko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Namboaranao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kapoaka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Mampahery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mahafa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-po;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548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indrafo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hita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lany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amiko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Mandra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pahatongako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Amim-pahazavan'ny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tavanao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548 </vt:lpstr>
      <vt:lpstr>Hira 548 </vt:lpstr>
      <vt:lpstr>Hira 548 </vt:lpstr>
      <vt:lpstr>Hira 548 </vt:lpstr>
      <vt:lpstr>Hira 548 </vt:lpstr>
      <vt:lpstr>Hira 548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548 </dc:title>
  <dc:creator>M</dc:creator>
  <cp:lastModifiedBy>M</cp:lastModifiedBy>
  <cp:revision>4</cp:revision>
  <dcterms:created xsi:type="dcterms:W3CDTF">2012-11-26T19:40:10Z</dcterms:created>
  <dcterms:modified xsi:type="dcterms:W3CDTF">2015-02-22T05:47:37Z</dcterms:modified>
</cp:coreProperties>
</file>