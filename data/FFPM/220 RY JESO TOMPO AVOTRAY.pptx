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039" autoAdjust="0"/>
    <p:restoredTop sz="94660"/>
  </p:normalViewPr>
  <p:slideViewPr>
    <p:cSldViewPr>
      <p:cViewPr varScale="1">
        <p:scale>
          <a:sx n="38" d="100"/>
          <a:sy n="38" d="100"/>
        </p:scale>
        <p:origin x="-102" y="-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785794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Avotray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Mitomoera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Aidino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Tahio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785794"/>
            <a:ext cx="9144000" cy="592933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ambarao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fantatray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hevitrao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amboarinao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70" y="857256"/>
            <a:ext cx="9144000" cy="592933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vavanay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hasininao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Hahaizanay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hisaotra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azonay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Nomenao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Mpanavotray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220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78" y="928670"/>
            <a:ext cx="914396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Rahatrizay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Hihoby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</a:t>
            </a:r>
            <a:r>
              <a:rPr lang="en-US" sz="6600" dirty="0" smtClean="0">
                <a:latin typeface="Cambria" pitchFamily="18" charset="0"/>
              </a:rPr>
              <a:t> Jehovah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84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220 </vt:lpstr>
      <vt:lpstr>HIRA 220 </vt:lpstr>
      <vt:lpstr>HIRA 220 </vt:lpstr>
      <vt:lpstr>HIRA 220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7</cp:revision>
  <dcterms:created xsi:type="dcterms:W3CDTF">2012-10-03T08:17:13Z</dcterms:created>
  <dcterms:modified xsi:type="dcterms:W3CDTF">2014-05-05T07:52:17Z</dcterms:modified>
</cp:coreProperties>
</file>