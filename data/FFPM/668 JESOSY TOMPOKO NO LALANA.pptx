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63" r:id="rId5"/>
    <p:sldId id="264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1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30/03/2014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668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Jesosy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Tompoko</a:t>
            </a:r>
            <a:r>
              <a:rPr lang="fr-FR" sz="7200" dirty="0" smtClean="0">
                <a:latin typeface="Cambria" pitchFamily="18" charset="0"/>
              </a:rPr>
              <a:t> no </a:t>
            </a:r>
            <a:r>
              <a:rPr lang="fr-FR" sz="7200" dirty="0" err="1" smtClean="0">
                <a:latin typeface="Cambria" pitchFamily="18" charset="0"/>
              </a:rPr>
              <a:t>lalana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Fahamarinana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fiainana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668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/>
              <a:t>2. </a:t>
            </a:r>
            <a:r>
              <a:rPr lang="en-US" sz="7200" dirty="0" smtClean="0"/>
              <a:t>	</a:t>
            </a:r>
            <a:r>
              <a:rPr lang="en-US" sz="7200" dirty="0" err="1" smtClean="0"/>
              <a:t>Tsy</a:t>
            </a:r>
            <a:r>
              <a:rPr lang="en-US" sz="7200" dirty="0" smtClean="0"/>
              <a:t> </a:t>
            </a:r>
            <a:r>
              <a:rPr lang="en-US" sz="7200" dirty="0" err="1" smtClean="0"/>
              <a:t>afaka</a:t>
            </a:r>
            <a:r>
              <a:rPr lang="en-US" sz="7200" dirty="0" smtClean="0"/>
              <a:t> </a:t>
            </a:r>
            <a:r>
              <a:rPr lang="en-US" sz="7200" dirty="0" err="1" smtClean="0"/>
              <a:t>manatona</a:t>
            </a:r>
            <a:r>
              <a:rPr lang="en-US" sz="7200" dirty="0" smtClean="0"/>
              <a:t> </a:t>
            </a:r>
            <a:r>
              <a:rPr lang="en-US" sz="7200" dirty="0" err="1" smtClean="0"/>
              <a:t>ny</a:t>
            </a:r>
            <a:r>
              <a:rPr lang="en-US" sz="7200" dirty="0" smtClean="0"/>
              <a:t> Ray</a:t>
            </a:r>
            <a:endParaRPr lang="fr-FR" sz="7200" dirty="0" smtClean="0"/>
          </a:p>
          <a:p>
            <a:pPr>
              <a:buNone/>
            </a:pPr>
            <a:r>
              <a:rPr lang="en-US" sz="7200" dirty="0" smtClean="0"/>
              <a:t>		</a:t>
            </a:r>
            <a:r>
              <a:rPr lang="en-US" sz="7200" dirty="0" err="1" smtClean="0"/>
              <a:t>Raha</a:t>
            </a:r>
            <a:r>
              <a:rPr lang="en-US" sz="7200" dirty="0" smtClean="0"/>
              <a:t> </a:t>
            </a:r>
            <a:r>
              <a:rPr lang="en-US" sz="7200" dirty="0" err="1" smtClean="0"/>
              <a:t>tsy</a:t>
            </a:r>
            <a:r>
              <a:rPr lang="en-US" sz="7200" dirty="0" smtClean="0"/>
              <a:t> </a:t>
            </a:r>
            <a:r>
              <a:rPr lang="en-US" sz="7200" dirty="0" err="1" smtClean="0"/>
              <a:t>amin'ny</a:t>
            </a:r>
            <a:r>
              <a:rPr lang="en-US" sz="7200" dirty="0" smtClean="0"/>
              <a:t> </a:t>
            </a:r>
            <a:r>
              <a:rPr lang="en-US" sz="7200" dirty="0" err="1" smtClean="0"/>
              <a:t>alalany</a:t>
            </a:r>
            <a:r>
              <a:rPr lang="en-US" sz="7200" dirty="0" smtClean="0"/>
              <a:t>.</a:t>
            </a:r>
            <a:endParaRPr lang="fr-FR" sz="7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668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Jesosy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Tompon'ny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fiainana</a:t>
            </a:r>
            <a:r>
              <a:rPr lang="fr-FR" sz="7200" dirty="0" smtClean="0">
                <a:latin typeface="Cambria" pitchFamily="18" charset="0"/>
              </a:rPr>
              <a:t> ô!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Aoka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Hianao</a:t>
            </a:r>
            <a:r>
              <a:rPr lang="fr-FR" sz="7200" dirty="0" smtClean="0">
                <a:latin typeface="Cambria" pitchFamily="18" charset="0"/>
              </a:rPr>
              <a:t> no ho </a:t>
            </a:r>
            <a:r>
              <a:rPr lang="fr-FR" sz="7200" dirty="0" err="1" smtClean="0">
                <a:latin typeface="Cambria" pitchFamily="18" charset="0"/>
              </a:rPr>
              <a:t>fiainako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668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4. </a:t>
            </a:r>
            <a:r>
              <a:rPr lang="fr-FR" sz="7200" dirty="0" err="1" smtClean="0">
                <a:latin typeface="Cambria" pitchFamily="18" charset="0"/>
              </a:rPr>
              <a:t>Ety</a:t>
            </a:r>
            <a:r>
              <a:rPr lang="fr-FR" sz="7200" dirty="0" smtClean="0">
                <a:latin typeface="Cambria" pitchFamily="18" charset="0"/>
              </a:rPr>
              <a:t> an-</a:t>
            </a:r>
            <a:r>
              <a:rPr lang="fr-FR" sz="7200" dirty="0" err="1" smtClean="0">
                <a:latin typeface="Cambria" pitchFamily="18" charset="0"/>
              </a:rPr>
              <a:t>tany</a:t>
            </a:r>
            <a:r>
              <a:rPr lang="fr-FR" sz="7200" dirty="0" smtClean="0">
                <a:latin typeface="Cambria" pitchFamily="18" charset="0"/>
              </a:rPr>
              <a:t>: </a:t>
            </a:r>
            <a:r>
              <a:rPr lang="fr-FR" sz="7200" dirty="0" err="1" smtClean="0">
                <a:latin typeface="Cambria" pitchFamily="18" charset="0"/>
              </a:rPr>
              <a:t>fiainam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bavaka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Rahatrizay</a:t>
            </a:r>
            <a:r>
              <a:rPr lang="fr-FR" sz="7200" dirty="0" smtClean="0">
                <a:latin typeface="Cambria" pitchFamily="18" charset="0"/>
              </a:rPr>
              <a:t>: 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fiainan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danitra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668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5. </a:t>
            </a:r>
            <a:r>
              <a:rPr lang="fr-FR" sz="7200" dirty="0" err="1" smtClean="0">
                <a:latin typeface="Cambria" pitchFamily="18" charset="0"/>
              </a:rPr>
              <a:t>lriko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mafy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hiakatra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Hiaina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fiainan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tsambatra</a:t>
            </a:r>
            <a:r>
              <a:rPr lang="fr-FR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668</a:t>
            </a:r>
            <a:r>
              <a:rPr lang="fr-FR" sz="4800" b="1" dirty="0" smtClean="0">
                <a:latin typeface="Cambria" pitchFamily="18" charset="0"/>
              </a:rPr>
              <a:t>: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6. </a:t>
            </a:r>
            <a:r>
              <a:rPr lang="fr-FR" sz="7200" dirty="0" err="1" smtClean="0">
                <a:latin typeface="Cambria" pitchFamily="18" charset="0"/>
              </a:rPr>
              <a:t>Jesosy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tokana</a:t>
            </a:r>
            <a:r>
              <a:rPr lang="fr-FR" sz="7200" dirty="0" smtClean="0">
                <a:latin typeface="Cambria" pitchFamily="18" charset="0"/>
              </a:rPr>
              <a:t> no </a:t>
            </a:r>
            <a:r>
              <a:rPr lang="fr-FR" sz="7200" dirty="0" err="1" smtClean="0">
                <a:latin typeface="Cambria" pitchFamily="18" charset="0"/>
              </a:rPr>
              <a:t>hanome</a:t>
            </a:r>
            <a:r>
              <a:rPr lang="fr-FR" sz="72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Ahy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fiainana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mandrakizay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72</Words>
  <PresentationFormat>Affichage à l'écran (4:3)</PresentationFormat>
  <Paragraphs>19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668</vt:lpstr>
      <vt:lpstr>Hira 668</vt:lpstr>
      <vt:lpstr>Hira 668</vt:lpstr>
      <vt:lpstr>Hira 668</vt:lpstr>
      <vt:lpstr>Hira 668</vt:lpstr>
      <vt:lpstr>Hira 668: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643</dc:title>
  <dc:creator>M</dc:creator>
  <cp:lastModifiedBy>M</cp:lastModifiedBy>
  <cp:revision>8</cp:revision>
  <dcterms:created xsi:type="dcterms:W3CDTF">2012-11-26T19:13:07Z</dcterms:created>
  <dcterms:modified xsi:type="dcterms:W3CDTF">2014-03-30T08:33:40Z</dcterms:modified>
</cp:coreProperties>
</file>