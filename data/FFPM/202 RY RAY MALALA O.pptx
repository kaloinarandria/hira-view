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74" r:id="rId2"/>
    <p:sldId id="275" r:id="rId3"/>
    <p:sldId id="276" r:id="rId4"/>
    <p:sldId id="277" r:id="rId5"/>
    <p:sldId id="278" r:id="rId6"/>
    <p:sldId id="279" r:id="rId7"/>
  </p:sldIdLst>
  <p:sldSz cx="9144000" cy="6858000" type="screen4x3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7755" autoAdjust="0"/>
    <p:restoredTop sz="94660"/>
  </p:normalViewPr>
  <p:slideViewPr>
    <p:cSldViewPr>
      <p:cViewPr varScale="1">
        <p:scale>
          <a:sx n="43" d="100"/>
          <a:sy n="43" d="100"/>
        </p:scale>
        <p:origin x="-108" y="-27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 smtClean="0"/>
              <a:t>Cliquez pour modifier le style des sous-titres du masque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29/11/2013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29/11/2013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29/11/2013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29/11/2013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29/11/2013</a:t>
            </a:fld>
            <a:endParaRPr lang="fr-BE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29/11/2013</a:t>
            </a:fld>
            <a:endParaRPr lang="fr-BE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29/11/2013</a:t>
            </a:fld>
            <a:endParaRPr lang="fr-BE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29/11/2013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BE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29/11/2013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29/11/2013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29/11/2013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A309A6D-C09C-4548-B29A-6CF363A7E532}" type="datetimeFigureOut">
              <a:rPr lang="fr-FR" smtClean="0"/>
              <a:pPr/>
              <a:t>29/11/2013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500034" y="0"/>
            <a:ext cx="8229600" cy="868346"/>
          </a:xfrm>
        </p:spPr>
        <p:txBody>
          <a:bodyPr>
            <a:normAutofit fontScale="90000"/>
          </a:bodyPr>
          <a:lstStyle/>
          <a:p>
            <a:pPr algn="ctr"/>
            <a:r>
              <a:rPr lang="fr-FR" sz="5400" dirty="0" smtClean="0">
                <a:latin typeface="Cambria" pitchFamily="18" charset="0"/>
              </a:rPr>
              <a:t>HIRA </a:t>
            </a:r>
            <a:r>
              <a:rPr lang="fr-FR" sz="5400" dirty="0" smtClean="0">
                <a:latin typeface="Cambria" pitchFamily="18" charset="0"/>
              </a:rPr>
              <a:t>2O2</a:t>
            </a:r>
            <a:endParaRPr lang="fr-FR" sz="5400" dirty="0"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500034" y="928670"/>
            <a:ext cx="8643966" cy="5929330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fr-FR" sz="6600" dirty="0" smtClean="0">
                <a:latin typeface="Cambria" pitchFamily="18" charset="0"/>
              </a:rPr>
              <a:t>1. </a:t>
            </a:r>
            <a:r>
              <a:rPr lang="fr-FR" sz="6600" dirty="0" err="1" smtClean="0">
                <a:latin typeface="Cambria" pitchFamily="18" charset="0"/>
              </a:rPr>
              <a:t>Ry</a:t>
            </a:r>
            <a:r>
              <a:rPr lang="fr-FR" sz="6600" dirty="0" smtClean="0">
                <a:latin typeface="Cambria" pitchFamily="18" charset="0"/>
              </a:rPr>
              <a:t> Ray </a:t>
            </a:r>
            <a:r>
              <a:rPr lang="fr-FR" sz="6600" dirty="0" err="1" smtClean="0">
                <a:latin typeface="Cambria" pitchFamily="18" charset="0"/>
              </a:rPr>
              <a:t>malala</a:t>
            </a:r>
            <a:r>
              <a:rPr lang="fr-FR" sz="6600" dirty="0" smtClean="0">
                <a:latin typeface="Cambria" pitchFamily="18" charset="0"/>
              </a:rPr>
              <a:t> ô!</a:t>
            </a:r>
          </a:p>
          <a:p>
            <a:pPr>
              <a:buNone/>
            </a:pPr>
            <a:r>
              <a:rPr lang="fr-FR" sz="6600" dirty="0" err="1" smtClean="0">
                <a:latin typeface="Cambria" pitchFamily="18" charset="0"/>
              </a:rPr>
              <a:t>Mba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raisonao</a:t>
            </a:r>
            <a:endParaRPr lang="fr-FR" sz="6600" dirty="0" smtClean="0">
              <a:latin typeface="Cambria" pitchFamily="18" charset="0"/>
            </a:endParaRPr>
          </a:p>
          <a:p>
            <a:pPr>
              <a:buNone/>
            </a:pPr>
            <a:r>
              <a:rPr lang="fr-FR" sz="6600" dirty="0" err="1" smtClean="0">
                <a:latin typeface="Cambria" pitchFamily="18" charset="0"/>
              </a:rPr>
              <a:t>Ny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haja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entiko</a:t>
            </a:r>
            <a:endParaRPr lang="fr-FR" sz="6600" dirty="0" smtClean="0">
              <a:latin typeface="Cambria" pitchFamily="18" charset="0"/>
            </a:endParaRPr>
          </a:p>
          <a:p>
            <a:pPr>
              <a:buNone/>
            </a:pPr>
            <a:r>
              <a:rPr lang="fr-FR" sz="6600" dirty="0" err="1" smtClean="0">
                <a:latin typeface="Cambria" pitchFamily="18" charset="0"/>
              </a:rPr>
              <a:t>Hidera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Anao</a:t>
            </a:r>
            <a:endParaRPr lang="fr-FR" sz="6600" dirty="0" smtClean="0"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500034" y="0"/>
            <a:ext cx="8229600" cy="868346"/>
          </a:xfrm>
        </p:spPr>
        <p:txBody>
          <a:bodyPr>
            <a:normAutofit fontScale="90000"/>
          </a:bodyPr>
          <a:lstStyle/>
          <a:p>
            <a:pPr algn="ctr"/>
            <a:r>
              <a:rPr lang="fr-FR" sz="5400" dirty="0" smtClean="0">
                <a:latin typeface="Cambria" pitchFamily="18" charset="0"/>
              </a:rPr>
              <a:t>HIRA </a:t>
            </a:r>
            <a:r>
              <a:rPr lang="fr-FR" sz="5400" dirty="0" smtClean="0">
                <a:latin typeface="Cambria" pitchFamily="18" charset="0"/>
              </a:rPr>
              <a:t>2O2</a:t>
            </a:r>
            <a:endParaRPr lang="fr-FR" sz="5400" dirty="0"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500034" y="1000108"/>
            <a:ext cx="8643966" cy="5857892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fr-FR" sz="6600" dirty="0" err="1" smtClean="0">
                <a:latin typeface="Cambria" pitchFamily="18" charset="0"/>
              </a:rPr>
              <a:t>Ny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fitiavanao</a:t>
            </a:r>
            <a:endParaRPr lang="fr-FR" sz="6600" dirty="0" smtClean="0">
              <a:latin typeface="Cambria" pitchFamily="18" charset="0"/>
            </a:endParaRPr>
          </a:p>
          <a:p>
            <a:pPr>
              <a:buNone/>
            </a:pPr>
            <a:r>
              <a:rPr lang="fr-FR" sz="6600" dirty="0" smtClean="0">
                <a:latin typeface="Cambria" pitchFamily="18" charset="0"/>
              </a:rPr>
              <a:t>No </a:t>
            </a:r>
            <a:r>
              <a:rPr lang="fr-FR" sz="6600" dirty="0" err="1" smtClean="0">
                <a:latin typeface="Cambria" pitchFamily="18" charset="0"/>
              </a:rPr>
              <a:t>mamiko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izao</a:t>
            </a:r>
            <a:endParaRPr lang="fr-FR" sz="6600" dirty="0" smtClean="0">
              <a:latin typeface="Cambria" pitchFamily="18" charset="0"/>
            </a:endParaRPr>
          </a:p>
          <a:p>
            <a:pPr>
              <a:buNone/>
            </a:pPr>
            <a:r>
              <a:rPr lang="fr-FR" sz="6600" dirty="0" err="1" smtClean="0">
                <a:latin typeface="Cambria" pitchFamily="18" charset="0"/>
              </a:rPr>
              <a:t>Izaho</a:t>
            </a:r>
            <a:r>
              <a:rPr lang="fr-FR" sz="6600" dirty="0" smtClean="0">
                <a:latin typeface="Cambria" pitchFamily="18" charset="0"/>
              </a:rPr>
              <a:t> dia </a:t>
            </a:r>
            <a:r>
              <a:rPr lang="fr-FR" sz="6600" dirty="0" err="1" smtClean="0">
                <a:latin typeface="Cambria" pitchFamily="18" charset="0"/>
              </a:rPr>
              <a:t>Anao</a:t>
            </a:r>
            <a:endParaRPr lang="fr-FR" sz="6600" dirty="0" smtClean="0">
              <a:latin typeface="Cambria" pitchFamily="18" charset="0"/>
            </a:endParaRPr>
          </a:p>
          <a:p>
            <a:pPr>
              <a:buNone/>
            </a:pPr>
            <a:r>
              <a:rPr lang="fr-FR" sz="6600" dirty="0" err="1" smtClean="0">
                <a:latin typeface="Cambria" pitchFamily="18" charset="0"/>
              </a:rPr>
              <a:t>Ry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Raiko</a:t>
            </a:r>
            <a:r>
              <a:rPr lang="fr-FR" sz="6600" dirty="0" smtClean="0">
                <a:latin typeface="Cambria" pitchFamily="18" charset="0"/>
              </a:rPr>
              <a:t> ô</a:t>
            </a:r>
            <a:r>
              <a:rPr lang="fr-FR" sz="6600" dirty="0" smtClean="0">
                <a:latin typeface="Cambria" pitchFamily="18" charset="0"/>
              </a:rPr>
              <a:t>!</a:t>
            </a:r>
            <a:endParaRPr lang="fr-FR" sz="6600" dirty="0" smtClean="0"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500034" y="0"/>
            <a:ext cx="8229600" cy="868346"/>
          </a:xfrm>
        </p:spPr>
        <p:txBody>
          <a:bodyPr>
            <a:normAutofit fontScale="90000"/>
          </a:bodyPr>
          <a:lstStyle/>
          <a:p>
            <a:pPr algn="ctr"/>
            <a:r>
              <a:rPr lang="fr-FR" sz="5400" dirty="0" smtClean="0">
                <a:latin typeface="Cambria" pitchFamily="18" charset="0"/>
              </a:rPr>
              <a:t>HIRA </a:t>
            </a:r>
            <a:r>
              <a:rPr lang="fr-FR" sz="5400" dirty="0" smtClean="0">
                <a:latin typeface="Cambria" pitchFamily="18" charset="0"/>
              </a:rPr>
              <a:t>2O2</a:t>
            </a:r>
            <a:endParaRPr lang="fr-FR" sz="5400" dirty="0"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500034" y="928670"/>
            <a:ext cx="8643966" cy="5929330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fr-FR" sz="6600" dirty="0" smtClean="0">
                <a:latin typeface="Cambria" pitchFamily="18" charset="0"/>
              </a:rPr>
              <a:t>2. </a:t>
            </a:r>
            <a:r>
              <a:rPr lang="fr-FR" sz="6600" dirty="0" err="1" smtClean="0">
                <a:latin typeface="Cambria" pitchFamily="18" charset="0"/>
              </a:rPr>
              <a:t>Ry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Jeso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tia</a:t>
            </a:r>
            <a:r>
              <a:rPr lang="fr-FR" sz="6600" dirty="0" smtClean="0">
                <a:latin typeface="Cambria" pitchFamily="18" charset="0"/>
              </a:rPr>
              <a:t> ô</a:t>
            </a:r>
          </a:p>
          <a:p>
            <a:pPr>
              <a:buNone/>
            </a:pPr>
            <a:r>
              <a:rPr lang="fr-FR" sz="6600" dirty="0" err="1" smtClean="0">
                <a:latin typeface="Cambria" pitchFamily="18" charset="0"/>
              </a:rPr>
              <a:t>Mpanavotra</a:t>
            </a:r>
            <a:r>
              <a:rPr lang="fr-FR" sz="6600" dirty="0" smtClean="0"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fr-FR" sz="6600" dirty="0" smtClean="0">
                <a:latin typeface="Cambria" pitchFamily="18" charset="0"/>
              </a:rPr>
              <a:t>Ta-</a:t>
            </a:r>
            <a:r>
              <a:rPr lang="fr-FR" sz="6600" dirty="0" err="1" smtClean="0">
                <a:latin typeface="Cambria" pitchFamily="18" charset="0"/>
              </a:rPr>
              <a:t>hankalaza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Anao</a:t>
            </a:r>
            <a:endParaRPr lang="fr-FR" sz="6600" dirty="0" smtClean="0">
              <a:latin typeface="Cambria" pitchFamily="18" charset="0"/>
            </a:endParaRPr>
          </a:p>
          <a:p>
            <a:pPr>
              <a:buNone/>
            </a:pPr>
            <a:r>
              <a:rPr lang="fr-FR" sz="6600" dirty="0" err="1" smtClean="0">
                <a:latin typeface="Cambria" pitchFamily="18" charset="0"/>
              </a:rPr>
              <a:t>Ny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vavako</a:t>
            </a:r>
            <a:r>
              <a:rPr lang="fr-FR" sz="6600" dirty="0" smtClean="0">
                <a:latin typeface="Cambria" pitchFamily="18" charset="0"/>
              </a:rPr>
              <a:t>;</a:t>
            </a:r>
            <a:endParaRPr lang="fr-FR" sz="6600" dirty="0" smtClean="0"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500034" y="0"/>
            <a:ext cx="8229600" cy="868346"/>
          </a:xfrm>
        </p:spPr>
        <p:txBody>
          <a:bodyPr>
            <a:normAutofit fontScale="90000"/>
          </a:bodyPr>
          <a:lstStyle/>
          <a:p>
            <a:pPr algn="ctr"/>
            <a:r>
              <a:rPr lang="fr-FR" sz="5400" dirty="0" smtClean="0">
                <a:latin typeface="Cambria" pitchFamily="18" charset="0"/>
              </a:rPr>
              <a:t>HIRA </a:t>
            </a:r>
            <a:r>
              <a:rPr lang="fr-FR" sz="5400" dirty="0" smtClean="0">
                <a:latin typeface="Cambria" pitchFamily="18" charset="0"/>
              </a:rPr>
              <a:t>2O2</a:t>
            </a:r>
            <a:endParaRPr lang="fr-FR" sz="5400" dirty="0"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500034" y="1000108"/>
            <a:ext cx="8643966" cy="5857892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fr-FR" sz="6600" dirty="0" err="1" smtClean="0">
                <a:latin typeface="Cambria" pitchFamily="18" charset="0"/>
              </a:rPr>
              <a:t>Ny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avo</a:t>
            </a:r>
            <a:r>
              <a:rPr lang="fr-FR" sz="6600" dirty="0" smtClean="0">
                <a:latin typeface="Cambria" pitchFamily="18" charset="0"/>
              </a:rPr>
              <a:t>-</a:t>
            </a:r>
            <a:r>
              <a:rPr lang="fr-FR" sz="6600" dirty="0" err="1" smtClean="0">
                <a:latin typeface="Cambria" pitchFamily="18" charset="0"/>
              </a:rPr>
              <a:t>dehibe</a:t>
            </a:r>
            <a:endParaRPr lang="fr-FR" sz="6600" dirty="0" smtClean="0">
              <a:latin typeface="Cambria" pitchFamily="18" charset="0"/>
            </a:endParaRPr>
          </a:p>
          <a:p>
            <a:pPr>
              <a:buNone/>
            </a:pPr>
            <a:r>
              <a:rPr lang="fr-FR" sz="6600" dirty="0" err="1" smtClean="0">
                <a:latin typeface="Cambria" pitchFamily="18" charset="0"/>
              </a:rPr>
              <a:t>Manafaka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ahy</a:t>
            </a:r>
            <a:r>
              <a:rPr lang="fr-FR" sz="6600" dirty="0" smtClean="0">
                <a:latin typeface="Cambria" pitchFamily="18" charset="0"/>
              </a:rPr>
              <a:t> e</a:t>
            </a:r>
          </a:p>
          <a:p>
            <a:pPr>
              <a:buNone/>
            </a:pPr>
            <a:r>
              <a:rPr lang="fr-FR" sz="6600" dirty="0" err="1" smtClean="0">
                <a:latin typeface="Cambria" pitchFamily="18" charset="0"/>
              </a:rPr>
              <a:t>Izaho</a:t>
            </a:r>
            <a:r>
              <a:rPr lang="fr-FR" sz="6600" dirty="0" smtClean="0">
                <a:latin typeface="Cambria" pitchFamily="18" charset="0"/>
              </a:rPr>
              <a:t> dia </a:t>
            </a:r>
            <a:r>
              <a:rPr lang="fr-FR" sz="6600" dirty="0" err="1" smtClean="0">
                <a:latin typeface="Cambria" pitchFamily="18" charset="0"/>
              </a:rPr>
              <a:t>Anao</a:t>
            </a:r>
            <a:endParaRPr lang="fr-FR" sz="6600" dirty="0" smtClean="0">
              <a:latin typeface="Cambria" pitchFamily="18" charset="0"/>
            </a:endParaRPr>
          </a:p>
          <a:p>
            <a:pPr>
              <a:buNone/>
            </a:pPr>
            <a:r>
              <a:rPr lang="fr-FR" sz="6600" dirty="0" err="1" smtClean="0">
                <a:latin typeface="Cambria" pitchFamily="18" charset="0"/>
              </a:rPr>
              <a:t>Ry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Jeso</a:t>
            </a:r>
            <a:r>
              <a:rPr lang="fr-FR" sz="6600" dirty="0" smtClean="0">
                <a:latin typeface="Cambria" pitchFamily="18" charset="0"/>
              </a:rPr>
              <a:t> ô!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500034" y="0"/>
            <a:ext cx="8229600" cy="868346"/>
          </a:xfrm>
        </p:spPr>
        <p:txBody>
          <a:bodyPr>
            <a:normAutofit fontScale="90000"/>
          </a:bodyPr>
          <a:lstStyle/>
          <a:p>
            <a:pPr algn="ctr"/>
            <a:r>
              <a:rPr lang="fr-FR" sz="5400" dirty="0" smtClean="0">
                <a:latin typeface="Cambria" pitchFamily="18" charset="0"/>
              </a:rPr>
              <a:t>HIRA </a:t>
            </a:r>
            <a:r>
              <a:rPr lang="fr-FR" sz="5400" dirty="0" smtClean="0">
                <a:latin typeface="Cambria" pitchFamily="18" charset="0"/>
              </a:rPr>
              <a:t>2O2</a:t>
            </a:r>
            <a:endParaRPr lang="fr-FR" sz="5400" dirty="0"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500034" y="928670"/>
            <a:ext cx="8643966" cy="5929330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fr-FR" sz="6600" dirty="0" smtClean="0">
                <a:latin typeface="Cambria" pitchFamily="18" charset="0"/>
              </a:rPr>
              <a:t>3. </a:t>
            </a:r>
            <a:r>
              <a:rPr lang="fr-FR" sz="6600" dirty="0" err="1" smtClean="0">
                <a:latin typeface="Cambria" pitchFamily="18" charset="0"/>
              </a:rPr>
              <a:t>Fanahy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Masina</a:t>
            </a:r>
            <a:r>
              <a:rPr lang="fr-FR" sz="6600" dirty="0" smtClean="0">
                <a:latin typeface="Cambria" pitchFamily="18" charset="0"/>
              </a:rPr>
              <a:t> ô!</a:t>
            </a:r>
          </a:p>
          <a:p>
            <a:pPr>
              <a:buNone/>
            </a:pPr>
            <a:r>
              <a:rPr lang="fr-FR" sz="6600" dirty="0" err="1" smtClean="0">
                <a:latin typeface="Cambria" pitchFamily="18" charset="0"/>
              </a:rPr>
              <a:t>Mpananatra</a:t>
            </a:r>
            <a:endParaRPr lang="fr-FR" sz="6600" dirty="0" smtClean="0">
              <a:latin typeface="Cambria" pitchFamily="18" charset="0"/>
            </a:endParaRPr>
          </a:p>
          <a:p>
            <a:pPr>
              <a:buNone/>
            </a:pPr>
            <a:r>
              <a:rPr lang="fr-FR" sz="6600" dirty="0" err="1" smtClean="0">
                <a:latin typeface="Cambria" pitchFamily="18" charset="0"/>
              </a:rPr>
              <a:t>Mahiratra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tokoa</a:t>
            </a:r>
            <a:endParaRPr lang="fr-FR" sz="6600" dirty="0" smtClean="0">
              <a:latin typeface="Cambria" pitchFamily="18" charset="0"/>
            </a:endParaRPr>
          </a:p>
          <a:p>
            <a:pPr>
              <a:buNone/>
            </a:pPr>
            <a:r>
              <a:rPr lang="fr-FR" sz="6600" dirty="0" err="1" smtClean="0">
                <a:latin typeface="Cambria" pitchFamily="18" charset="0"/>
              </a:rPr>
              <a:t>Ny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masoko</a:t>
            </a:r>
            <a:r>
              <a:rPr lang="fr-FR" sz="6600" dirty="0" smtClean="0">
                <a:latin typeface="Cambria" pitchFamily="18" charset="0"/>
              </a:rPr>
              <a:t>,</a:t>
            </a:r>
            <a:endParaRPr lang="fr-FR" sz="6600" dirty="0" smtClean="0"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500034" y="0"/>
            <a:ext cx="8229600" cy="868346"/>
          </a:xfrm>
        </p:spPr>
        <p:txBody>
          <a:bodyPr>
            <a:normAutofit fontScale="90000"/>
          </a:bodyPr>
          <a:lstStyle/>
          <a:p>
            <a:pPr algn="ctr"/>
            <a:r>
              <a:rPr lang="fr-FR" sz="5400" dirty="0" smtClean="0">
                <a:latin typeface="Cambria" pitchFamily="18" charset="0"/>
              </a:rPr>
              <a:t>HIRA </a:t>
            </a:r>
            <a:r>
              <a:rPr lang="fr-FR" sz="5400" dirty="0" smtClean="0">
                <a:latin typeface="Cambria" pitchFamily="18" charset="0"/>
              </a:rPr>
              <a:t>2O2</a:t>
            </a:r>
            <a:endParaRPr lang="fr-FR" sz="5400" dirty="0"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500034" y="1000108"/>
            <a:ext cx="8643966" cy="5857892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fr-FR" sz="6600" dirty="0" err="1" smtClean="0">
                <a:latin typeface="Cambria" pitchFamily="18" charset="0"/>
              </a:rPr>
              <a:t>Mazava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re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izao</a:t>
            </a:r>
            <a:endParaRPr lang="fr-FR" sz="6600" dirty="0" smtClean="0">
              <a:latin typeface="Cambria" pitchFamily="18" charset="0"/>
            </a:endParaRPr>
          </a:p>
          <a:p>
            <a:pPr>
              <a:buNone/>
            </a:pPr>
            <a:r>
              <a:rPr lang="fr-FR" sz="6600" dirty="0" err="1" smtClean="0">
                <a:latin typeface="Cambria" pitchFamily="18" charset="0"/>
              </a:rPr>
              <a:t>Ny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lalako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hankao</a:t>
            </a:r>
            <a:r>
              <a:rPr lang="fr-FR" sz="6600" dirty="0" smtClean="0">
                <a:latin typeface="Cambria" pitchFamily="18" charset="0"/>
              </a:rPr>
              <a:t>;</a:t>
            </a:r>
          </a:p>
          <a:p>
            <a:pPr>
              <a:buNone/>
            </a:pPr>
            <a:r>
              <a:rPr lang="fr-FR" sz="6600" dirty="0" smtClean="0">
                <a:latin typeface="Cambria" pitchFamily="18" charset="0"/>
              </a:rPr>
              <a:t>He! </a:t>
            </a:r>
            <a:r>
              <a:rPr lang="fr-FR" sz="6600" dirty="0" err="1" smtClean="0">
                <a:latin typeface="Cambria" pitchFamily="18" charset="0"/>
              </a:rPr>
              <a:t>Fifaliam</a:t>
            </a:r>
            <a:r>
              <a:rPr lang="fr-FR" sz="6600" dirty="0" smtClean="0">
                <a:latin typeface="Cambria" pitchFamily="18" charset="0"/>
              </a:rPr>
              <a:t>-</a:t>
            </a:r>
            <a:r>
              <a:rPr lang="fr-FR" sz="6600" dirty="0" err="1" smtClean="0">
                <a:latin typeface="Cambria" pitchFamily="18" charset="0"/>
              </a:rPr>
              <a:t>be</a:t>
            </a:r>
            <a:endParaRPr lang="fr-FR" sz="6600" dirty="0" smtClean="0">
              <a:latin typeface="Cambria" pitchFamily="18" charset="0"/>
            </a:endParaRPr>
          </a:p>
          <a:p>
            <a:pPr>
              <a:buNone/>
            </a:pPr>
            <a:r>
              <a:rPr lang="fr-FR" sz="6600" dirty="0" smtClean="0">
                <a:latin typeface="Cambria" pitchFamily="18" charset="0"/>
              </a:rPr>
              <a:t>No </a:t>
            </a:r>
            <a:r>
              <a:rPr lang="fr-FR" sz="6600" dirty="0" err="1" smtClean="0">
                <a:latin typeface="Cambria" pitchFamily="18" charset="0"/>
              </a:rPr>
              <a:t>ahy</a:t>
            </a:r>
            <a:r>
              <a:rPr lang="fr-FR" sz="6600" dirty="0" smtClean="0">
                <a:latin typeface="Cambria" pitchFamily="18" charset="0"/>
              </a:rPr>
              <a:t> '</a:t>
            </a:r>
            <a:r>
              <a:rPr lang="fr-FR" sz="6600" dirty="0" err="1" smtClean="0">
                <a:latin typeface="Cambria" pitchFamily="18" charset="0"/>
              </a:rPr>
              <a:t>zao</a:t>
            </a:r>
            <a:endParaRPr lang="fr-FR" sz="6600" dirty="0" smtClean="0"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hème Office">
  <a:themeElements>
    <a:clrScheme name="Bureau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Bureau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Bureau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88</Words>
  <PresentationFormat>Affichage à l'écran (4:3)</PresentationFormat>
  <Paragraphs>30</Paragraphs>
  <Slides>6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6</vt:i4>
      </vt:variant>
    </vt:vector>
  </HeadingPairs>
  <TitlesOfParts>
    <vt:vector size="7" baseType="lpstr">
      <vt:lpstr>Thème Office</vt:lpstr>
      <vt:lpstr>HIRA 2O2</vt:lpstr>
      <vt:lpstr>HIRA 2O2</vt:lpstr>
      <vt:lpstr>HIRA 2O2</vt:lpstr>
      <vt:lpstr>HIRA 2O2</vt:lpstr>
      <vt:lpstr>HIRA 2O2</vt:lpstr>
      <vt:lpstr>HIRA 2O2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HIRA 194</dc:title>
  <dc:creator>M</dc:creator>
  <cp:lastModifiedBy>M</cp:lastModifiedBy>
  <cp:revision>3</cp:revision>
  <dcterms:created xsi:type="dcterms:W3CDTF">2012-10-03T08:17:13Z</dcterms:created>
  <dcterms:modified xsi:type="dcterms:W3CDTF">2013-11-29T10:28:03Z</dcterms:modified>
</cp:coreProperties>
</file>