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4" d="100"/>
          <a:sy n="44" d="100"/>
        </p:scale>
        <p:origin x="-21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88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'Lay </a:t>
            </a:r>
            <a:r>
              <a:rPr lang="en-US" sz="7200" dirty="0" err="1" smtClean="0">
                <a:latin typeface="Cambria" pitchFamily="18" charset="0"/>
              </a:rPr>
              <a:t>ora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Getsemane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hadino</a:t>
            </a:r>
            <a:r>
              <a:rPr lang="en-US" sz="7200" dirty="0" smtClean="0">
                <a:latin typeface="Cambria" pitchFamily="18" charset="0"/>
              </a:rPr>
              <a:t> re!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Raha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Hianao</a:t>
            </a:r>
            <a:r>
              <a:rPr lang="en-US" sz="7200" dirty="0" smtClean="0">
                <a:latin typeface="Cambria" pitchFamily="18" charset="0"/>
              </a:rPr>
              <a:t> no </a:t>
            </a:r>
            <a:r>
              <a:rPr lang="en-US" sz="7200" dirty="0" err="1" smtClean="0">
                <a:latin typeface="Cambria" pitchFamily="18" charset="0"/>
              </a:rPr>
              <a:t>tsembodrà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Tompon'avotra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88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Tsahiviko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fahorianao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Raha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tsinjoko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adibe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Ilay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Getsemane</a:t>
            </a:r>
            <a:r>
              <a:rPr lang="en-US" sz="7200" dirty="0" smtClean="0">
                <a:latin typeface="Cambria" pitchFamily="18" charset="0"/>
              </a:rPr>
              <a:t>!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88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2. </a:t>
            </a:r>
            <a:r>
              <a:rPr lang="en-US" sz="7200" dirty="0" err="1" smtClean="0">
                <a:latin typeface="Cambria" pitchFamily="18" charset="0"/>
              </a:rPr>
              <a:t>Nafoin-dRay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irery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Nilaozan-kavanao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Handraisana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indray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Ho </a:t>
            </a:r>
            <a:r>
              <a:rPr lang="en-US" sz="7200" dirty="0" err="1" smtClean="0">
                <a:latin typeface="Cambria" pitchFamily="18" charset="0"/>
              </a:rPr>
              <a:t>zanaky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Ray.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88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Tsahiviko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fahorianao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Raha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tsinjoko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adibe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Ilay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Getsemane</a:t>
            </a:r>
            <a:r>
              <a:rPr lang="en-US" sz="7200" dirty="0" smtClean="0">
                <a:latin typeface="Cambria" pitchFamily="18" charset="0"/>
              </a:rPr>
              <a:t>!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88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</a:t>
            </a:r>
            <a:r>
              <a:rPr lang="en-US" sz="7200" dirty="0" err="1" smtClean="0">
                <a:latin typeface="Cambria" pitchFamily="18" charset="0"/>
              </a:rPr>
              <a:t>Nandroso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hijaly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Hianao</a:t>
            </a:r>
            <a:r>
              <a:rPr lang="en-US" sz="7200" dirty="0" smtClean="0">
                <a:latin typeface="Cambria" pitchFamily="18" charset="0"/>
              </a:rPr>
              <a:t>,,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Fadiranovana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maty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Hanavotra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anay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88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Tsahiviko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fahorianao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Raha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tsinjoko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adibe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Ilay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Getsemane</a:t>
            </a:r>
            <a:r>
              <a:rPr lang="en-US" sz="7200" dirty="0" smtClean="0">
                <a:latin typeface="Cambria" pitchFamily="18" charset="0"/>
              </a:rPr>
              <a:t>!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88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4. </a:t>
            </a: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vinitra</a:t>
            </a:r>
            <a:r>
              <a:rPr lang="en-US" sz="7200" dirty="0" smtClean="0">
                <a:latin typeface="Cambria" pitchFamily="18" charset="0"/>
              </a:rPr>
              <a:t> Jehovah Ray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Noho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ditranay</a:t>
            </a:r>
            <a:r>
              <a:rPr lang="en-US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Ninianay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nolavina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didy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masina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88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Tsahiviko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fahorianao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Raha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tsinjoko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adibe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Ilay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Getsemane</a:t>
            </a:r>
            <a:r>
              <a:rPr lang="en-US" sz="7200" dirty="0" smtClean="0">
                <a:latin typeface="Cambria" pitchFamily="18" charset="0"/>
              </a:rPr>
              <a:t>!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88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5. Ka </a:t>
            </a:r>
            <a:r>
              <a:rPr lang="en-US" sz="7200" dirty="0" err="1" smtClean="0">
                <a:latin typeface="Cambria" pitchFamily="18" charset="0"/>
              </a:rPr>
              <a:t>Hianao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nasiana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Ho solo </a:t>
            </a:r>
            <a:r>
              <a:rPr lang="en-US" sz="7200" dirty="0" err="1" smtClean="0">
                <a:latin typeface="Cambria" pitchFamily="18" charset="0"/>
              </a:rPr>
              <a:t>voina</a:t>
            </a:r>
            <a:r>
              <a:rPr lang="en-US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dinitrao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Tomponay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valin'otanay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88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Tsahiviko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fahorianao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Raha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tsinjoko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adibe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Ilay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Getsemane</a:t>
            </a:r>
            <a:r>
              <a:rPr lang="en-US" sz="7200" dirty="0" smtClean="0">
                <a:latin typeface="Cambria" pitchFamily="18" charset="0"/>
              </a:rPr>
              <a:t>!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88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6.Fa </a:t>
            </a:r>
            <a:r>
              <a:rPr lang="en-US" sz="7200" dirty="0" err="1" smtClean="0">
                <a:latin typeface="Cambria" pitchFamily="18" charset="0"/>
              </a:rPr>
              <a:t>sitrakao</a:t>
            </a:r>
            <a:r>
              <a:rPr lang="en-US" sz="7200" dirty="0" smtClean="0">
                <a:latin typeface="Cambria" pitchFamily="18" charset="0"/>
              </a:rPr>
              <a:t>, ho </a:t>
            </a:r>
            <a:r>
              <a:rPr lang="en-US" sz="7200" dirty="0" err="1" smtClean="0">
                <a:latin typeface="Cambria" pitchFamily="18" charset="0"/>
              </a:rPr>
              <a:t>afaka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olo-meloka</a:t>
            </a:r>
            <a:r>
              <a:rPr lang="en-US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Endrey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fitiavanao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Anay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navotanao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88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Tsahiviko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fahorianao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Raha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tsinjoko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adibe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Ilay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Getsemane</a:t>
            </a:r>
            <a:r>
              <a:rPr lang="en-US" sz="7200" dirty="0" smtClean="0">
                <a:latin typeface="Cambria" pitchFamily="18" charset="0"/>
              </a:rPr>
              <a:t>!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88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7. </a:t>
            </a:r>
            <a:r>
              <a:rPr lang="en-US" sz="7200" dirty="0" err="1" smtClean="0">
                <a:latin typeface="Cambria" pitchFamily="18" charset="0"/>
              </a:rPr>
              <a:t>Raha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mila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hangatsia-po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lzaho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Tompo</a:t>
            </a:r>
            <a:r>
              <a:rPr lang="en-US" sz="7200" dirty="0" smtClean="0">
                <a:latin typeface="Cambria" pitchFamily="18" charset="0"/>
              </a:rPr>
              <a:t> ô,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ampisaino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ahy</a:t>
            </a:r>
            <a:r>
              <a:rPr lang="en-US" sz="7200" dirty="0" smtClean="0">
                <a:latin typeface="Cambria" pitchFamily="18" charset="0"/>
              </a:rPr>
              <a:t> re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Getsemane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88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Tsahiviko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fahorianao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Raha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tsinjoko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adibe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Ilay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Getsemane</a:t>
            </a:r>
            <a:r>
              <a:rPr lang="en-US" sz="7200" dirty="0" smtClean="0">
                <a:latin typeface="Cambria" pitchFamily="18" charset="0"/>
              </a:rPr>
              <a:t>!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243</Words>
  <PresentationFormat>Affichage à l'écran (4:3)</PresentationFormat>
  <Paragraphs>70</Paragraphs>
  <Slides>14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5" baseType="lpstr">
      <vt:lpstr>Thème Office</vt:lpstr>
      <vt:lpstr>HIRA 88</vt:lpstr>
      <vt:lpstr>HIRA 88</vt:lpstr>
      <vt:lpstr>HIRA 88</vt:lpstr>
      <vt:lpstr>HIRA 88</vt:lpstr>
      <vt:lpstr>HIRA 88</vt:lpstr>
      <vt:lpstr>HIRA 88</vt:lpstr>
      <vt:lpstr>HIRA 88</vt:lpstr>
      <vt:lpstr>HIRA 88</vt:lpstr>
      <vt:lpstr>HIRA 88</vt:lpstr>
      <vt:lpstr>HIRA 88</vt:lpstr>
      <vt:lpstr>HIRA 88</vt:lpstr>
      <vt:lpstr>HIRA 88</vt:lpstr>
      <vt:lpstr>HIRA 88</vt:lpstr>
      <vt:lpstr>HIRA 88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68</dc:title>
  <dc:creator>M</dc:creator>
  <cp:lastModifiedBy>M</cp:lastModifiedBy>
  <cp:revision>15</cp:revision>
  <dcterms:created xsi:type="dcterms:W3CDTF">2012-12-08T21:27:25Z</dcterms:created>
  <dcterms:modified xsi:type="dcterms:W3CDTF">2013-08-18T03:17:12Z</dcterms:modified>
</cp:coreProperties>
</file>