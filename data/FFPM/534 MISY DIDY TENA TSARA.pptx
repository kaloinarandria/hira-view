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62" r:id="rId7"/>
    <p:sldId id="259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973" autoAdjust="0"/>
    <p:restoredTop sz="94660"/>
  </p:normalViewPr>
  <p:slideViewPr>
    <p:cSldViewPr>
      <p:cViewPr varScale="1">
        <p:scale>
          <a:sx n="59" d="100"/>
          <a:sy n="59" d="100"/>
        </p:scale>
        <p:origin x="-3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07/09/2014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1. </a:t>
            </a:r>
            <a:r>
              <a:rPr lang="en-US" sz="6000" b="1" dirty="0" err="1" smtClean="0">
                <a:latin typeface="Cambria" pitchFamily="18" charset="0"/>
              </a:rPr>
              <a:t>Misy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didy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tena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tsara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Zay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nomen’ny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Tompo</a:t>
            </a:r>
            <a:r>
              <a:rPr lang="en-US" sz="6000" b="1" dirty="0" smtClean="0">
                <a:latin typeface="Cambria" pitchFamily="18" charset="0"/>
              </a:rPr>
              <a:t> hoe :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mifankatiava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tsara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Hianareo</a:t>
            </a:r>
            <a:r>
              <a:rPr lang="en-US" sz="6000" b="1" dirty="0" smtClean="0">
                <a:latin typeface="Cambria" pitchFamily="18" charset="0"/>
              </a:rPr>
              <a:t> ‘</a:t>
            </a:r>
            <a:r>
              <a:rPr lang="en-US" sz="6000" b="1" dirty="0" err="1" smtClean="0">
                <a:latin typeface="Cambria" pitchFamily="18" charset="0"/>
              </a:rPr>
              <a:t>zay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mino</a:t>
            </a:r>
            <a:r>
              <a:rPr lang="en-US" sz="6000" b="1" dirty="0" smtClean="0">
                <a:latin typeface="Cambria" pitchFamily="18" charset="0"/>
              </a:rPr>
              <a:t> e</a:t>
            </a:r>
            <a:r>
              <a:rPr lang="en-US" sz="6000" b="1" dirty="0" smtClean="0">
                <a:latin typeface="Cambria" pitchFamily="18" charset="0"/>
              </a:rPr>
              <a:t>!</a:t>
            </a:r>
            <a:endParaRPr lang="fr-FR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   Ka </a:t>
            </a:r>
            <a:r>
              <a:rPr lang="en-US" sz="6000" b="1" dirty="0" err="1" smtClean="0">
                <a:latin typeface="Cambria" pitchFamily="18" charset="0"/>
              </a:rPr>
              <a:t>miraisa</a:t>
            </a:r>
            <a:r>
              <a:rPr lang="en-US" sz="6000" b="1" dirty="0" smtClean="0">
                <a:latin typeface="Cambria" pitchFamily="18" charset="0"/>
              </a:rPr>
              <a:t>,</a:t>
            </a:r>
            <a:endParaRPr lang="fr-FR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‘</a:t>
            </a:r>
            <a:r>
              <a:rPr lang="en-US" sz="6000" b="1" dirty="0" err="1" smtClean="0">
                <a:latin typeface="Cambria" pitchFamily="18" charset="0"/>
              </a:rPr>
              <a:t>Zao</a:t>
            </a:r>
            <a:r>
              <a:rPr lang="en-US" sz="6000" b="1" dirty="0" smtClean="0">
                <a:latin typeface="Cambria" pitchFamily="18" charset="0"/>
              </a:rPr>
              <a:t> no </a:t>
            </a:r>
            <a:r>
              <a:rPr lang="en-US" sz="6000" b="1" dirty="0" err="1" smtClean="0">
                <a:latin typeface="Cambria" pitchFamily="18" charset="0"/>
              </a:rPr>
              <a:t>didy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lehibe</a:t>
            </a:r>
            <a:endParaRPr lang="fr-FR" sz="6000" b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2. Tonga </a:t>
            </a:r>
            <a:r>
              <a:rPr lang="en-US" sz="6000" b="1" dirty="0" err="1" smtClean="0">
                <a:latin typeface="Cambria" pitchFamily="18" charset="0"/>
              </a:rPr>
              <a:t>Jeso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hanompo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hampihavana</a:t>
            </a:r>
            <a:r>
              <a:rPr lang="en-US" sz="6000" b="1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mpanaraka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Tompo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‘</a:t>
            </a:r>
            <a:r>
              <a:rPr lang="en-US" sz="6000" b="1" dirty="0" err="1" smtClean="0">
                <a:latin typeface="Cambria" pitchFamily="18" charset="0"/>
              </a:rPr>
              <a:t>Zay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tia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namana</a:t>
            </a:r>
            <a:r>
              <a:rPr lang="en-US" sz="6000" b="1" dirty="0" smtClean="0">
                <a:latin typeface="Cambria" pitchFamily="18" charset="0"/>
              </a:rPr>
              <a:t>.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500042"/>
            <a:ext cx="8501090" cy="635795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smtClean="0">
                <a:latin typeface="Cambria" pitchFamily="18" charset="0"/>
              </a:rPr>
              <a:t>     </a:t>
            </a:r>
            <a:r>
              <a:rPr lang="en-US" sz="6000" b="1" dirty="0" smtClean="0">
                <a:latin typeface="Cambria" pitchFamily="18" charset="0"/>
              </a:rPr>
              <a:t>Ka </a:t>
            </a:r>
            <a:r>
              <a:rPr lang="en-US" sz="6000" b="1" dirty="0" err="1" smtClean="0">
                <a:latin typeface="Cambria" pitchFamily="18" charset="0"/>
              </a:rPr>
              <a:t>tadiavo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‘</a:t>
            </a:r>
            <a:r>
              <a:rPr lang="en-US" sz="6000" b="1" dirty="0" err="1" smtClean="0">
                <a:latin typeface="Cambria" pitchFamily="18" charset="0"/>
              </a:rPr>
              <a:t>Zay</a:t>
            </a:r>
            <a:r>
              <a:rPr lang="en-US" sz="6000" b="1" dirty="0" smtClean="0">
                <a:latin typeface="Cambria" pitchFamily="18" charset="0"/>
              </a:rPr>
              <a:t> ho </a:t>
            </a:r>
            <a:r>
              <a:rPr lang="en-US" sz="6000" b="1" dirty="0" err="1" smtClean="0">
                <a:latin typeface="Cambria" pitchFamily="18" charset="0"/>
              </a:rPr>
              <a:t>fampiraisana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3. </a:t>
            </a:r>
            <a:r>
              <a:rPr lang="en-US" sz="6000" b="1" dirty="0" err="1" smtClean="0">
                <a:latin typeface="Cambria" pitchFamily="18" charset="0"/>
              </a:rPr>
              <a:t>Fa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iray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tokoa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loha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Dia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Jesosy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Zanaka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Endriky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Ray </a:t>
            </a:r>
            <a:r>
              <a:rPr lang="en-US" sz="6000" b="1" dirty="0" err="1" smtClean="0">
                <a:latin typeface="Cambria" pitchFamily="18" charset="0"/>
              </a:rPr>
              <a:t>Tsitoha</a:t>
            </a:r>
            <a:r>
              <a:rPr lang="en-US" sz="6000" b="1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Izay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halaina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tahaka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7224" y="500042"/>
            <a:ext cx="8286776" cy="635795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smtClean="0">
                <a:latin typeface="Cambria" pitchFamily="18" charset="0"/>
              </a:rPr>
              <a:t>   </a:t>
            </a:r>
            <a:r>
              <a:rPr lang="en-US" sz="6000" b="1" dirty="0" err="1" smtClean="0">
                <a:latin typeface="Cambria" pitchFamily="18" charset="0"/>
              </a:rPr>
              <a:t>Tsy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smtClean="0">
                <a:latin typeface="Cambria" pitchFamily="18" charset="0"/>
              </a:rPr>
              <a:t>ho </a:t>
            </a:r>
            <a:r>
              <a:rPr lang="en-US" sz="6000" b="1" dirty="0" err="1" smtClean="0">
                <a:latin typeface="Cambria" pitchFamily="18" charset="0"/>
              </a:rPr>
              <a:t>resy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Raha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miray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tafika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428628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4. </a:t>
            </a:r>
            <a:r>
              <a:rPr lang="en-US" sz="6000" b="1" dirty="0" err="1" smtClean="0">
                <a:latin typeface="Cambria" pitchFamily="18" charset="0"/>
              </a:rPr>
              <a:t>Jeso</a:t>
            </a:r>
            <a:r>
              <a:rPr lang="en-US" sz="6000" b="1" dirty="0" smtClean="0">
                <a:latin typeface="Cambria" pitchFamily="18" charset="0"/>
              </a:rPr>
              <a:t> no ‘Lay </a:t>
            </a:r>
            <a:r>
              <a:rPr lang="en-US" sz="6000" b="1" dirty="0" err="1" smtClean="0">
                <a:latin typeface="Cambria" pitchFamily="18" charset="0"/>
              </a:rPr>
              <a:t>foto-kazo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Tena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voaloboka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Ka </a:t>
            </a:r>
            <a:r>
              <a:rPr lang="en-US" sz="6000" b="1" dirty="0" err="1" smtClean="0">
                <a:latin typeface="Cambria" pitchFamily="18" charset="0"/>
              </a:rPr>
              <a:t>ny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sampana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halazo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Raha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tafasaraka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428628"/>
          </a:xfrm>
        </p:spPr>
        <p:txBody>
          <a:bodyPr>
            <a:normAutofit fontScale="90000"/>
          </a:bodyPr>
          <a:lstStyle/>
          <a:p>
            <a:r>
              <a:rPr lang="fr-FR" dirty="0" err="1" smtClean="0"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534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786" y="500042"/>
            <a:ext cx="8358214" cy="6357958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     </a:t>
            </a:r>
          </a:p>
          <a:p>
            <a:pPr>
              <a:buNone/>
            </a:pP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smtClean="0">
                <a:latin typeface="Cambria" pitchFamily="18" charset="0"/>
              </a:rPr>
              <a:t>     </a:t>
            </a:r>
            <a:r>
              <a:rPr lang="en-US" sz="6000" b="1" dirty="0" err="1" smtClean="0">
                <a:latin typeface="Cambria" pitchFamily="18" charset="0"/>
              </a:rPr>
              <a:t>Ikambano</a:t>
            </a:r>
            <a:r>
              <a:rPr lang="en-US" sz="6000" b="1" dirty="0" smtClean="0">
                <a:latin typeface="Cambria" pitchFamily="18" charset="0"/>
              </a:rPr>
              <a:t> </a:t>
            </a:r>
            <a:endParaRPr lang="en-US" sz="6000" b="1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latin typeface="Cambria" pitchFamily="18" charset="0"/>
              </a:rPr>
              <a:t>K’aza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mba</a:t>
            </a:r>
            <a:r>
              <a:rPr lang="en-US" sz="6000" b="1" dirty="0" smtClean="0">
                <a:latin typeface="Cambria" pitchFamily="18" charset="0"/>
              </a:rPr>
              <a:t> </a:t>
            </a:r>
            <a:r>
              <a:rPr lang="en-US" sz="6000" b="1" dirty="0" err="1" smtClean="0">
                <a:latin typeface="Cambria" pitchFamily="18" charset="0"/>
              </a:rPr>
              <a:t>mihataka</a:t>
            </a:r>
            <a:endParaRPr lang="en-US" sz="60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ureau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119</Words>
  <PresentationFormat>Affichage à l'écran (4:3)</PresentationFormat>
  <Paragraphs>37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534</vt:lpstr>
      <vt:lpstr>Hira 534</vt:lpstr>
      <vt:lpstr>Hira 534</vt:lpstr>
      <vt:lpstr>Hira 534</vt:lpstr>
      <vt:lpstr>Hira 534</vt:lpstr>
      <vt:lpstr>Hira 534</vt:lpstr>
      <vt:lpstr>Hira 534</vt:lpstr>
      <vt:lpstr>Hira 534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543</dc:title>
  <dc:creator>M</dc:creator>
  <cp:lastModifiedBy>M</cp:lastModifiedBy>
  <cp:revision>10</cp:revision>
  <dcterms:created xsi:type="dcterms:W3CDTF">2012-10-02T22:03:12Z</dcterms:created>
  <dcterms:modified xsi:type="dcterms:W3CDTF">2014-09-07T09:41:34Z</dcterms:modified>
</cp:coreProperties>
</file>