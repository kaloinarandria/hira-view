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79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05/05/2013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429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</a:t>
            </a:r>
            <a:r>
              <a:rPr lang="en-US" sz="6000" dirty="0" err="1" smtClean="0">
                <a:latin typeface="Cambria" pitchFamily="18" charset="0"/>
              </a:rPr>
              <a:t>Inty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olonao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 ô,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nandre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antsonao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He, </a:t>
            </a:r>
            <a:r>
              <a:rPr lang="en-US" sz="6000" dirty="0" err="1" smtClean="0">
                <a:latin typeface="Cambria" pitchFamily="18" charset="0"/>
              </a:rPr>
              <a:t>maniry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hotarihinao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Ho </a:t>
            </a:r>
            <a:r>
              <a:rPr lang="en-US" sz="6000" dirty="0" err="1" smtClean="0">
                <a:latin typeface="Cambria" pitchFamily="18" charset="0"/>
              </a:rPr>
              <a:t>akaikinao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kokoa</a:t>
            </a:r>
            <a:r>
              <a:rPr lang="en-US" sz="6000" dirty="0" smtClean="0">
                <a:latin typeface="Cambria" pitchFamily="18" charset="0"/>
              </a:rPr>
              <a:t>.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429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tariho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aho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 ô!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Eo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akaikinao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kokoa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tariho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aho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 ô!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olonao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tokoa</a:t>
            </a:r>
            <a:r>
              <a:rPr lang="en-US" sz="6000" dirty="0" smtClean="0">
                <a:latin typeface="Cambria" pitchFamily="18" charset="0"/>
              </a:rPr>
              <a:t>.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429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2. </a:t>
            </a:r>
            <a:r>
              <a:rPr lang="fr-FR" sz="6000" dirty="0" err="1" smtClean="0">
                <a:latin typeface="Cambria" pitchFamily="18" charset="0"/>
              </a:rPr>
              <a:t>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sitrako</a:t>
            </a:r>
            <a:r>
              <a:rPr lang="fr-FR" sz="6000" dirty="0" smtClean="0">
                <a:latin typeface="Cambria" pitchFamily="18" charset="0"/>
              </a:rPr>
              <a:t>, fa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sitrakao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No </a:t>
            </a:r>
            <a:r>
              <a:rPr lang="fr-FR" sz="6000" dirty="0" err="1" smtClean="0">
                <a:latin typeface="Cambria" pitchFamily="18" charset="0"/>
              </a:rPr>
              <a:t>iriko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mba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hatao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Fa </a:t>
            </a:r>
            <a:r>
              <a:rPr lang="fr-FR" sz="6000" dirty="0" err="1" smtClean="0">
                <a:latin typeface="Cambria" pitchFamily="18" charset="0"/>
              </a:rPr>
              <a:t>navotanao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mpanomponao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Ka </a:t>
            </a:r>
            <a:r>
              <a:rPr lang="fr-FR" sz="6000" dirty="0" err="1" smtClean="0">
                <a:latin typeface="Cambria" pitchFamily="18" charset="0"/>
              </a:rPr>
              <a:t>manaiky</a:t>
            </a:r>
            <a:r>
              <a:rPr lang="fr-FR" sz="6000" dirty="0" smtClean="0">
                <a:latin typeface="Cambria" pitchFamily="18" charset="0"/>
              </a:rPr>
              <a:t> ho </a:t>
            </a:r>
            <a:r>
              <a:rPr lang="fr-FR" sz="6000" dirty="0" err="1" smtClean="0">
                <a:latin typeface="Cambria" pitchFamily="18" charset="0"/>
              </a:rPr>
              <a:t>Anao</a:t>
            </a:r>
            <a:r>
              <a:rPr lang="fr-FR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429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tariho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aho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 ô!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Eo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akaikinao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kokoa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tariho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aho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 ô!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olonao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tokoa</a:t>
            </a:r>
            <a:r>
              <a:rPr lang="en-US" sz="6000" dirty="0" smtClean="0">
                <a:latin typeface="Cambria" pitchFamily="18" charset="0"/>
              </a:rPr>
              <a:t>.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429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3. </a:t>
            </a:r>
            <a:r>
              <a:rPr lang="en-US" sz="6000" dirty="0" err="1" smtClean="0">
                <a:latin typeface="Cambria" pitchFamily="18" charset="0"/>
              </a:rPr>
              <a:t>Raha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mitokana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hivavaka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miresaka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Aminao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Velombelona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fanahiko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Tafakambana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Aminao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429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tariho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aho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 ô!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Eo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akaikinao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kokoa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tariho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aho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 ô!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olonao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tokoa</a:t>
            </a:r>
            <a:r>
              <a:rPr lang="en-US" sz="6000" dirty="0" smtClean="0">
                <a:latin typeface="Cambria" pitchFamily="18" charset="0"/>
              </a:rPr>
              <a:t>.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429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71480"/>
            <a:ext cx="9144064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4. </a:t>
            </a:r>
            <a:r>
              <a:rPr lang="en-US" sz="6000" dirty="0" err="1" smtClean="0">
                <a:latin typeface="Cambria" pitchFamily="18" charset="0"/>
              </a:rPr>
              <a:t>Raha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avy</a:t>
            </a:r>
            <a:r>
              <a:rPr lang="en-US" sz="6000" dirty="0" smtClean="0">
                <a:latin typeface="Cambria" pitchFamily="18" charset="0"/>
              </a:rPr>
              <a:t> re </a:t>
            </a: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hodiako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Hody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Aminao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indray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saiko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tena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afa-po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Tonga </a:t>
            </a:r>
            <a:r>
              <a:rPr lang="en-US" sz="6000" dirty="0" err="1" smtClean="0">
                <a:latin typeface="Cambria" pitchFamily="18" charset="0"/>
              </a:rPr>
              <a:t>ao</a:t>
            </a:r>
            <a:r>
              <a:rPr lang="en-US" sz="6000" dirty="0" smtClean="0">
                <a:latin typeface="Cambria" pitchFamily="18" charset="0"/>
              </a:rPr>
              <a:t> an-</a:t>
            </a:r>
            <a:r>
              <a:rPr lang="en-US" sz="6000" dirty="0" err="1" smtClean="0">
                <a:latin typeface="Cambria" pitchFamily="18" charset="0"/>
              </a:rPr>
              <a:t>tranon</a:t>
            </a:r>
            <a:r>
              <a:rPr lang="en-US" sz="6000" dirty="0" smtClean="0">
                <a:latin typeface="Cambria" pitchFamily="18" charset="0"/>
              </a:rPr>
              <a:t>-</a:t>
            </a:r>
            <a:r>
              <a:rPr lang="en-US" sz="6000" dirty="0" err="1" smtClean="0">
                <a:latin typeface="Cambria" pitchFamily="18" charset="0"/>
              </a:rPr>
              <a:t>dRay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429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tariho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aho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 ô!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Eo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akaikinao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kokoa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tariho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aho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 ô!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olonao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tokoa</a:t>
            </a:r>
            <a:r>
              <a:rPr lang="en-US" sz="6000" dirty="0" smtClean="0">
                <a:latin typeface="Cambria" pitchFamily="18" charset="0"/>
              </a:rPr>
              <a:t>.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202</Words>
  <PresentationFormat>Affichage à l'écran (4:3)</PresentationFormat>
  <Paragraphs>41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429</vt:lpstr>
      <vt:lpstr>HIRA 429</vt:lpstr>
      <vt:lpstr>HIRA 429</vt:lpstr>
      <vt:lpstr>HIRA 429</vt:lpstr>
      <vt:lpstr>HIRA 429</vt:lpstr>
      <vt:lpstr>HIRA 429</vt:lpstr>
      <vt:lpstr>HIRA 429</vt:lpstr>
      <vt:lpstr>HIRA 429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428</dc:title>
  <dc:creator>M</dc:creator>
  <cp:lastModifiedBy>M</cp:lastModifiedBy>
  <cp:revision>3</cp:revision>
  <dcterms:created xsi:type="dcterms:W3CDTF">2012-12-08T21:12:16Z</dcterms:created>
  <dcterms:modified xsi:type="dcterms:W3CDTF">2013-05-05T18:11:49Z</dcterms:modified>
</cp:coreProperties>
</file>