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427" autoAdjust="0"/>
    <p:restoredTop sz="94660"/>
  </p:normalViewPr>
  <p:slideViewPr>
    <p:cSldViewPr>
      <p:cViewPr varScale="1">
        <p:scale>
          <a:sx n="59" d="100"/>
          <a:sy n="59" d="100"/>
        </p:scale>
        <p:origin x="-8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Ray 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akaikinao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Bebe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kokoa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Izay, re, no hirako,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Mandrapahafatiko;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:,: Akaikinao:,: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2. Raha mba sarotra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Ny diako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Ka zary maizina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Ny làlako,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Ry Ray! Akaikinao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No tian'ny zanakao: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:,: Akaikinao</a:t>
            </a:r>
            <a:r>
              <a:rPr lang="fi-FI" sz="6600" dirty="0" smtClean="0">
                <a:latin typeface="Cambria" pitchFamily="18" charset="0"/>
              </a:rPr>
              <a:t>:,: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3. Ao no hiseho re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Ny tohatra,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Mba </a:t>
            </a:r>
            <a:r>
              <a:rPr lang="fi-FI" sz="6600" dirty="0" smtClean="0">
                <a:latin typeface="Cambria" pitchFamily="18" charset="0"/>
              </a:rPr>
              <a:t>hanatonako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Ny lanitra,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Anjely miantso ahy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Akaikinao, ry Ray!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:,: Akaikinao:,: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4. Ny fahoriana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Sy loza koa,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Raha eo anilanao, </a:t>
            </a:r>
          </a:p>
          <a:p>
            <a:pPr marL="1143000" indent="-1143000">
              <a:buNone/>
            </a:pPr>
            <a:r>
              <a:rPr lang="fi-FI" sz="6600" dirty="0" smtClean="0">
                <a:latin typeface="Cambria" pitchFamily="18" charset="0"/>
              </a:rPr>
              <a:t>Dia mody soa,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Ka dia tano aho 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Ho ao akaikinao: 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:,: Akaikinao:,: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5. Na dia hilentika 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Ny androko, 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Ary izao hita izao 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Hilaozako,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478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Mbola ho hirako, 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Ry Andriamanitro! </a:t>
            </a:r>
          </a:p>
          <a:p>
            <a:pPr marL="1143000" indent="-1143000">
              <a:buNone/>
            </a:pPr>
            <a:r>
              <a:rPr lang="pt-BR" sz="6600" smtClean="0">
                <a:latin typeface="Cambria" pitchFamily="18" charset="0"/>
              </a:rPr>
              <a:t>:,: Akaikinao:,: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148</Words>
  <PresentationFormat>Affichage à l'écran (4:3)</PresentationFormat>
  <Paragraphs>45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478</vt:lpstr>
      <vt:lpstr>Hira 478</vt:lpstr>
      <vt:lpstr>Hira 478</vt:lpstr>
      <vt:lpstr>Hira 478</vt:lpstr>
      <vt:lpstr>Hira 478</vt:lpstr>
      <vt:lpstr>Hira 478</vt:lpstr>
      <vt:lpstr>Hira 478</vt:lpstr>
      <vt:lpstr>Hira 478</vt:lpstr>
      <vt:lpstr>Hira 478</vt:lpstr>
      <vt:lpstr>Hira 478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M</cp:lastModifiedBy>
  <cp:revision>7</cp:revision>
  <dcterms:created xsi:type="dcterms:W3CDTF">2012-10-02T21:16:57Z</dcterms:created>
  <dcterms:modified xsi:type="dcterms:W3CDTF">2013-01-18T17:34:20Z</dcterms:modified>
</cp:coreProperties>
</file>