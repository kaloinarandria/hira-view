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548" autoAdjust="0"/>
    <p:restoredTop sz="94660"/>
  </p:normalViewPr>
  <p:slideViewPr>
    <p:cSldViewPr>
      <p:cViewPr varScale="1">
        <p:scale>
          <a:sx n="50" d="100"/>
          <a:sy n="50" d="100"/>
        </p:scale>
        <p:origin x="-96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50509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mitady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Fihavanana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manambitamby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Hanatonanao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Sao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manjary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fandatsana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fifonana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mihavana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hafanana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mangoraka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Manatòna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Sao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mangatsiaka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miverena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ankehitriny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3. Sao ity no toriteny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Fara-fanasana anao;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Sao anio no fotoana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Fara-ahavelomanao;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Ka aza mba misalasala,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Sao manjary neninao,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Raha tsy mety mahalala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Izao fotoana mety izao.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3188" y="642918"/>
            <a:ext cx="8719406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4. Indrisy! be ny fahotako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Be ny ratsy vitako;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Sao tsy raisin'ny Mpamonjy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Ny mpanota tahaka </a:t>
            </a: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pt-BR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Miverena, fa ny rany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Ampy hahadio anao;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Manatòna hosasany </a:t>
            </a:r>
          </a:p>
          <a:p>
            <a:pPr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Izao ankehitriny izao.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148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354</vt:lpstr>
      <vt:lpstr>HIRA 354</vt:lpstr>
      <vt:lpstr>HIRA 354</vt:lpstr>
      <vt:lpstr>HIRA 354</vt:lpstr>
      <vt:lpstr>HIRA 354</vt:lpstr>
      <vt:lpstr>HIRA 354</vt:lpstr>
      <vt:lpstr>HIRA 354</vt:lpstr>
      <vt:lpstr>HIRA 354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439: 1, 3</dc:title>
  <dc:creator>M</dc:creator>
  <cp:lastModifiedBy>M</cp:lastModifiedBy>
  <cp:revision>5</cp:revision>
  <dcterms:created xsi:type="dcterms:W3CDTF">2012-10-03T07:37:40Z</dcterms:created>
  <dcterms:modified xsi:type="dcterms:W3CDTF">2014-09-06T18:48:40Z</dcterms:modified>
</cp:coreProperties>
</file>