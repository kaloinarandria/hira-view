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2" r:id="rId5"/>
    <p:sldId id="260" r:id="rId6"/>
    <p:sldId id="263" r:id="rId7"/>
    <p:sldId id="259" r:id="rId8"/>
    <p:sldId id="264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1239" autoAdjust="0"/>
    <p:restoredTop sz="94660"/>
  </p:normalViewPr>
  <p:slideViewPr>
    <p:cSldViewPr>
      <p:cViewPr varScale="1">
        <p:scale>
          <a:sx n="58" d="100"/>
          <a:sy n="58" d="100"/>
        </p:scale>
        <p:origin x="-19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248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Nitondra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reny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Salema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hotahin'i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Kristy be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indrafo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248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Nolavin'ny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mpianatra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Nefa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hoy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hoe: 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"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Avelao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hanatona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“ </a:t>
            </a:r>
            <a:endParaRPr lang="fr-FR" sz="72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248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921550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tiako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Mpiandry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zanak'ondry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ka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mandà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248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714356"/>
            <a:ext cx="8715404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manatona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Hotahiko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e: 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"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Avelao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hanatona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"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248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785794"/>
            <a:ext cx="850109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Endrey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mahagaga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fiantran'i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Kristy, 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indro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zazakely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asiany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248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785794"/>
            <a:ext cx="871540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manatona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Mpiandry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Zanak'ondry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ka 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"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Avelao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hanatona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" 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248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Mampanatona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zazakely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tafavory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eto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248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mandrara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to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 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"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Avelao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hanatona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"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149</Words>
  <PresentationFormat>Affichage à l'écran (4:3)</PresentationFormat>
  <Paragraphs>29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248</vt:lpstr>
      <vt:lpstr>HIRA 248</vt:lpstr>
      <vt:lpstr>HIRA 248</vt:lpstr>
      <vt:lpstr>HIRA 248</vt:lpstr>
      <vt:lpstr>HIRA 248</vt:lpstr>
      <vt:lpstr>HIRA 248</vt:lpstr>
      <vt:lpstr>HIRA 248</vt:lpstr>
      <vt:lpstr>HIRA 248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248: 1</dc:title>
  <dc:creator>M</dc:creator>
  <cp:lastModifiedBy>M</cp:lastModifiedBy>
  <cp:revision>6</cp:revision>
  <dcterms:created xsi:type="dcterms:W3CDTF">2012-10-02T21:22:47Z</dcterms:created>
  <dcterms:modified xsi:type="dcterms:W3CDTF">2014-06-01T19:57:55Z</dcterms:modified>
</cp:coreProperties>
</file>