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82" r:id="rId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23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20/05/2017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20/05/2017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20/05/2017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20/05/2017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20/05/2017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20/05/2017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20/05/2017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20/05/2017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20/05/2017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20/05/2017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20/05/2017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20/05/2017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312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1268760"/>
            <a:ext cx="8858280" cy="5929330"/>
          </a:xfrm>
        </p:spPr>
        <p:txBody>
          <a:bodyPr>
            <a:noAutofit/>
          </a:bodyPr>
          <a:lstStyle/>
          <a:p>
            <a:pPr marL="1143000" indent="-1143000">
              <a:buAutoNum type="arabicPeriod"/>
            </a:pP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Mitoera</a:t>
            </a:r>
            <a:r>
              <a:rPr lang="fr-FR" sz="5400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, </a:t>
            </a: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ry</a:t>
            </a:r>
            <a:r>
              <a:rPr lang="fr-FR" sz="5400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Jesosy</a:t>
            </a:r>
            <a:r>
              <a:rPr lang="fr-FR" sz="5400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!</a:t>
            </a:r>
            <a:endParaRPr lang="fr-FR" sz="5400" b="1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Ao</a:t>
            </a:r>
            <a:r>
              <a:rPr lang="fr-FR" sz="5400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an-</a:t>
            </a: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tanimbolinao</a:t>
            </a:r>
            <a:r>
              <a:rPr lang="fr-FR" sz="5400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,</a:t>
            </a:r>
          </a:p>
          <a:p>
            <a:pPr marL="0" indent="0">
              <a:buNone/>
            </a:pPr>
            <a:r>
              <a:rPr lang="fr-FR" sz="5400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Ka </a:t>
            </a: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amboary</a:t>
            </a:r>
            <a:r>
              <a:rPr lang="fr-FR" sz="5400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‘</a:t>
            </a: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zao</a:t>
            </a:r>
            <a:r>
              <a:rPr lang="fr-FR" sz="5400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ny</a:t>
            </a:r>
            <a:r>
              <a:rPr lang="fr-FR" sz="5400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voly</a:t>
            </a:r>
            <a:endParaRPr lang="fr-FR" sz="5400" b="1" dirty="0" smtClean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Mba</a:t>
            </a:r>
            <a:r>
              <a:rPr lang="fr-FR" sz="5400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hitombo</a:t>
            </a:r>
            <a:r>
              <a:rPr lang="fr-FR" sz="5400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sy</a:t>
            </a:r>
            <a:r>
              <a:rPr lang="fr-FR" sz="5400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hamoa</a:t>
            </a:r>
            <a:endParaRPr lang="fr-FR" sz="5400" b="1" dirty="0" smtClean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Tomoera</a:t>
            </a:r>
            <a:r>
              <a:rPr lang="fr-FR" sz="5400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iasao</a:t>
            </a:r>
            <a:r>
              <a:rPr lang="fr-FR" sz="5400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ny</a:t>
            </a:r>
            <a:r>
              <a:rPr lang="fr-FR" sz="5400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Nosinay</a:t>
            </a:r>
            <a:endParaRPr lang="fr-FR" sz="5400" b="1" dirty="0" smtClean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312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692696"/>
            <a:ext cx="8858280" cy="59293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5400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5 </a:t>
            </a:r>
            <a:r>
              <a:rPr lang="fr-FR" sz="5400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o! </a:t>
            </a: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Jesosy</a:t>
            </a:r>
            <a:r>
              <a:rPr lang="fr-FR" sz="5400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feno</a:t>
            </a:r>
            <a:r>
              <a:rPr lang="fr-FR" sz="5400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antra</a:t>
            </a:r>
            <a:r>
              <a:rPr lang="fr-FR" sz="5400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!</a:t>
            </a:r>
          </a:p>
          <a:p>
            <a:pPr marL="0" indent="0">
              <a:buNone/>
            </a:pPr>
            <a:r>
              <a:rPr lang="fr-FR" sz="5400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Dera, </a:t>
            </a: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laza</a:t>
            </a:r>
            <a:r>
              <a:rPr lang="fr-FR" sz="5400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ho </a:t>
            </a: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Anao</a:t>
            </a:r>
            <a:endParaRPr lang="fr-FR" sz="5400" b="1" dirty="0" smtClean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Ny</a:t>
            </a:r>
            <a:r>
              <a:rPr lang="fr-FR" sz="5400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lohalika</a:t>
            </a:r>
            <a:r>
              <a:rPr lang="fr-FR" sz="5400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rehetra</a:t>
            </a:r>
            <a:endParaRPr lang="fr-FR" sz="5400" b="1" dirty="0" smtClean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Handohalika</a:t>
            </a:r>
            <a:r>
              <a:rPr lang="fr-FR" sz="5400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aminao</a:t>
            </a:r>
            <a:r>
              <a:rPr lang="fr-FR" sz="5400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Mitoera</a:t>
            </a:r>
            <a:r>
              <a:rPr lang="fr-FR" sz="5400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, </a:t>
            </a:r>
          </a:p>
          <a:p>
            <a:pPr marL="0" indent="0">
              <a:buNone/>
            </a:pPr>
            <a:r>
              <a:rPr lang="fr-FR" sz="5400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Fa </a:t>
            </a: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anao</a:t>
            </a:r>
            <a:r>
              <a:rPr lang="fr-FR" sz="5400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ny</a:t>
            </a:r>
            <a:r>
              <a:rPr lang="fr-FR" sz="5400" b="1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fr-FR" sz="5400" b="1" dirty="0" err="1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Nosinay</a:t>
            </a:r>
            <a:endParaRPr lang="fr-FR" sz="5400" b="1" dirty="0" smtClean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44072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50</Words>
  <Application>Microsoft Office PowerPoint</Application>
  <PresentationFormat>Affichage à l'écran (4:3)</PresentationFormat>
  <Paragraphs>13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Tahoma</vt:lpstr>
      <vt:lpstr>Thème Office</vt:lpstr>
      <vt:lpstr>HIRA 312</vt:lpstr>
      <vt:lpstr>HIRA 312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298</dc:title>
  <dc:creator>M</dc:creator>
  <cp:lastModifiedBy>c060</cp:lastModifiedBy>
  <cp:revision>5</cp:revision>
  <dcterms:created xsi:type="dcterms:W3CDTF">2012-11-04T17:25:30Z</dcterms:created>
  <dcterms:modified xsi:type="dcterms:W3CDTF">2017-05-20T08:39:57Z</dcterms:modified>
</cp:coreProperties>
</file>