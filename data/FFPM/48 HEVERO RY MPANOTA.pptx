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Hevero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 ô,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fitsarana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Hiverina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Hamaly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fahotana</a:t>
            </a:r>
            <a:r>
              <a:rPr lang="en-US" sz="6600" dirty="0" smtClean="0">
                <a:latin typeface="Cambria" pitchFamily="18" charset="0"/>
              </a:rPr>
              <a:t>;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hahorana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hodorana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Trompetra</a:t>
            </a:r>
            <a:r>
              <a:rPr lang="en-US" sz="6600" dirty="0" smtClean="0">
                <a:latin typeface="Cambria" pitchFamily="18" charset="0"/>
              </a:rPr>
              <a:t> no ho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Hotsofin'ny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anjely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Hisokatra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Hivory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niely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hatsangana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hakarina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Hanatrika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3. Ny boky hovelarina,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Fa io no manambara 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Ny asa izay miafina, 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Handraisana anjara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mihevitra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Hahazo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mihodivitra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fantatry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4. Ry Tompo ô! Hazoninay 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Ny tenim-panekena, 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Ka mba arovy izahay </a:t>
            </a:r>
          </a:p>
          <a:p>
            <a:pPr marL="996696" indent="-914400">
              <a:buNone/>
            </a:pPr>
            <a:r>
              <a:rPr lang="it-IT" sz="6600" dirty="0" smtClean="0">
                <a:latin typeface="Cambria" pitchFamily="18" charset="0"/>
              </a:rPr>
              <a:t>Hitana famonjena: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Fanahinao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tokinay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fitsarana</a:t>
            </a:r>
            <a:r>
              <a:rPr lang="en-US" sz="660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135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48</vt:lpstr>
      <vt:lpstr>Hira 48</vt:lpstr>
      <vt:lpstr>Hira 48</vt:lpstr>
      <vt:lpstr>Hira 48</vt:lpstr>
      <vt:lpstr>Hira 48</vt:lpstr>
      <vt:lpstr>Hira 48</vt:lpstr>
      <vt:lpstr>Hira 48</vt:lpstr>
      <vt:lpstr>Hira 48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16</cp:revision>
  <dcterms:created xsi:type="dcterms:W3CDTF">2012-10-02T21:52:07Z</dcterms:created>
  <dcterms:modified xsi:type="dcterms:W3CDTF">2013-07-02T10:16:15Z</dcterms:modified>
</cp:coreProperties>
</file>