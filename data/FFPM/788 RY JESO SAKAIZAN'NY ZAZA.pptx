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Sakaizan'ny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Kanefa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malaza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anaranao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eto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:,: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saotra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dera</a:t>
            </a:r>
            <a:r>
              <a:rPr lang="es-ES" sz="6600" dirty="0" smtClean="0">
                <a:latin typeface="Cambria" pitchFamily="18" charset="0"/>
              </a:rPr>
              <a:t> aman-daza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atolotray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2. </a:t>
            </a: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malemy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fanahy</a:t>
            </a:r>
            <a:r>
              <a:rPr lang="es-E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Manatona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manahy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zaza </a:t>
            </a:r>
            <a:r>
              <a:rPr lang="es-ES" sz="6600" dirty="0" err="1" smtClean="0">
                <a:latin typeface="Cambria" pitchFamily="18" charset="0"/>
              </a:rPr>
              <a:t>mivory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aty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Ekeo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mponina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ary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:,: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saotra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dera</a:t>
            </a:r>
            <a:r>
              <a:rPr lang="es-ES" sz="6600" dirty="0" smtClean="0">
                <a:latin typeface="Cambria" pitchFamily="18" charset="0"/>
              </a:rPr>
              <a:t> aman-daza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atolotray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3. </a:t>
            </a:r>
            <a:r>
              <a:rPr lang="es-ES" sz="6600" dirty="0" err="1" smtClean="0">
                <a:latin typeface="Cambria" pitchFamily="18" charset="0"/>
              </a:rPr>
              <a:t>Fahiny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Hianao</a:t>
            </a:r>
            <a:r>
              <a:rPr lang="es-ES" sz="6600" dirty="0" smtClean="0">
                <a:latin typeface="Cambria" pitchFamily="18" charset="0"/>
              </a:rPr>
              <a:t> tonga teto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Nanala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rofy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sento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Avia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mitahy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anay</a:t>
            </a:r>
            <a:r>
              <a:rPr lang="es-E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Matoky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izahay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:,: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saotra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dera</a:t>
            </a:r>
            <a:r>
              <a:rPr lang="es-ES" sz="6600" dirty="0" smtClean="0">
                <a:latin typeface="Cambria" pitchFamily="18" charset="0"/>
              </a:rPr>
              <a:t> aman-daza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atolotray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4. </a:t>
            </a: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Mpamonjy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Zoky</a:t>
            </a:r>
            <a:r>
              <a:rPr lang="es-E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ampy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Mifaly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manana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Arovy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ka</a:t>
            </a:r>
            <a:r>
              <a:rPr lang="es-ES" sz="6600" dirty="0" smtClean="0">
                <a:latin typeface="Cambria" pitchFamily="18" charset="0"/>
              </a:rPr>
              <a:t> aza </a:t>
            </a:r>
            <a:r>
              <a:rPr lang="es-ES" sz="6600" dirty="0" err="1" smtClean="0">
                <a:latin typeface="Cambria" pitchFamily="18" charset="0"/>
              </a:rPr>
              <a:t>mandao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788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:,: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saotra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dera</a:t>
            </a:r>
            <a:r>
              <a:rPr lang="es-ES" sz="6600" dirty="0" smtClean="0">
                <a:latin typeface="Cambria" pitchFamily="18" charset="0"/>
              </a:rPr>
              <a:t> aman-daza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No </a:t>
            </a:r>
            <a:r>
              <a:rPr lang="es-ES" sz="6600" dirty="0" err="1" smtClean="0">
                <a:latin typeface="Cambria" pitchFamily="18" charset="0"/>
              </a:rPr>
              <a:t>atolotray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.:,: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152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788</vt:lpstr>
      <vt:lpstr>HIRA 788</vt:lpstr>
      <vt:lpstr>HIRA 788</vt:lpstr>
      <vt:lpstr>HIRA 788</vt:lpstr>
      <vt:lpstr>HIRA 788</vt:lpstr>
      <vt:lpstr>HIRA 788</vt:lpstr>
      <vt:lpstr>HIRA 788</vt:lpstr>
      <vt:lpstr>HIRA 788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18</cp:revision>
  <dcterms:created xsi:type="dcterms:W3CDTF">2012-12-02T01:28:21Z</dcterms:created>
  <dcterms:modified xsi:type="dcterms:W3CDTF">2012-12-28T19:54:34Z</dcterms:modified>
</cp:coreProperties>
</file>