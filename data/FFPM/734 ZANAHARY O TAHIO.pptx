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862" autoAdjust="0"/>
    <p:restoredTop sz="94660"/>
  </p:normalViewPr>
  <p:slideViewPr>
    <p:cSldViewPr>
      <p:cViewPr varScale="1">
        <p:scale>
          <a:sx n="61" d="100"/>
          <a:sy n="61" d="100"/>
        </p:scale>
        <p:origin x="-4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Zanahary</a:t>
            </a:r>
            <a:r>
              <a:rPr lang="fr-FR" sz="6600" dirty="0" smtClean="0">
                <a:latin typeface="Cambria" pitchFamily="18" charset="0"/>
              </a:rPr>
              <a:t> ô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tanindrazanay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Handroso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lalandava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fahizay</a:t>
            </a:r>
            <a:r>
              <a:rPr lang="fr-FR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miray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ho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Madagasikaranay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mpitondra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Arovy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lalandava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Tolory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hendry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Kinga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mahay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642918"/>
            <a:ext cx="957262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marina </a:t>
            </a:r>
            <a:r>
              <a:rPr lang="fr-FR" sz="6600" dirty="0" err="1" smtClean="0">
                <a:latin typeface="Cambria" pitchFamily="18" charset="0"/>
              </a:rPr>
              <a:t>anie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ho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Madagasikaranay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642918"/>
            <a:ext cx="957262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taranakay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tahio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vanona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solofo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Dimby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rahatrizay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734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908" y="642918"/>
            <a:ext cx="957262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mahatoky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Feno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fahendrena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ho </a:t>
            </a:r>
            <a:r>
              <a:rPr lang="fr-FR" sz="6600" dirty="0" err="1" smtClean="0">
                <a:latin typeface="Cambria" pitchFamily="18" charset="0"/>
              </a:rPr>
              <a:t>tany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sambatra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Madagasikaranay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107</Words>
  <PresentationFormat>Affichage à l'écran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734</vt:lpstr>
      <vt:lpstr>HIRA 734</vt:lpstr>
      <vt:lpstr>HIRA 734</vt:lpstr>
      <vt:lpstr>HIRA 734</vt:lpstr>
      <vt:lpstr>HIRA 734</vt:lpstr>
      <vt:lpstr>HIRA 734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16</cp:revision>
  <dcterms:created xsi:type="dcterms:W3CDTF">2012-12-02T01:28:21Z</dcterms:created>
  <dcterms:modified xsi:type="dcterms:W3CDTF">2013-05-20T16:05:49Z</dcterms:modified>
</cp:coreProperties>
</file>