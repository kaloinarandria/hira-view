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0" r:id="rId2"/>
    <p:sldId id="271" r:id="rId3"/>
    <p:sldId id="272" r:id="rId4"/>
    <p:sldId id="273" r:id="rId5"/>
    <p:sldId id="274" r:id="rId6"/>
    <p:sldId id="27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6FD8E-854D-42C7-BCF1-55EE69E1011B}" type="datetimeFigureOut">
              <a:rPr lang="fr-FR" smtClean="0"/>
              <a:pPr/>
              <a:t>24/07/2013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2A3CF-86CD-4070-BE7A-ED1D185D7FB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908" y="857232"/>
            <a:ext cx="964409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1. Lasa ny Mpanavotsika,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Ao an-danitra ary,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Mba hanoman-trano tsara, 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Hitoerantsika ao.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571612"/>
            <a:ext cx="8501122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Mifalia,:,: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Ho tafiditra ao tokoa.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142908" y="857232"/>
            <a:ext cx="964409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2. Lasa ny Mpisorontsika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Ao an-danitra ary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Ho Mpisolo vava koa</a:t>
            </a:r>
          </a:p>
          <a:p>
            <a:pPr>
              <a:buNone/>
            </a:pPr>
            <a:r>
              <a:rPr lang="sv-SE" sz="7000" dirty="0" smtClean="0">
                <a:latin typeface="Cambria" pitchFamily="18" charset="0"/>
              </a:rPr>
              <a:t>Ho an'olo-marobe.</a:t>
            </a:r>
          </a:p>
          <a:p>
            <a:pPr>
              <a:buNone/>
            </a:pPr>
            <a:endParaRPr lang="sv-SE" sz="7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571612"/>
            <a:ext cx="8501122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Matokia,:,: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Tsy ho very Hianao.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-214346" y="1000108"/>
            <a:ext cx="992988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3. Lasa ny Mpanjakantsika</a:t>
            </a:r>
          </a:p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Ao an-danitra ary,</a:t>
            </a:r>
          </a:p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Mba handray ny fanjakana</a:t>
            </a:r>
          </a:p>
          <a:p>
            <a:pPr>
              <a:buNone/>
            </a:pPr>
            <a:r>
              <a:rPr lang="sv-SE" sz="6600" dirty="0" smtClean="0">
                <a:latin typeface="Cambria" pitchFamily="18" charset="0"/>
              </a:rPr>
              <a:t>Mety ho anjarany.,,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5400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 </a:t>
            </a:r>
            <a:r>
              <a:rPr lang="fr-FR" sz="5400" b="1" dirty="0" smtClean="0">
                <a:solidFill>
                  <a:srgbClr val="0070C0"/>
                </a:solidFill>
                <a:latin typeface="Cambria" pitchFamily="18" charset="0"/>
              </a:rPr>
              <a:t>147</a:t>
            </a:r>
            <a:endParaRPr lang="fr-FR" sz="54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158" y="1571612"/>
            <a:ext cx="8501122" cy="5286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:,: Mihobia,:,: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Asandrato re ny feo.</a:t>
            </a:r>
          </a:p>
          <a:p>
            <a:pPr>
              <a:buNone/>
            </a:pPr>
            <a:r>
              <a:rPr lang="sv-SE" sz="7200" dirty="0" smtClean="0">
                <a:latin typeface="Cambria" pitchFamily="18" charset="0"/>
              </a:rPr>
              <a:t>Asandrato re ny feo.</a:t>
            </a:r>
            <a:endParaRPr lang="sv-SE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90</Words>
  <PresentationFormat>Affichage à l'écran (4:3)</PresentationFormat>
  <Paragraphs>25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147</vt:lpstr>
      <vt:lpstr>Hira 147</vt:lpstr>
      <vt:lpstr>Hira 147</vt:lpstr>
      <vt:lpstr>Hira 147</vt:lpstr>
      <vt:lpstr>Hira 147</vt:lpstr>
      <vt:lpstr>Hira 147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141</dc:title>
  <dc:creator>M</dc:creator>
  <cp:lastModifiedBy>M</cp:lastModifiedBy>
  <cp:revision>7</cp:revision>
  <dcterms:created xsi:type="dcterms:W3CDTF">2012-11-04T17:23:48Z</dcterms:created>
  <dcterms:modified xsi:type="dcterms:W3CDTF">2013-07-24T18:32:44Z</dcterms:modified>
</cp:coreProperties>
</file>