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72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506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06" y="714356"/>
            <a:ext cx="9501254" cy="607220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miadana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afa-po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monina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hahazo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506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071678"/>
            <a:ext cx="8929718" cy="478632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irio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hananana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an'i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506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nalatsany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506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071678"/>
            <a:ext cx="8929718" cy="478632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irio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hananana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an'i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506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786974" cy="607220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hanaraka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Mpanafaka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fantatro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hatramin‘izao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506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071678"/>
            <a:ext cx="8929718" cy="478632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irio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hananana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an'i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113</Words>
  <PresentationFormat>Affichage à l'écran (4:3)</PresentationFormat>
  <Paragraphs>27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506</vt:lpstr>
      <vt:lpstr>HIRA 506</vt:lpstr>
      <vt:lpstr>HIRA 506</vt:lpstr>
      <vt:lpstr>HIRA 506</vt:lpstr>
      <vt:lpstr>HIRA 506</vt:lpstr>
      <vt:lpstr>HIRA 506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6</cp:revision>
  <dcterms:created xsi:type="dcterms:W3CDTF">2012-12-02T11:05:16Z</dcterms:created>
  <dcterms:modified xsi:type="dcterms:W3CDTF">2014-10-26T10:36:27Z</dcterms:modified>
</cp:coreProperties>
</file>