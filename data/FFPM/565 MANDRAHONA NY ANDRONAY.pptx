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Mandrahona ny andronay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raiki-tahotra </a:t>
            </a:r>
            <a:r>
              <a:rPr lang="fi-FI" sz="6600" dirty="0" smtClean="0">
                <a:latin typeface="Cambria" pitchFamily="18" charset="0"/>
              </a:rPr>
              <a:t>izahay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Avia, manampia anay 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Tompo ô! Vonjeo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Ny teninao no tokinay,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herinao no </a:t>
            </a:r>
            <a:r>
              <a:rPr lang="fi-FI" sz="6600" dirty="0" smtClean="0">
                <a:latin typeface="Cambria" pitchFamily="18" charset="0"/>
              </a:rPr>
              <a:t>tanjakay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Afaho loza izahay :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Tompo ô! Vonjeo!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Fa misy ifaharanay,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toky be no azonay 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Hianao no iankinanay: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Tompo ô! Vonjeo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565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Noho ny nahaterahanao,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Noho </a:t>
            </a:r>
            <a:r>
              <a:rPr lang="fi-FI" sz="6600" smtClean="0">
                <a:latin typeface="Cambria" pitchFamily="18" charset="0"/>
              </a:rPr>
              <a:t>ny </a:t>
            </a:r>
            <a:r>
              <a:rPr lang="fi-FI" sz="6600" smtClean="0">
                <a:latin typeface="Cambria" pitchFamily="18" charset="0"/>
              </a:rPr>
              <a:t>nahafatesanao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Sy noho ny fifonanao :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Tompo ô! Vonjeo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87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565</vt:lpstr>
      <vt:lpstr>HIRA 565</vt:lpstr>
      <vt:lpstr>HIRA 565</vt:lpstr>
      <vt:lpstr>HIRA 565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4</cp:revision>
  <dcterms:created xsi:type="dcterms:W3CDTF">2012-12-08T21:04:49Z</dcterms:created>
  <dcterms:modified xsi:type="dcterms:W3CDTF">2013-10-16T16:26:37Z</dcterms:modified>
</cp:coreProperties>
</file>