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515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lova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mpanota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voavotrao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fonenana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Amboarinao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Hanefanao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teninao</a:t>
            </a:r>
            <a:r>
              <a:rPr lang="en-US" sz="60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515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izoran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dianay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Trano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hipetrahanay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515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lalana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vahiny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tarihinao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manjo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kivy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tohanan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herinao</a:t>
            </a:r>
            <a:r>
              <a:rPr lang="en-US" sz="60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515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izoran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dianay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Trano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hipetrahanay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515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vatsy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mpandeha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fahananao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Mofon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Iveloman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515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amin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izoran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dianay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Trano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hipetrahanay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166</Words>
  <PresentationFormat>Affichage à l'écran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515</vt:lpstr>
      <vt:lpstr>HIRA 515</vt:lpstr>
      <vt:lpstr>HIRA 515</vt:lpstr>
      <vt:lpstr>HIRA 515</vt:lpstr>
      <vt:lpstr>HIRA 515</vt:lpstr>
      <vt:lpstr>HIRA 515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8</cp:revision>
  <dcterms:created xsi:type="dcterms:W3CDTF">2012-12-02T11:05:16Z</dcterms:created>
  <dcterms:modified xsi:type="dcterms:W3CDTF">2013-05-05T18:24:23Z</dcterms:modified>
</cp:coreProperties>
</file>