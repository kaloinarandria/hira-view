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ampio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navotanao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mikasa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Hitanao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tarihonao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manolo-tena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hiasa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maniry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manantena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Hitanao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tarihonao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Tianay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hiara-dia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tantano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hania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alehanay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Hitanao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tarihonao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100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278 </vt:lpstr>
      <vt:lpstr>HIRA 278 </vt:lpstr>
      <vt:lpstr>HIRA 278 </vt:lpstr>
      <vt:lpstr>HIRA 278 </vt:lpstr>
      <vt:lpstr>HIRA 278 </vt:lpstr>
      <vt:lpstr>HIRA 278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6</cp:revision>
  <dcterms:created xsi:type="dcterms:W3CDTF">2012-10-03T08:01:55Z</dcterms:created>
  <dcterms:modified xsi:type="dcterms:W3CDTF">2014-09-14T10:08:34Z</dcterms:modified>
</cp:coreProperties>
</file>