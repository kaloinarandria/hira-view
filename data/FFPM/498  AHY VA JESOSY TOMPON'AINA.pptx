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52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20/09/2014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20/09/2014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20/09/2014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20/09/2014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498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</a:t>
            </a:r>
            <a:r>
              <a:rPr lang="en-US" sz="6000" dirty="0" err="1" smtClean="0">
                <a:latin typeface="Cambria" pitchFamily="18" charset="0"/>
              </a:rPr>
              <a:t>Ahy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Jesosy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Tompon'aina</a:t>
            </a:r>
            <a:r>
              <a:rPr lang="en-US" sz="6000" dirty="0" smtClean="0">
                <a:latin typeface="Cambria" pitchFamily="18" charset="0"/>
              </a:rPr>
              <a:t>? 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Moa </a:t>
            </a:r>
            <a:r>
              <a:rPr lang="fr-FR" sz="6000" dirty="0" err="1" smtClean="0">
                <a:latin typeface="Cambria" pitchFamily="18" charset="0"/>
              </a:rPr>
              <a:t>ahy</a:t>
            </a:r>
            <a:r>
              <a:rPr lang="fr-FR" sz="6000" dirty="0" smtClean="0">
                <a:latin typeface="Cambria" pitchFamily="18" charset="0"/>
              </a:rPr>
              <a:t> va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lanitra</a:t>
            </a:r>
            <a:r>
              <a:rPr lang="fr-FR" sz="6000" dirty="0" smtClean="0">
                <a:latin typeface="Cambria" pitchFamily="18" charset="0"/>
              </a:rPr>
              <a:t>?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Eny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matokia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saina</a:t>
            </a:r>
            <a:r>
              <a:rPr lang="en-US" sz="6000" dirty="0" smtClean="0">
                <a:latin typeface="Cambria" pitchFamily="18" charset="0"/>
              </a:rPr>
              <a:t>, 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eken'Andriamanitra</a:t>
            </a:r>
            <a:r>
              <a:rPr lang="en-US" sz="6000" dirty="0" smtClean="0">
                <a:latin typeface="Cambria" pitchFamily="18" charset="0"/>
              </a:rPr>
              <a:t>.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498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1406" y="571480"/>
            <a:ext cx="9358378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2. </a:t>
            </a:r>
            <a:r>
              <a:rPr lang="en-US" sz="6000" dirty="0" err="1" smtClean="0">
                <a:latin typeface="Cambria" pitchFamily="18" charset="0"/>
              </a:rPr>
              <a:t>Eny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zokiko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Jesosy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  </a:t>
            </a:r>
            <a:r>
              <a:rPr lang="en-US" sz="6000" dirty="0" err="1" smtClean="0">
                <a:latin typeface="Cambria" pitchFamily="18" charset="0"/>
              </a:rPr>
              <a:t>Fahagagana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lehibe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ery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 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antsoiny</a:t>
            </a:r>
            <a:r>
              <a:rPr lang="en-US" sz="6000" dirty="0" smtClean="0">
                <a:latin typeface="Cambria" pitchFamily="18" charset="0"/>
              </a:rPr>
              <a:t> hoe </a:t>
            </a:r>
            <a:r>
              <a:rPr lang="en-US" sz="6000" dirty="0" smtClean="0">
                <a:latin typeface="Cambria" pitchFamily="18" charset="0"/>
              </a:rPr>
              <a:t>  </a:t>
            </a:r>
            <a:r>
              <a:rPr lang="en-US" sz="6000" dirty="0" err="1" smtClean="0">
                <a:latin typeface="Cambria" pitchFamily="18" charset="0"/>
              </a:rPr>
              <a:t>mpanompo</a:t>
            </a:r>
            <a:r>
              <a:rPr lang="en-US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  </a:t>
            </a: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ataony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tena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havany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498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71480"/>
            <a:ext cx="9144064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3. Toa </a:t>
            </a:r>
            <a:r>
              <a:rPr lang="en-US" sz="6000" dirty="0" err="1" smtClean="0">
                <a:latin typeface="Cambria" pitchFamily="18" charset="0"/>
              </a:rPr>
              <a:t>mila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hampisalasala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Io </a:t>
            </a:r>
            <a:r>
              <a:rPr lang="en-US" sz="6000" dirty="0" err="1" smtClean="0">
                <a:latin typeface="Cambria" pitchFamily="18" charset="0"/>
              </a:rPr>
              <a:t>tena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fahagagana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lavin'ny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mahalala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Nefa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azon'ny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finoako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498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71480"/>
            <a:ext cx="9144064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4. O,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mifalia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fanahy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Ilay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Mpanavotra</a:t>
            </a:r>
            <a:r>
              <a:rPr lang="en-US" sz="60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misaora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aza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manahy</a:t>
            </a:r>
            <a:r>
              <a:rPr lang="en-US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azonao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lanitra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498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71480"/>
            <a:ext cx="9144064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5. </a:t>
            </a:r>
            <a:r>
              <a:rPr lang="en-US" sz="6000" dirty="0" err="1" smtClean="0">
                <a:latin typeface="Cambria" pitchFamily="18" charset="0"/>
              </a:rPr>
              <a:t>Iombonana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lova</a:t>
            </a:r>
            <a:r>
              <a:rPr lang="en-US" sz="6000" dirty="0" smtClean="0">
                <a:latin typeface="Cambria" pitchFamily="18" charset="0"/>
              </a:rPr>
              <a:t> any,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Iray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Ray an-</a:t>
            </a:r>
            <a:r>
              <a:rPr lang="en-US" sz="6000" dirty="0" err="1" smtClean="0">
                <a:latin typeface="Cambria" pitchFamily="18" charset="0"/>
              </a:rPr>
              <a:t>danitra</a:t>
            </a:r>
            <a:r>
              <a:rPr lang="en-US" sz="6000" dirty="0" smtClean="0"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harena</a:t>
            </a:r>
            <a:r>
              <a:rPr lang="en-US" sz="6000" dirty="0" smtClean="0">
                <a:latin typeface="Cambria" pitchFamily="18" charset="0"/>
              </a:rPr>
              <a:t> be </a:t>
            </a: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be </a:t>
            </a:r>
            <a:r>
              <a:rPr lang="en-US" sz="6000" dirty="0" err="1" smtClean="0">
                <a:latin typeface="Cambria" pitchFamily="18" charset="0"/>
              </a:rPr>
              <a:t>izany</a:t>
            </a:r>
            <a:r>
              <a:rPr lang="en-US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Hasambarana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maharitra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126</Words>
  <PresentationFormat>Affichage à l'écran 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498</vt:lpstr>
      <vt:lpstr>Hira 498</vt:lpstr>
      <vt:lpstr>Hira 498</vt:lpstr>
      <vt:lpstr>Hira 498</vt:lpstr>
      <vt:lpstr>Hira 498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489: 3</dc:title>
  <dc:creator>M</dc:creator>
  <cp:lastModifiedBy>M</cp:lastModifiedBy>
  <cp:revision>8</cp:revision>
  <dcterms:created xsi:type="dcterms:W3CDTF">2012-10-02T21:36:53Z</dcterms:created>
  <dcterms:modified xsi:type="dcterms:W3CDTF">2014-09-20T19:55:27Z</dcterms:modified>
</cp:coreProperties>
</file>