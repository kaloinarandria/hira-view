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O! </a:t>
            </a:r>
            <a:r>
              <a:rPr lang="en-US" sz="7200" dirty="0" err="1" smtClean="0">
                <a:latin typeface="Cambria" pitchFamily="18" charset="0"/>
              </a:rPr>
              <a:t>avia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hidera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Andro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Jobily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anio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faingàna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manatera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Saotra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laza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hobio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Indro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tonga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anjely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mikodia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Tantaraina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hiely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(in-3)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Ifalio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famonjena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Andro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Jobily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anio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Afaka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firenena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Voavonjy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androtr'io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Gaga </a:t>
            </a:r>
            <a:r>
              <a:rPr lang="en-US" sz="7200" dirty="0" err="1" smtClean="0">
                <a:latin typeface="Cambria" pitchFamily="18" charset="0"/>
              </a:rPr>
              <a:t>teo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mpanakora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rafy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marobe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miaiky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moramora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(in-3)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venteso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Andro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Jobily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anio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mpaniratsira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tahotrao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ario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He!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fasana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foana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nahazona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naharitra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hateloana</a:t>
            </a:r>
            <a:r>
              <a:rPr lang="en-US" sz="72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(in-3)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'</a:t>
            </a:r>
            <a:r>
              <a:rPr lang="en-US" sz="7200" dirty="0" err="1" smtClean="0">
                <a:latin typeface="Cambria" pitchFamily="18" charset="0"/>
              </a:rPr>
              <a:t>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Satana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Andro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Jobily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anio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fatoranao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vahana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hobio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ifalio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Lay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nolatsaina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avotrao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Io no </a:t>
            </a:r>
            <a:r>
              <a:rPr lang="en-US" sz="7200" dirty="0" err="1" smtClean="0">
                <a:latin typeface="Cambria" pitchFamily="18" charset="0"/>
              </a:rPr>
              <a:t>mendrika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hoderaina</a:t>
            </a:r>
            <a:r>
              <a:rPr lang="en-US" sz="72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(in-3)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182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144</vt:lpstr>
      <vt:lpstr>Hira 144</vt:lpstr>
      <vt:lpstr>Hira 144</vt:lpstr>
      <vt:lpstr>Hira 144</vt:lpstr>
      <vt:lpstr>Hira 144</vt:lpstr>
      <vt:lpstr>Hira 144</vt:lpstr>
      <vt:lpstr>Hira 144</vt:lpstr>
      <vt:lpstr>Hira 144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2013-07-03T08:37:10Z</dcterms:modified>
</cp:coreProperties>
</file>