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0" r:id="rId5"/>
    <p:sldId id="264" r:id="rId6"/>
    <p:sldId id="265" r:id="rId7"/>
    <p:sldId id="262" r:id="rId8"/>
    <p:sldId id="266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01/06/2014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</a:t>
            </a:r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1. Paradisako, ry Jeso,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Fifaliako Hianao;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Lanitry ny foko eto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Sy Edenako vaovao!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Paradisa soan'ny foko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Eto an-tany Hianao;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Fanaperan-tsoako,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Ao an-danitra vaovao!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2. Volafotsy, volamena,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Vatosoako Hianao.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Zava-tsoako sy harena</a:t>
            </a:r>
          </a:p>
          <a:p>
            <a:pPr>
              <a:buNone/>
            </a:pPr>
            <a:r>
              <a:rPr lang="it-IT" sz="6000" b="1" dirty="0" smtClean="0">
                <a:solidFill>
                  <a:srgbClr val="002060"/>
                </a:solidFill>
                <a:latin typeface="Cambria" pitchFamily="18" charset="0"/>
              </a:rPr>
              <a:t>Miafina ao an-danitra ao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3. Zo sy hajako tokoa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Hianao, Mpanavotro,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Haingo sarobidy koa,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Satro-boninahitro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928670"/>
            <a:ext cx="8858280" cy="557214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Paradisa soan'ny foko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Eto an-tany Hianao;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Fanaperan-tsoako,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Ao an-danitra vaovao!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Paradisa soan'ny foko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Eto an-tany Hianao;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Fanaperan-tsoako,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Ao an-danitra vaovao!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785794"/>
            <a:ext cx="8786842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4. Zavatra rehetra ho ahy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Hianao, ry Jeso tia;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Fiainan'ny fanahy,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Fiadanako doria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30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6435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Paradisa soan'ny foko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Eto an-tany Hianao;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Fanaperan-tsoako,</a:t>
            </a:r>
          </a:p>
          <a:p>
            <a:pPr>
              <a:buNone/>
            </a:pPr>
            <a:r>
              <a:rPr lang="it-IT" sz="6600" b="1" dirty="0" smtClean="0">
                <a:solidFill>
                  <a:srgbClr val="002060"/>
                </a:solidFill>
                <a:latin typeface="Cambria" pitchFamily="18" charset="0"/>
              </a:rPr>
              <a:t>Ao an-danitra vaovao!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134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30</vt:lpstr>
      <vt:lpstr>HIRA 30</vt:lpstr>
      <vt:lpstr>HIRA 30</vt:lpstr>
      <vt:lpstr>HIRA 30</vt:lpstr>
      <vt:lpstr>HIRA 30</vt:lpstr>
      <vt:lpstr>HIRA 30</vt:lpstr>
      <vt:lpstr>HIRA 30</vt:lpstr>
      <vt:lpstr>HIRA 30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14</cp:revision>
  <dcterms:created xsi:type="dcterms:W3CDTF">2012-10-02T21:34:15Z</dcterms:created>
  <dcterms:modified xsi:type="dcterms:W3CDTF">2014-06-01T19:13:15Z</dcterms:modified>
</cp:coreProperties>
</file>