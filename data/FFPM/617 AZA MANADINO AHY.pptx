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Aza manadino ahy,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Mpihaino vavaka!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mba manary ahy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Hanalavitra Anao;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Mitodiha ry Mpanjaka!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Jereo ny olonao;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manadino ahy,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Mpihaino vavaka!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Hianao no fiereko,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Vatolampy, heriko!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Na kamboty aza aho,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Faly manana Anao;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Afa-tahotra ny foko,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miandrandra Anao;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manadino ahy,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Mpihaino vavaka!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Eny Hianao no Raiko,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hatoniko izao;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Nefa ny fahadalako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mba heverinao;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0! ampifalio aho,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ombay ny elatrao;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manadino ahy,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Mpihaino vavaka!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Tabataba lalandava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 mba hitako izao,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izaho te-ho tonga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 </a:t>
            </a:r>
            <a:r>
              <a:rPr lang="fi-FI" sz="6600" dirty="0" smtClean="0">
                <a:latin typeface="Cambria" pitchFamily="18" charset="0"/>
              </a:rPr>
              <a:t>am-pitsaharanao,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Mitenena, ry Jehovah!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Mamalia ahy izao;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manadino ahy,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Mpihaino vavaka!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617</vt:lpstr>
      <vt:lpstr>HIRA 617</vt:lpstr>
      <vt:lpstr>HIRA 617</vt:lpstr>
      <vt:lpstr>HIRA 617</vt:lpstr>
      <vt:lpstr>HIRA 617</vt:lpstr>
      <vt:lpstr>HIRA 617</vt:lpstr>
      <vt:lpstr>HIRA 617</vt:lpstr>
      <vt:lpstr>HIRA 617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7</cp:revision>
  <dcterms:created xsi:type="dcterms:W3CDTF">2012-12-08T21:04:49Z</dcterms:created>
  <dcterms:modified xsi:type="dcterms:W3CDTF">2013-01-18T19:35:51Z</dcterms:modified>
</cp:coreProperties>
</file>