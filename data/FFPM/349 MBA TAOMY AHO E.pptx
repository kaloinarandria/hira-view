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2" r:id="rId5"/>
    <p:sldId id="259" r:id="rId6"/>
    <p:sldId id="260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25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11/11/2012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439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00100" y="1447800"/>
            <a:ext cx="7933588" cy="5410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</a:t>
            </a:r>
            <a:r>
              <a:rPr lang="en-US" sz="6000" dirty="0" smtClean="0">
                <a:latin typeface="Cambria" pitchFamily="18" charset="0"/>
              </a:rPr>
              <a:t>.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taomy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 e,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ô 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tonga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zanakao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Madio</a:t>
            </a:r>
            <a:r>
              <a:rPr lang="en-US" sz="6000" dirty="0" smtClean="0">
                <a:latin typeface="Cambria" pitchFamily="18" charset="0"/>
              </a:rPr>
              <a:t> am-</a:t>
            </a:r>
            <a:r>
              <a:rPr lang="en-US" sz="6000" dirty="0" err="1" smtClean="0">
                <a:latin typeface="Cambria" pitchFamily="18" charset="0"/>
              </a:rPr>
              <a:t>po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439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00100" y="1447800"/>
            <a:ext cx="7933588" cy="5410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taomy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 e,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tia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r>
              <a:rPr lang="en-US" sz="6000" dirty="0" smtClean="0">
                <a:latin typeface="Cambria" pitchFamily="18" charset="0"/>
              </a:rPr>
              <a:t> 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atolotro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raisonao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439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00100" y="1447800"/>
            <a:ext cx="7933588" cy="5410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Tariho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e,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ô 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ilaozanao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manjo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439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57224" y="1142984"/>
            <a:ext cx="8076464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Trotroy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tratranao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ondrikelinao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ento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nania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439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00100" y="1447800"/>
            <a:ext cx="7933588" cy="5410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</a:t>
            </a:r>
            <a:r>
              <a:rPr lang="en-US" sz="6000" dirty="0" smtClean="0">
                <a:latin typeface="Cambria" pitchFamily="18" charset="0"/>
              </a:rPr>
              <a:t>. </a:t>
            </a:r>
            <a:r>
              <a:rPr lang="en-US" sz="6000" dirty="0" err="1" smtClean="0">
                <a:latin typeface="Cambria" pitchFamily="18" charset="0"/>
              </a:rPr>
              <a:t>Diovy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 e,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Fanahy</a:t>
            </a:r>
            <a:r>
              <a:rPr lang="en-US" sz="6000" dirty="0" smtClean="0">
                <a:latin typeface="Cambria" pitchFamily="18" charset="0"/>
              </a:rPr>
              <a:t> ô 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Diniho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hazavao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toetro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439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00100" y="1447800"/>
            <a:ext cx="7933588" cy="5410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Diovy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 e,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ovay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vao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fanahiko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Onenonao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103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439</vt:lpstr>
      <vt:lpstr>HIRA 439</vt:lpstr>
      <vt:lpstr>HIRA 439</vt:lpstr>
      <vt:lpstr>HIRA 439</vt:lpstr>
      <vt:lpstr>HIRA 439</vt:lpstr>
      <vt:lpstr>HIRA 439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439: 1, 3</dc:title>
  <dc:creator>M</dc:creator>
  <cp:lastModifiedBy>M</cp:lastModifiedBy>
  <cp:revision>2</cp:revision>
  <dcterms:created xsi:type="dcterms:W3CDTF">2012-10-03T07:37:40Z</dcterms:created>
  <dcterms:modified xsi:type="dcterms:W3CDTF">2012-11-11T22:09:59Z</dcterms:modified>
</cp:coreProperties>
</file>