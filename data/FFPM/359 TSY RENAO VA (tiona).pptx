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malahelo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fitiavana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Hifaly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hanome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malalaka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Mitebiteby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ta-handray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tranonao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zava-tsoa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Hahafa-po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voro-damba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Hesorina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hitafianao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maneke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Fandrao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loza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Hihatra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359</vt:lpstr>
      <vt:lpstr>HIRA 359</vt:lpstr>
      <vt:lpstr>HIRA 359</vt:lpstr>
      <vt:lpstr>HIRA 359</vt:lpstr>
      <vt:lpstr>HIRA 359</vt:lpstr>
      <vt:lpstr>HIRA 359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359</dc:title>
  <dc:creator>M</dc:creator>
  <cp:lastModifiedBy>M</cp:lastModifiedBy>
  <cp:revision>4</cp:revision>
  <dcterms:created xsi:type="dcterms:W3CDTF">2012-12-08T20:18:48Z</dcterms:created>
  <dcterms:modified xsi:type="dcterms:W3CDTF">2014-12-14T07:19:37Z</dcterms:modified>
</cp:coreProperties>
</file>