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288" autoAdjust="0"/>
    <p:restoredTop sz="94660"/>
  </p:normalViewPr>
  <p:slideViewPr>
    <p:cSldViewPr>
      <p:cViewPr varScale="1">
        <p:scale>
          <a:sx n="60" d="100"/>
          <a:sy n="60" d="100"/>
        </p:scale>
        <p:origin x="-342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226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hihaona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olonao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oran-dohantaona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Ampombay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226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14356"/>
            <a:ext cx="8929686" cy="62151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mitalaho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vokiso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zava-tsoa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mangetaheta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</Words>
  <PresentationFormat>Affichage à l'écran (4:3)</PresentationFormat>
  <Paragraphs>10</Paragraphs>
  <Slides>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Thème Office</vt:lpstr>
      <vt:lpstr>Hira 226 </vt:lpstr>
      <vt:lpstr>Hira 226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226 </dc:title>
  <dc:creator>M</dc:creator>
  <cp:lastModifiedBy>M</cp:lastModifiedBy>
  <cp:revision>6</cp:revision>
  <dcterms:created xsi:type="dcterms:W3CDTF">2012-11-11T21:23:20Z</dcterms:created>
  <dcterms:modified xsi:type="dcterms:W3CDTF">2014-05-24T17:44:37Z</dcterms:modified>
</cp:coreProperties>
</file>