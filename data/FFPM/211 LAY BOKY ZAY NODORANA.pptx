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 210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14406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Boky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nodorana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may </a:t>
            </a: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levona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natao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lavenona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fanorenana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 210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Noheverina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Kanjo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mainka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'Lay </a:t>
            </a:r>
            <a:r>
              <a:rPr lang="en-US" sz="6600" dirty="0" err="1" smtClean="0">
                <a:latin typeface="Cambria" pitchFamily="18" charset="0"/>
              </a:rPr>
              <a:t>nafenina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nalevina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nisandratra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nivelatra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 210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14406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Iza </a:t>
            </a:r>
            <a:r>
              <a:rPr lang="es-ES" sz="6600" dirty="0" err="1" smtClean="0">
                <a:latin typeface="Cambria" pitchFamily="18" charset="0"/>
              </a:rPr>
              <a:t>moa</a:t>
            </a:r>
            <a:r>
              <a:rPr lang="es-ES" sz="6600" dirty="0" smtClean="0">
                <a:latin typeface="Cambria" pitchFamily="18" charset="0"/>
              </a:rPr>
              <a:t> no </a:t>
            </a:r>
            <a:r>
              <a:rPr lang="es-ES" sz="6600" dirty="0" err="1" smtClean="0">
                <a:latin typeface="Cambria" pitchFamily="18" charset="0"/>
              </a:rPr>
              <a:t>hahasakana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Eny</a:t>
            </a:r>
            <a:r>
              <a:rPr lang="es-ES" sz="6600" dirty="0" smtClean="0">
                <a:latin typeface="Cambria" pitchFamily="18" charset="0"/>
              </a:rPr>
              <a:t>, Iza no </a:t>
            </a:r>
            <a:r>
              <a:rPr lang="es-ES" sz="6600" dirty="0" err="1" smtClean="0">
                <a:latin typeface="Cambria" pitchFamily="18" charset="0"/>
              </a:rPr>
              <a:t>hanohitra</a:t>
            </a:r>
            <a:r>
              <a:rPr lang="es-E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Ilay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teny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voasoratra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sz="4000" dirty="0" smtClean="0">
                <a:latin typeface="Cambria" pitchFamily="18" charset="0"/>
              </a:rPr>
              <a:t>HIRA  210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Tenin'Andriamanitra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rehetr'izao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levona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haharitra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75</Words>
  <PresentationFormat>Affichage à l'écran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 210</vt:lpstr>
      <vt:lpstr>HIRA  210</vt:lpstr>
      <vt:lpstr>HIRA  210</vt:lpstr>
      <vt:lpstr>HIRA  210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 210: 1 , 5</dc:title>
  <dc:creator>M</dc:creator>
  <cp:lastModifiedBy>M</cp:lastModifiedBy>
  <cp:revision>11</cp:revision>
  <dcterms:created xsi:type="dcterms:W3CDTF">2012-10-03T07:27:05Z</dcterms:created>
  <dcterms:modified xsi:type="dcterms:W3CDTF">2014-03-02T15:25:46Z</dcterms:modified>
</cp:coreProperties>
</file>