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408" autoAdjust="0"/>
    <p:restoredTop sz="94660"/>
  </p:normalViewPr>
  <p:slideViewPr>
    <p:cSldViewPr>
      <p:cViewPr varScale="1">
        <p:scale>
          <a:sx n="55" d="100"/>
          <a:sy n="55" d="100"/>
        </p:scale>
        <p:origin x="-58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427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vavolombelonao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N'aiza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n'aiza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aleha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faniriana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hataoko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rehareha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427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asa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vonona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(ho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vonona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)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hiala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handao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427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vavolombelonao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Eran-tany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ilaina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Toy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loharano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mamelombelona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427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Hanasoa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hay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mihamaina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taho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(o!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mihamaina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)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ô,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inty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indray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Alefaso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vonona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427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3. Ho vavolombelonao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Ao anaty fitsapana,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Ka hijoro ho Anao,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Na fefena, na raràna,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427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64413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Tsy hiahotra ny dia :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Fa Hianao naniraka ahy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(naniraka ahy)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Tsy hiahotra aho satria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Amiko Hianao Mpitahy.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130</Words>
  <PresentationFormat>Affichage à l'écran (4:3)</PresentationFormat>
  <Paragraphs>34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427</vt:lpstr>
      <vt:lpstr>HIRA 427</vt:lpstr>
      <vt:lpstr>HIRA 427</vt:lpstr>
      <vt:lpstr>HIRA 427</vt:lpstr>
      <vt:lpstr>HIRA 427</vt:lpstr>
      <vt:lpstr>HIRA 427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424: 1</dc:title>
  <dc:creator>M</dc:creator>
  <cp:lastModifiedBy>M</cp:lastModifiedBy>
  <cp:revision>6</cp:revision>
  <dcterms:created xsi:type="dcterms:W3CDTF">2012-10-02T21:40:48Z</dcterms:created>
  <dcterms:modified xsi:type="dcterms:W3CDTF">2014-10-26T10:34:38Z</dcterms:modified>
</cp:coreProperties>
</file>