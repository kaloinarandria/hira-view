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54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Tompon'ny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aina</a:t>
            </a:r>
            <a:r>
              <a:rPr lang="en-US" sz="6600" dirty="0" smtClean="0">
                <a:latin typeface="Cambria" pitchFamily="18" charset="0"/>
              </a:rPr>
              <a:t>, no </a:t>
            </a:r>
            <a:r>
              <a:rPr lang="en-US" sz="6600" dirty="0" err="1" smtClean="0">
                <a:latin typeface="Cambria" pitchFamily="18" charset="0"/>
              </a:rPr>
              <a:t>hita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Nidina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teto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: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54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O,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derao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mifalia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54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tenin'anjely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milaza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Teraka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54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O,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derao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Tonga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Andron'ny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Filazantsara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54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iventesonao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re, </a:t>
            </a: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Tonga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mitomany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54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sz="6600" dirty="0" smtClean="0">
                <a:latin typeface="Times New Roman"/>
                <a:ea typeface="Times New Roman"/>
              </a:rPr>
              <a:t>O, </a:t>
            </a:r>
            <a:r>
              <a:rPr lang="fr-FR" sz="6600" dirty="0" err="1" smtClean="0">
                <a:latin typeface="Times New Roman"/>
                <a:ea typeface="Times New Roman"/>
              </a:rPr>
              <a:t>mba</a:t>
            </a:r>
            <a:r>
              <a:rPr lang="fr-FR" sz="6600" dirty="0" smtClean="0">
                <a:latin typeface="Times New Roman"/>
                <a:ea typeface="Times New Roman"/>
              </a:rPr>
              <a:t> </a:t>
            </a:r>
            <a:r>
              <a:rPr lang="fr-FR" sz="6600" dirty="0" err="1" smtClean="0">
                <a:latin typeface="Times New Roman"/>
                <a:ea typeface="Times New Roman"/>
              </a:rPr>
              <a:t>derao</a:t>
            </a:r>
            <a:r>
              <a:rPr lang="fr-FR" sz="6600" dirty="0" smtClean="0">
                <a:latin typeface="Times New Roman"/>
                <a:ea typeface="Times New Roman"/>
              </a:rPr>
              <a:t>!</a:t>
            </a:r>
          </a:p>
          <a:p>
            <a:pPr>
              <a:spcAft>
                <a:spcPts val="0"/>
              </a:spcAft>
              <a:buNone/>
            </a:pPr>
            <a:r>
              <a:rPr lang="fr-FR" sz="6600" dirty="0" err="1" smtClean="0">
                <a:latin typeface="Times New Roman"/>
                <a:ea typeface="Times New Roman"/>
              </a:rPr>
              <a:t>Afaka</a:t>
            </a:r>
            <a:r>
              <a:rPr lang="fr-FR" sz="6600" dirty="0" smtClean="0">
                <a:latin typeface="Times New Roman"/>
                <a:ea typeface="Times New Roman"/>
              </a:rPr>
              <a:t> </a:t>
            </a:r>
            <a:r>
              <a:rPr lang="fr-FR" sz="6600" dirty="0" err="1" smtClean="0">
                <a:latin typeface="Times New Roman"/>
                <a:ea typeface="Times New Roman"/>
              </a:rPr>
              <a:t>isika</a:t>
            </a:r>
            <a:r>
              <a:rPr lang="fr-FR" sz="6600" dirty="0" smtClean="0">
                <a:latin typeface="Times New Roman"/>
                <a:ea typeface="Times New Roman"/>
              </a:rPr>
              <a:t> </a:t>
            </a:r>
            <a:r>
              <a:rPr lang="fr-FR" sz="6600" dirty="0" err="1" smtClean="0">
                <a:latin typeface="Times New Roman"/>
                <a:ea typeface="Times New Roman"/>
              </a:rPr>
              <a:t>izao</a:t>
            </a:r>
            <a:r>
              <a:rPr lang="fr-FR" sz="6600" dirty="0" smtClean="0">
                <a:latin typeface="Times New Roman"/>
                <a:ea typeface="Times New Roman"/>
              </a:rPr>
              <a:t>!</a:t>
            </a:r>
          </a:p>
          <a:p>
            <a:pPr>
              <a:spcAft>
                <a:spcPts val="0"/>
              </a:spcAft>
              <a:buNone/>
            </a:pPr>
            <a:r>
              <a:rPr lang="fr-FR" sz="6600" dirty="0" err="1" smtClean="0">
                <a:latin typeface="Times New Roman"/>
                <a:ea typeface="Times New Roman"/>
              </a:rPr>
              <a:t>Izy</a:t>
            </a:r>
            <a:r>
              <a:rPr lang="fr-FR" sz="6600" dirty="0" smtClean="0">
                <a:latin typeface="Times New Roman"/>
                <a:ea typeface="Times New Roman"/>
              </a:rPr>
              <a:t> </a:t>
            </a:r>
            <a:r>
              <a:rPr lang="fr-FR" sz="6600" dirty="0" err="1" smtClean="0">
                <a:latin typeface="Times New Roman"/>
                <a:ea typeface="Times New Roman"/>
              </a:rPr>
              <a:t>Mpisolo</a:t>
            </a:r>
            <a:r>
              <a:rPr lang="fr-FR" sz="6600" dirty="0" smtClean="0">
                <a:latin typeface="Times New Roman"/>
                <a:ea typeface="Times New Roman"/>
              </a:rPr>
              <a:t> </a:t>
            </a:r>
            <a:r>
              <a:rPr lang="fr-FR" sz="6600" dirty="0" err="1" smtClean="0">
                <a:latin typeface="Times New Roman"/>
                <a:ea typeface="Times New Roman"/>
              </a:rPr>
              <a:t>antsika</a:t>
            </a:r>
            <a:r>
              <a:rPr lang="fr-FR" sz="6600" dirty="0" smtClean="0">
                <a:latin typeface="Times New Roman"/>
                <a:ea typeface="Times New Roman"/>
              </a:rPr>
              <a:t>!</a:t>
            </a:r>
            <a:endParaRPr lang="fr-FR" sz="6600" dirty="0" smtClean="0">
              <a:latin typeface="Times New Roman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54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4. Tonga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hisolo</a:t>
            </a:r>
            <a:endParaRPr lang="en-US" sz="6600" dirty="0" smtClean="0"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Kamifohaza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matory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643602" cy="114300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54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14422"/>
            <a:ext cx="9144000" cy="5643578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O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derao</a:t>
            </a:r>
            <a:r>
              <a:rPr lang="en-US" sz="6600" dirty="0" smtClean="0">
                <a:latin typeface="Cambria" pitchFamily="18" charset="0"/>
              </a:rPr>
              <a:t> :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!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134</Words>
  <PresentationFormat>Affichage à l'écran (4:3)</PresentationFormat>
  <Paragraphs>30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54</vt:lpstr>
      <vt:lpstr>Hira 54</vt:lpstr>
      <vt:lpstr>Hira 54</vt:lpstr>
      <vt:lpstr>Hira 54</vt:lpstr>
      <vt:lpstr>Hira 54</vt:lpstr>
      <vt:lpstr>Hira 54</vt:lpstr>
      <vt:lpstr>Hira 54</vt:lpstr>
      <vt:lpstr>Hira 54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11</cp:revision>
  <dcterms:created xsi:type="dcterms:W3CDTF">2012-10-02T21:52:07Z</dcterms:created>
  <dcterms:modified xsi:type="dcterms:W3CDTF">2013-07-02T10:44:35Z</dcterms:modified>
</cp:coreProperties>
</file>