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1000132"/>
            <a:ext cx="9144064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Misaora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Mpahary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Tsarovinao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asany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Misaora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Mpahary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vitany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9072626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helokao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voavelany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fetra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sz="54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9072626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Zanany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nafoiny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nantsoiny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aim-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baovao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sz="54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907262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nomeny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fahasoavana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Maharitra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manam-pahataperana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sz="54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907262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Avelany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hatezerany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hahavoa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Antsika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sz="54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907262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mahalala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toetsika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mandala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Antsika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zanany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sz="54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571480"/>
            <a:ext cx="892975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He, toy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voninkazo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olombelona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malazo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mora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levona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sz="54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907262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manan-kery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Hamoha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fasana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very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olo-masina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sz="54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907262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vovo-tany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namboariny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Hiombom-panjakana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sz="54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857232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Misaora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Mpahary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zava-boahary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sz="54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907262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sitrany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zanany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very,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Kanefa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hitany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 </a:t>
            </a:r>
            <a:endParaRPr lang="fr-FR" sz="54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907262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Misaora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heniky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Misaora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O,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fanahiko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207</Words>
  <PresentationFormat>Affichage à l'écran (4:3)</PresentationFormat>
  <Paragraphs>59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13 </vt:lpstr>
      <vt:lpstr>HIRA 13 </vt:lpstr>
      <vt:lpstr>HIRA 13 </vt:lpstr>
      <vt:lpstr>HIRA 13 </vt:lpstr>
      <vt:lpstr>HIRA 13 </vt:lpstr>
      <vt:lpstr>HIRA 13 </vt:lpstr>
      <vt:lpstr>HIRA 13 </vt:lpstr>
      <vt:lpstr>HIRA 13 </vt:lpstr>
      <vt:lpstr>HIRA 13 </vt:lpstr>
      <vt:lpstr>HIRA 13 </vt:lpstr>
      <vt:lpstr>HIRA 13 </vt:lpstr>
      <vt:lpstr>HIRA 13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 </dc:title>
  <dc:creator>M</dc:creator>
  <cp:lastModifiedBy>M</cp:lastModifiedBy>
  <cp:revision>4</cp:revision>
  <dcterms:created xsi:type="dcterms:W3CDTF">2012-11-11T20:48:42Z</dcterms:created>
  <dcterms:modified xsi:type="dcterms:W3CDTF">2014-05-28T10:14:57Z</dcterms:modified>
</cp:coreProperties>
</file>