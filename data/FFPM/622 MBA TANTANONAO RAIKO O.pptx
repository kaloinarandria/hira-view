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7" autoAdjust="0"/>
    <p:restoredTop sz="85424" autoAdjust="0"/>
  </p:normalViewPr>
  <p:slideViewPr>
    <p:cSldViewPr>
      <p:cViewPr varScale="1">
        <p:scale>
          <a:sx n="63" d="100"/>
          <a:sy n="63" d="100"/>
        </p:scale>
        <p:origin x="147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20/07/2016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0"/>
            <a:ext cx="7498080" cy="10000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622</a:t>
            </a:r>
            <a:br>
              <a:rPr lang="fr-FR" sz="4000" dirty="0" smtClean="0">
                <a:latin typeface="Cambria" pitchFamily="18" charset="0"/>
              </a:rPr>
            </a:b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28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fanahin-janakao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sandrinao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hiaro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0"/>
            <a:ext cx="7498080" cy="10000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622</a:t>
            </a:r>
            <a:br>
              <a:rPr lang="fr-FR" sz="4000" dirty="0" smtClean="0">
                <a:latin typeface="Cambria" pitchFamily="18" charset="0"/>
              </a:rPr>
            </a:b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28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0"/>
            <a:ext cx="7498080" cy="10000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622</a:t>
            </a:r>
            <a:br>
              <a:rPr lang="fr-FR" sz="4000" dirty="0" smtClean="0">
                <a:latin typeface="Cambria" pitchFamily="18" charset="0"/>
              </a:rPr>
            </a:b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28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Ray </a:t>
            </a:r>
            <a:r>
              <a:rPr lang="en-US" sz="6600" dirty="0" err="1" smtClean="0">
                <a:latin typeface="Cambria" pitchFamily="18" charset="0"/>
              </a:rPr>
              <a:t>malala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tavanao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Hanazava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0"/>
            <a:ext cx="7498080" cy="10000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622</a:t>
            </a:r>
            <a:br>
              <a:rPr lang="fr-FR" sz="4000" dirty="0" smtClean="0">
                <a:latin typeface="Cambria" pitchFamily="18" charset="0"/>
              </a:rPr>
            </a:b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28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0"/>
            <a:ext cx="7498080" cy="10000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622</a:t>
            </a:r>
            <a:br>
              <a:rPr lang="fr-FR" sz="4000" dirty="0" smtClean="0">
                <a:latin typeface="Cambria" pitchFamily="18" charset="0"/>
              </a:rPr>
            </a:b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88640"/>
            <a:ext cx="91440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maizina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0"/>
            <a:ext cx="7498080" cy="10000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622</a:t>
            </a:r>
            <a:br>
              <a:rPr lang="fr-FR" sz="4000" dirty="0" smtClean="0">
                <a:latin typeface="Cambria" pitchFamily="18" charset="0"/>
              </a:rPr>
            </a:b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28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131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HIRA 622 </vt:lpstr>
      <vt:lpstr>HIRA 622 </vt:lpstr>
      <vt:lpstr>HIRA 622 </vt:lpstr>
      <vt:lpstr>HIRA 622 </vt:lpstr>
      <vt:lpstr>HIRA 622 </vt:lpstr>
      <vt:lpstr>HIRA 622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c060</cp:lastModifiedBy>
  <cp:revision>8</cp:revision>
  <dcterms:created xsi:type="dcterms:W3CDTF">2012-10-03T07:52:32Z</dcterms:created>
  <dcterms:modified xsi:type="dcterms:W3CDTF">2016-07-20T11:43:56Z</dcterms:modified>
</cp:coreProperties>
</file>