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689" autoAdjust="0"/>
    <p:restoredTop sz="94660"/>
  </p:normalViewPr>
  <p:slideViewPr>
    <p:cSldViewPr>
      <p:cViewPr varScale="1">
        <p:scale>
          <a:sx n="64" d="100"/>
          <a:sy n="64" d="100"/>
        </p:scale>
        <p:origin x="-11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424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000108"/>
            <a:ext cx="837247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Tsaroako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tsaroako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Raiko</a:t>
            </a:r>
            <a:r>
              <a:rPr lang="en-US" sz="6000" dirty="0" smtClean="0">
                <a:latin typeface="Cambria" pitchFamily="18" charset="0"/>
              </a:rPr>
              <a:t> ô! </a:t>
            </a:r>
            <a:r>
              <a:rPr lang="en-US" sz="6000" dirty="0" err="1" smtClean="0">
                <a:latin typeface="Cambria" pitchFamily="18" charset="0"/>
              </a:rPr>
              <a:t>Raiko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fahadisoako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Nodiovinao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satria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424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Inty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afaka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 </a:t>
            </a:r>
            <a:r>
              <a:rPr lang="en-US" sz="6000" dirty="0" err="1" smtClean="0">
                <a:latin typeface="Cambria" pitchFamily="18" charset="0"/>
              </a:rPr>
              <a:t>azoko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famelana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heloka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424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aizim-pahotàna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Misolo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hazavana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Mamiratra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ery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424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làlako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mahitsy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Mitory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famelanao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424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Endrey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hafaliako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maivana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any </a:t>
            </a:r>
            <a:r>
              <a:rPr lang="en-US" sz="6600" dirty="0" err="1" smtClean="0">
                <a:latin typeface="Cambria" pitchFamily="18" charset="0"/>
              </a:rPr>
              <a:t>Kalvary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424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tahotaho-poko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intsony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An-</a:t>
            </a:r>
            <a:r>
              <a:rPr lang="en-US" sz="6600" dirty="0" err="1" smtClean="0">
                <a:latin typeface="Cambria" pitchFamily="18" charset="0"/>
              </a:rPr>
              <a:t>tanako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famelàna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424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Deraiko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lalandava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hilaza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tety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424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850109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marobe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Maniry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</a:t>
            </a:r>
            <a:r>
              <a:rPr lang="en-US" sz="6600" dirty="0" smtClean="0">
                <a:latin typeface="Cambria" pitchFamily="18" charset="0"/>
              </a:rPr>
              <a:t>-ho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famelàna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155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424</vt:lpstr>
      <vt:lpstr>Hira 424</vt:lpstr>
      <vt:lpstr>Hira 424</vt:lpstr>
      <vt:lpstr>Hira 424</vt:lpstr>
      <vt:lpstr>Hira 424</vt:lpstr>
      <vt:lpstr>Hira 424</vt:lpstr>
      <vt:lpstr>Hira 424</vt:lpstr>
      <vt:lpstr>Hira 424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424: 1</dc:title>
  <dc:creator>M</dc:creator>
  <cp:lastModifiedBy>M</cp:lastModifiedBy>
  <cp:revision>2</cp:revision>
  <dcterms:created xsi:type="dcterms:W3CDTF">2012-10-02T21:40:48Z</dcterms:created>
  <dcterms:modified xsi:type="dcterms:W3CDTF">2012-11-11T22:33:43Z</dcterms:modified>
</cp:coreProperties>
</file>