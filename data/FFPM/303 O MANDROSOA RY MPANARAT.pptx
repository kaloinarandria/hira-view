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70" autoAdjust="0"/>
    <p:restoredTop sz="94660"/>
  </p:normalViewPr>
  <p:slideViewPr>
    <p:cSldViewPr>
      <p:cViewPr varScale="1">
        <p:scale>
          <a:sx n="69" d="100"/>
          <a:sy n="69" d="100"/>
        </p:scale>
        <p:origin x="9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06/10/2019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06/10/2019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06/10/2019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06/10/2019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06/10/2019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06/10/2019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06/10/2019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06/10/2019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06/10/2019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06/10/2019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06/10/2019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06/10/2019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1. O </a:t>
            </a:r>
            <a:r>
              <a:rPr lang="es-ES" sz="6600" b="1" dirty="0" err="1" smtClean="0">
                <a:latin typeface="Cambria" pitchFamily="18" charset="0"/>
              </a:rPr>
              <a:t>mandrosoa</a:t>
            </a:r>
            <a:r>
              <a:rPr lang="es-ES" sz="6600" b="1" dirty="0" smtClean="0">
                <a:latin typeface="Cambria" pitchFamily="18" charset="0"/>
              </a:rPr>
              <a:t>, </a:t>
            </a:r>
            <a:r>
              <a:rPr lang="es-ES" sz="6600" b="1" dirty="0" err="1" smtClean="0">
                <a:latin typeface="Cambria" pitchFamily="18" charset="0"/>
              </a:rPr>
              <a:t>ry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mpanaraton’i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Jeso</a:t>
            </a:r>
            <a:r>
              <a:rPr lang="es-ES" sz="6600" b="1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smtClean="0">
                <a:latin typeface="Cambria" pitchFamily="18" charset="0"/>
              </a:rPr>
              <a:t>‘</a:t>
            </a:r>
            <a:r>
              <a:rPr lang="es-ES" sz="6600" b="1" dirty="0" err="1" smtClean="0">
                <a:latin typeface="Cambria" pitchFamily="18" charset="0"/>
              </a:rPr>
              <a:t>Zay</a:t>
            </a:r>
            <a:r>
              <a:rPr lang="es-ES" sz="6600" b="1" dirty="0" smtClean="0">
                <a:latin typeface="Cambria" pitchFamily="18" charset="0"/>
              </a:rPr>
              <a:t> no </a:t>
            </a:r>
            <a:r>
              <a:rPr lang="es-ES" sz="6600" b="1" dirty="0" err="1" smtClean="0">
                <a:latin typeface="Cambria" pitchFamily="18" charset="0"/>
              </a:rPr>
              <a:t>baiko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azontsika</a:t>
            </a:r>
            <a:r>
              <a:rPr lang="es-ES" sz="6600" b="1" dirty="0" smtClean="0">
                <a:latin typeface="Cambria" pitchFamily="18" charset="0"/>
              </a:rPr>
              <a:t>, </a:t>
            </a:r>
            <a:r>
              <a:rPr lang="es-ES" sz="6600" b="1" dirty="0" err="1" smtClean="0">
                <a:latin typeface="Cambria" pitchFamily="18" charset="0"/>
              </a:rPr>
              <a:t>ka</a:t>
            </a:r>
            <a:r>
              <a:rPr lang="es-ES" sz="6600" b="1" dirty="0" smtClean="0">
                <a:latin typeface="Cambria" pitchFamily="18" charset="0"/>
              </a:rPr>
              <a:t>  </a:t>
            </a:r>
            <a:r>
              <a:rPr lang="es-ES" sz="6600" b="1" dirty="0" err="1" smtClean="0">
                <a:latin typeface="Cambria" pitchFamily="18" charset="0"/>
              </a:rPr>
              <a:t>mandrosoa</a:t>
            </a:r>
            <a:r>
              <a:rPr lang="es-ES" sz="6600" b="1" dirty="0" smtClean="0">
                <a:latin typeface="Cambria" pitchFamily="18" charset="0"/>
              </a:rPr>
              <a:t>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642910" y="857232"/>
            <a:ext cx="914406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Jesosy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Tompo</a:t>
            </a:r>
            <a:r>
              <a:rPr lang="es-ES" sz="6600" b="1" dirty="0" smtClean="0">
                <a:latin typeface="Cambria" pitchFamily="18" charset="0"/>
              </a:rPr>
              <a:t> no </a:t>
            </a:r>
            <a:r>
              <a:rPr lang="es-ES" sz="6600" b="1" dirty="0" err="1" smtClean="0">
                <a:latin typeface="Cambria" pitchFamily="18" charset="0"/>
              </a:rPr>
              <a:t>mibaiko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mandrosoa</a:t>
            </a:r>
            <a:r>
              <a:rPr lang="es-ES" sz="6600" b="1" dirty="0" smtClean="0"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es-ES" sz="6600" b="1" dirty="0" err="1" smtClean="0">
                <a:latin typeface="Cambria" pitchFamily="18" charset="0"/>
              </a:rPr>
              <a:t>Raiso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ka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arotsahy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ny</a:t>
            </a:r>
            <a:r>
              <a:rPr lang="es-ES" sz="6600" b="1" dirty="0" smtClean="0">
                <a:latin typeface="Cambria" pitchFamily="18" charset="0"/>
              </a:rPr>
              <a:t> </a:t>
            </a:r>
            <a:r>
              <a:rPr lang="es-ES" sz="6600" b="1" dirty="0" err="1" smtClean="0">
                <a:latin typeface="Cambria" pitchFamily="18" charset="0"/>
              </a:rPr>
              <a:t>haratonao</a:t>
            </a:r>
            <a:r>
              <a:rPr lang="es-ES" sz="6600" b="1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1214422"/>
            <a:ext cx="8715404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Miaingà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namako</a:t>
            </a:r>
            <a:r>
              <a:rPr lang="es-ES" sz="6600" dirty="0" smtClean="0">
                <a:latin typeface="Cambria" pitchFamily="18" charset="0"/>
              </a:rPr>
              <a:t> ô ! </a:t>
            </a: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no </a:t>
            </a:r>
            <a:r>
              <a:rPr lang="es-ES" sz="6600" dirty="0" err="1" smtClean="0">
                <a:latin typeface="Cambria" pitchFamily="18" charset="0"/>
              </a:rPr>
              <a:t>mibaiko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  </a:t>
            </a:r>
            <a:r>
              <a:rPr lang="es-ES" sz="6600" dirty="0" err="1" smtClean="0">
                <a:latin typeface="Cambria" pitchFamily="18" charset="0"/>
              </a:rPr>
              <a:t>tokoa</a:t>
            </a:r>
            <a:endParaRPr lang="es-E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42860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500042"/>
            <a:ext cx="8786842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Aza </a:t>
            </a:r>
            <a:r>
              <a:rPr lang="es-ES" sz="6600" dirty="0" err="1" smtClean="0">
                <a:latin typeface="Cambria" pitchFamily="18" charset="0"/>
              </a:rPr>
              <a:t>kivy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koa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dia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mahazo</a:t>
            </a:r>
            <a:r>
              <a:rPr lang="es-ES" sz="6600" dirty="0" smtClean="0"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amin’ny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lalina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kokoa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2. O </a:t>
            </a: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ry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mpanaraton’i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Saina</a:t>
            </a:r>
            <a:r>
              <a:rPr lang="es-ES" sz="6600" dirty="0" smtClean="0">
                <a:latin typeface="Cambria" pitchFamily="18" charset="0"/>
              </a:rPr>
              <a:t> mora </a:t>
            </a:r>
            <a:r>
              <a:rPr lang="es-ES" sz="6600" dirty="0" err="1" smtClean="0">
                <a:latin typeface="Cambria" pitchFamily="18" charset="0"/>
              </a:rPr>
              <a:t>kivy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aoka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lavinao</a:t>
            </a:r>
            <a:r>
              <a:rPr lang="es-ES" sz="6600" dirty="0" smtClean="0">
                <a:latin typeface="Cambria" pitchFamily="18" charset="0"/>
              </a:rPr>
              <a:t>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Fa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mora </a:t>
            </a:r>
            <a:r>
              <a:rPr lang="es-ES" sz="6600" dirty="0" err="1" smtClean="0">
                <a:latin typeface="Cambria" pitchFamily="18" charset="0"/>
              </a:rPr>
              <a:t>kivy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dia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hanenina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tokoa</a:t>
            </a:r>
            <a:r>
              <a:rPr lang="es-ES" sz="6600" dirty="0" smtClean="0"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Raiso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ka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arotsahy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haratonao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Miaingà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namako</a:t>
            </a:r>
            <a:r>
              <a:rPr lang="es-ES" sz="6600" dirty="0" smtClean="0">
                <a:latin typeface="Cambria" pitchFamily="18" charset="0"/>
              </a:rPr>
              <a:t> ô ! </a:t>
            </a: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no </a:t>
            </a:r>
            <a:r>
              <a:rPr lang="es-ES" sz="6600" dirty="0" err="1" smtClean="0">
                <a:latin typeface="Cambria" pitchFamily="18" charset="0"/>
              </a:rPr>
              <a:t>mibaiko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tokoa</a:t>
            </a:r>
            <a:endParaRPr lang="es-E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Aza </a:t>
            </a:r>
            <a:r>
              <a:rPr lang="es-ES" sz="6600" dirty="0" err="1" smtClean="0">
                <a:latin typeface="Cambria" pitchFamily="18" charset="0"/>
              </a:rPr>
              <a:t>kivy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koa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dia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mahazo</a:t>
            </a:r>
            <a:r>
              <a:rPr lang="es-ES" sz="6600" dirty="0" smtClean="0"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amin’ny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lalina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kokoa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3. O </a:t>
            </a: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ry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mpanaraton’i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Mbola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hazandrano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azonao</a:t>
            </a:r>
            <a:endParaRPr lang="es-E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857232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714356"/>
            <a:ext cx="871540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Tsy azonao anio, ampitso mandrosoa,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Raiso ka arotsahy ny haratonao.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571480"/>
            <a:ext cx="8786842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Miaingà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namako</a:t>
            </a:r>
            <a:r>
              <a:rPr lang="es-ES" sz="6600" dirty="0" smtClean="0">
                <a:latin typeface="Cambria" pitchFamily="18" charset="0"/>
              </a:rPr>
              <a:t> ô ! </a:t>
            </a: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no </a:t>
            </a:r>
            <a:r>
              <a:rPr lang="es-ES" sz="6600" dirty="0" err="1" smtClean="0">
                <a:latin typeface="Cambria" pitchFamily="18" charset="0"/>
              </a:rPr>
              <a:t>mibaiko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tokoa</a:t>
            </a:r>
            <a:endParaRPr lang="es-E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Aza </a:t>
            </a:r>
            <a:r>
              <a:rPr lang="es-ES" sz="6600" dirty="0" err="1" smtClean="0">
                <a:latin typeface="Cambria" pitchFamily="18" charset="0"/>
              </a:rPr>
              <a:t>kivy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koa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dia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mahazo</a:t>
            </a:r>
            <a:r>
              <a:rPr lang="es-ES" sz="6600" dirty="0" smtClean="0"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amin’ny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lalina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kokoa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4. </a:t>
            </a:r>
            <a:r>
              <a:rPr lang="es-ES" sz="6600" dirty="0" err="1" smtClean="0">
                <a:latin typeface="Cambria" pitchFamily="18" charset="0"/>
              </a:rPr>
              <a:t>Mba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mitoera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antsambonay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Mba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renay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lalandava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teninao</a:t>
            </a:r>
            <a:r>
              <a:rPr lang="es-ES" sz="6600" dirty="0" smtClean="0">
                <a:latin typeface="Cambria" pitchFamily="18" charset="0"/>
              </a:rPr>
              <a:t> 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baikonao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ry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Tompo</a:t>
            </a:r>
            <a:r>
              <a:rPr lang="es-ES" sz="6600" dirty="0" smtClean="0">
                <a:latin typeface="Cambria" pitchFamily="18" charset="0"/>
              </a:rPr>
              <a:t>, no </a:t>
            </a:r>
            <a:r>
              <a:rPr lang="es-ES" sz="6600" dirty="0" err="1" smtClean="0">
                <a:latin typeface="Cambria" pitchFamily="18" charset="0"/>
              </a:rPr>
              <a:t>andrasanay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Handrotsahanay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izao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haratonay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714356"/>
            <a:ext cx="8786842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Miaingà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namako</a:t>
            </a:r>
            <a:r>
              <a:rPr lang="es-ES" sz="6600" dirty="0" smtClean="0">
                <a:latin typeface="Cambria" pitchFamily="18" charset="0"/>
              </a:rPr>
              <a:t> ô ! </a:t>
            </a:r>
            <a:r>
              <a:rPr lang="es-ES" sz="6600" dirty="0" err="1" smtClean="0">
                <a:latin typeface="Cambria" pitchFamily="18" charset="0"/>
              </a:rPr>
              <a:t>Jeso</a:t>
            </a:r>
            <a:r>
              <a:rPr lang="es-ES" sz="6600" dirty="0" smtClean="0">
                <a:latin typeface="Cambria" pitchFamily="18" charset="0"/>
              </a:rPr>
              <a:t> no </a:t>
            </a:r>
            <a:r>
              <a:rPr lang="es-ES" sz="6600" dirty="0" err="1" smtClean="0">
                <a:latin typeface="Cambria" pitchFamily="18" charset="0"/>
              </a:rPr>
              <a:t>mibaiko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tokoa</a:t>
            </a:r>
            <a:endParaRPr lang="es-E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rmAutofit fontScale="90000"/>
          </a:bodyPr>
          <a:lstStyle/>
          <a:p>
            <a:r>
              <a:rPr lang="fr-FR" sz="4800" b="1" dirty="0" err="1" smtClean="0">
                <a:solidFill>
                  <a:srgbClr val="0070C0"/>
                </a:solidFill>
              </a:rPr>
              <a:t>Hira</a:t>
            </a:r>
            <a:r>
              <a:rPr lang="fr-FR" sz="4800" b="1" dirty="0" smtClean="0">
                <a:solidFill>
                  <a:srgbClr val="0070C0"/>
                </a:solidFill>
              </a:rPr>
              <a:t> 303</a:t>
            </a:r>
            <a:endParaRPr lang="fr-FR" sz="48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smtClean="0">
                <a:latin typeface="Cambria" pitchFamily="18" charset="0"/>
              </a:rPr>
              <a:t>Aza </a:t>
            </a:r>
            <a:r>
              <a:rPr lang="es-ES" sz="6600" dirty="0" err="1" smtClean="0">
                <a:latin typeface="Cambria" pitchFamily="18" charset="0"/>
              </a:rPr>
              <a:t>kivy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koa</a:t>
            </a:r>
            <a:r>
              <a:rPr lang="es-ES" sz="6600" dirty="0" smtClean="0">
                <a:latin typeface="Cambria" pitchFamily="18" charset="0"/>
              </a:rPr>
              <a:t>, </a:t>
            </a:r>
            <a:r>
              <a:rPr lang="es-ES" sz="6600" dirty="0" err="1" smtClean="0">
                <a:latin typeface="Cambria" pitchFamily="18" charset="0"/>
              </a:rPr>
              <a:t>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dia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tsy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mahazo</a:t>
            </a:r>
            <a:r>
              <a:rPr lang="es-ES" sz="6600" dirty="0" smtClean="0">
                <a:latin typeface="Cambria" pitchFamily="18" charset="0"/>
              </a:rPr>
              <a:t> :</a:t>
            </a: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Mandrosoa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amin’ny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lalina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kokoa</a:t>
            </a:r>
            <a:r>
              <a:rPr lang="es-E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260</Words>
  <Application>Microsoft Office PowerPoint</Application>
  <PresentationFormat>Affichage à l'écran (4:3)</PresentationFormat>
  <Paragraphs>48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Thème Office</vt:lpstr>
      <vt:lpstr>Hira 303</vt:lpstr>
      <vt:lpstr>Hira 303</vt:lpstr>
      <vt:lpstr>Hira 303</vt:lpstr>
      <vt:lpstr>Hira 303</vt:lpstr>
      <vt:lpstr>Hira 303</vt:lpstr>
      <vt:lpstr>Hira 303</vt:lpstr>
      <vt:lpstr>Hira 303</vt:lpstr>
      <vt:lpstr>Hira 303</vt:lpstr>
      <vt:lpstr>Hira 303</vt:lpstr>
      <vt:lpstr>Hira 303</vt:lpstr>
      <vt:lpstr>Hira 303</vt:lpstr>
      <vt:lpstr>Hira 303</vt:lpstr>
      <vt:lpstr>Hira 303</vt:lpstr>
      <vt:lpstr>Hira 303</vt:lpstr>
      <vt:lpstr>Hira 303</vt:lpstr>
      <vt:lpstr>Hira 303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298</dc:title>
  <dc:creator>M</dc:creator>
  <cp:lastModifiedBy>FJKM Mandrosoa ILAFY</cp:lastModifiedBy>
  <cp:revision>8</cp:revision>
  <dcterms:created xsi:type="dcterms:W3CDTF">2012-11-04T17:25:30Z</dcterms:created>
  <dcterms:modified xsi:type="dcterms:W3CDTF">2019-10-06T10:16:19Z</dcterms:modified>
</cp:coreProperties>
</file>