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11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29/12/2012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440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Kristy ô, </a:t>
            </a:r>
            <a:r>
              <a:rPr lang="en-US" sz="6600" dirty="0" err="1" smtClean="0">
                <a:latin typeface="Cambria" pitchFamily="18" charset="0"/>
              </a:rPr>
              <a:t>Mpanjakako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hasandratro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Hihira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440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nb-NO" sz="6600" dirty="0" smtClean="0">
                <a:latin typeface="Cambria" pitchFamily="18" charset="0"/>
              </a:rPr>
              <a:t>2. </a:t>
            </a:r>
            <a:r>
              <a:rPr lang="nb-NO" sz="6600" dirty="0" smtClean="0">
                <a:latin typeface="Cambria" pitchFamily="18" charset="0"/>
              </a:rPr>
              <a:t>Mba raiso ny fanahiko</a:t>
            </a:r>
          </a:p>
          <a:p>
            <a:pPr>
              <a:buNone/>
            </a:pPr>
            <a:r>
              <a:rPr lang="nb-NO" sz="6600" dirty="0" smtClean="0">
                <a:latin typeface="Cambria" pitchFamily="18" charset="0"/>
              </a:rPr>
              <a:t>Hanao ny sitrakao;</a:t>
            </a:r>
          </a:p>
          <a:p>
            <a:pPr>
              <a:buNone/>
            </a:pPr>
            <a:r>
              <a:rPr lang="nb-NO" sz="6600" dirty="0" smtClean="0">
                <a:latin typeface="Cambria" pitchFamily="18" charset="0"/>
              </a:rPr>
              <a:t>Ny tenako, ny heriko,</a:t>
            </a:r>
          </a:p>
          <a:p>
            <a:pPr>
              <a:buNone/>
            </a:pPr>
            <a:r>
              <a:rPr lang="nb-NO" sz="6600" dirty="0" smtClean="0">
                <a:latin typeface="Cambria" pitchFamily="18" charset="0"/>
              </a:rPr>
              <a:t>Dia ento ho Anao.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440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tongotro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tanako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Hiasa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androko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volako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Omeko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440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mendrika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Kanefa</a:t>
            </a:r>
            <a:r>
              <a:rPr lang="en-US" sz="6600" dirty="0" smtClean="0">
                <a:latin typeface="Cambria" pitchFamily="18" charset="0"/>
              </a:rPr>
              <a:t> re,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raisonao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93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440</vt:lpstr>
      <vt:lpstr>HIRA 440</vt:lpstr>
      <vt:lpstr>HIRA 440</vt:lpstr>
      <vt:lpstr>HIRA 440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428</dc:title>
  <dc:creator>M</dc:creator>
  <cp:lastModifiedBy>M</cp:lastModifiedBy>
  <cp:revision>3</cp:revision>
  <dcterms:created xsi:type="dcterms:W3CDTF">2012-12-08T21:12:16Z</dcterms:created>
  <dcterms:modified xsi:type="dcterms:W3CDTF">2012-12-29T22:34:03Z</dcterms:modified>
</cp:coreProperties>
</file>