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1. Jeso no niala aina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Hanavotany anao;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 Iza re no tsy hanaiky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Azy izao? :,:</a:t>
            </a:r>
            <a:endParaRPr lang="pt-B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Fa ny lapany ambony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Nialany fahizay,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 Hamonjeny olom-bery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Very tokoa.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Fa izay manatona Azy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mibebaka ao am-po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 Tsy ariany akory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matokia.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64409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Mba avia, ry havanay ô!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Maneke ny Tomponao,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 Maneke ny Tompon'aina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Tomponao.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 fontScale="90000"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114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0" y="928670"/>
            <a:ext cx="964409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5. Iantrao, ry Tomponay ô!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Ny mialoka aminao;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:,: Raisonao 'zahay mpanota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Ho olonao.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104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114</vt:lpstr>
      <vt:lpstr>Hira 114</vt:lpstr>
      <vt:lpstr>Hira 114</vt:lpstr>
      <vt:lpstr>Hira 114</vt:lpstr>
      <vt:lpstr>Hira 114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110</dc:title>
  <dc:creator>M</dc:creator>
  <cp:lastModifiedBy>M</cp:lastModifiedBy>
  <cp:revision>6</cp:revision>
  <dcterms:created xsi:type="dcterms:W3CDTF">2012-11-04T17:22:12Z</dcterms:created>
  <dcterms:modified xsi:type="dcterms:W3CDTF">2013-07-03T05:57:09Z</dcterms:modified>
</cp:coreProperties>
</file>