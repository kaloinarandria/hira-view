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6FD8E-854D-42C7-BCF1-55EE69E1011B}" type="datetimeFigureOut">
              <a:rPr lang="fr-FR" smtClean="0"/>
              <a:t>24/07/2013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2A3CF-86CD-4070-BE7A-ED1D185D7FB5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22A3CF-86CD-4070-BE7A-ED1D185D7FB5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145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1. Efa velona tokoa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Hianao, ry Tomponay!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Ka ny herinao tsy toha,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No manjaka hatrizay</a:t>
            </a:r>
            <a:r>
              <a:rPr lang="sv-SE" sz="7200" dirty="0" smtClean="0">
                <a:latin typeface="Cambria" pitchFamily="18" charset="0"/>
              </a:rPr>
              <a:t>;</a:t>
            </a: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145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857232"/>
            <a:ext cx="9644098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 ny fasana, ny ota,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Noresenao avokoa,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Zay no tokinay mpanota,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Tanjakay sy hery </a:t>
            </a:r>
            <a:r>
              <a:rPr lang="sv-SE" sz="7200" dirty="0" smtClean="0">
                <a:latin typeface="Cambria" pitchFamily="18" charset="0"/>
              </a:rPr>
              <a:t>koa.:,:</a:t>
            </a: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145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2. Efa velona tokoa,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Hianao, ry Tomponayl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Lasa nanamboatra koa,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Fitoerana ho anay;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145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Tany tsy mba misy ota.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Tsy hidiran'ny manjo.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Tany soa sy madio,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Maharavoravo fo.:,: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145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3. Efa velona tokoa,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Hianao, ry Tomponay!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Ka misolo vava koa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Sy mifona ho anay;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145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Ny Fanahinao Omena,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Mba hitari-dalana;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He! Ny sentonay dia renao,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jeso tena Havana.:,: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145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4. Efa velona tokoa,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Hianao, ry Tomponay!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Ary mbola ho avy koa;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Avy mba handray anay</a:t>
            </a:r>
            <a:r>
              <a:rPr lang="sv-SE" sz="7200" dirty="0" smtClean="0">
                <a:latin typeface="Cambria" pitchFamily="18" charset="0"/>
              </a:rPr>
              <a:t>,</a:t>
            </a: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145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32" y="857232"/>
            <a:ext cx="10001320" cy="60007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Maminay, ry Tompo tsara!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Hiara-monina aminao;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Eny, tena manan-jara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Zay mby eo akaikinao.:,: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175</Words>
  <PresentationFormat>Affichage à l'écran (4:3)</PresentationFormat>
  <Paragraphs>41</Paragraphs>
  <Slides>8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145</vt:lpstr>
      <vt:lpstr>Hira 145</vt:lpstr>
      <vt:lpstr>Hira 145</vt:lpstr>
      <vt:lpstr>Hira 145</vt:lpstr>
      <vt:lpstr>Hira 145</vt:lpstr>
      <vt:lpstr>Hira 145</vt:lpstr>
      <vt:lpstr>Hira 145</vt:lpstr>
      <vt:lpstr>Hira 145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4</cp:revision>
  <dcterms:created xsi:type="dcterms:W3CDTF">2012-11-04T17:23:48Z</dcterms:created>
  <dcterms:modified xsi:type="dcterms:W3CDTF">2013-07-24T18:20:14Z</dcterms:modified>
</cp:coreProperties>
</file>