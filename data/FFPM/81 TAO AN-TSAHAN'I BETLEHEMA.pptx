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5" r:id="rId7"/>
    <p:sldId id="263" r:id="rId8"/>
    <p:sldId id="266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29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81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Tao an-</a:t>
            </a:r>
            <a:r>
              <a:rPr lang="en-US" sz="6000" dirty="0" err="1" smtClean="0">
                <a:latin typeface="Cambria" pitchFamily="18" charset="0"/>
              </a:rPr>
              <a:t>tsahan'i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Betlehema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Reo </a:t>
            </a:r>
            <a:r>
              <a:rPr lang="en-US" sz="6000" dirty="0" err="1" smtClean="0">
                <a:latin typeface="Cambria" pitchFamily="18" charset="0"/>
              </a:rPr>
              <a:t>mpiandry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ondry</a:t>
            </a:r>
            <a:r>
              <a:rPr lang="en-US" sz="6000" dirty="0" smtClean="0">
                <a:latin typeface="Cambria" pitchFamily="18" charset="0"/>
              </a:rPr>
              <a:t> re,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Novangian'ny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serafima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anjely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marobe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81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Voninahitra ho an'</a:t>
            </a: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Andriamanitra</a:t>
            </a: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Amin'ny avo.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81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Njay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hiran'ny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anjely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'</a:t>
            </a:r>
            <a:r>
              <a:rPr lang="en-US" sz="6000" dirty="0" err="1" smtClean="0">
                <a:latin typeface="Cambria" pitchFamily="18" charset="0"/>
              </a:rPr>
              <a:t>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niredona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Indro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tongo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Imanoely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Zaza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masina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81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428736"/>
            <a:ext cx="8501090" cy="5429264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it-IT" sz="6000" dirty="0" smtClean="0">
                <a:latin typeface="Cambria" pitchFamily="18" charset="0"/>
              </a:rPr>
              <a:t>Voninahitra ho an'</a:t>
            </a:r>
          </a:p>
          <a:p>
            <a:pPr algn="ctr">
              <a:buNone/>
            </a:pPr>
            <a:r>
              <a:rPr lang="it-IT" sz="6000" dirty="0" smtClean="0">
                <a:latin typeface="Cambria" pitchFamily="18" charset="0"/>
              </a:rPr>
              <a:t>Andriamanitra</a:t>
            </a:r>
          </a:p>
          <a:p>
            <a:pPr algn="ctr">
              <a:buNone/>
            </a:pPr>
            <a:r>
              <a:rPr lang="it-IT" sz="6000" dirty="0" smtClean="0">
                <a:latin typeface="Cambria" pitchFamily="18" charset="0"/>
              </a:rPr>
              <a:t>Amin'ny avo.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81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Nofo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notafin'ny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Teny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Lanitra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nilaozany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'</a:t>
            </a:r>
            <a:r>
              <a:rPr lang="en-US" sz="6000" dirty="0" err="1" smtClean="0">
                <a:latin typeface="Cambria" pitchFamily="18" charset="0"/>
              </a:rPr>
              <a:t>Ndao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isika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hankany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Be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lazany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81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428736"/>
            <a:ext cx="8501090" cy="5429264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it-IT" sz="6000" dirty="0" smtClean="0">
                <a:latin typeface="Cambria" pitchFamily="18" charset="0"/>
              </a:rPr>
              <a:t>Voninahitra ho an'</a:t>
            </a:r>
          </a:p>
          <a:p>
            <a:pPr algn="ctr">
              <a:buNone/>
            </a:pPr>
            <a:r>
              <a:rPr lang="it-IT" sz="6000" dirty="0" smtClean="0">
                <a:latin typeface="Cambria" pitchFamily="18" charset="0"/>
              </a:rPr>
              <a:t>Andriamanitra</a:t>
            </a:r>
          </a:p>
          <a:p>
            <a:pPr algn="ctr">
              <a:buNone/>
            </a:pPr>
            <a:r>
              <a:rPr lang="it-IT" sz="6000" dirty="0" smtClean="0">
                <a:latin typeface="Cambria" pitchFamily="18" charset="0"/>
              </a:rPr>
              <a:t>Amin'ny avo.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81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4. </a:t>
            </a:r>
            <a:r>
              <a:rPr lang="en-US" sz="6000" dirty="0" err="1" smtClean="0">
                <a:latin typeface="Cambria" pitchFamily="18" charset="0"/>
              </a:rPr>
              <a:t>Voninahitra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ambony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an'Andriamanitra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hira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redony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Solon-java-</a:t>
            </a:r>
            <a:r>
              <a:rPr lang="en-US" sz="6000" dirty="0" err="1" smtClean="0">
                <a:latin typeface="Cambria" pitchFamily="18" charset="0"/>
              </a:rPr>
              <a:t>manitra</a:t>
            </a:r>
            <a:r>
              <a:rPr lang="en-US" sz="600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81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428736"/>
            <a:ext cx="8501090" cy="5429264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it-IT" sz="6000" dirty="0" smtClean="0">
                <a:latin typeface="Cambria" pitchFamily="18" charset="0"/>
              </a:rPr>
              <a:t>Voninahitra ho an'</a:t>
            </a:r>
          </a:p>
          <a:p>
            <a:pPr algn="ctr">
              <a:buNone/>
            </a:pPr>
            <a:r>
              <a:rPr lang="it-IT" sz="6000" dirty="0" smtClean="0">
                <a:latin typeface="Cambria" pitchFamily="18" charset="0"/>
              </a:rPr>
              <a:t>Andriamanitra</a:t>
            </a:r>
          </a:p>
          <a:p>
            <a:pPr algn="ctr">
              <a:buNone/>
            </a:pPr>
            <a:r>
              <a:rPr lang="it-IT" sz="6000" dirty="0" smtClean="0">
                <a:latin typeface="Cambria" pitchFamily="18" charset="0"/>
              </a:rPr>
              <a:t>Amin'ny avo.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118</Words>
  <PresentationFormat>Affichage à l'écran (4:3)</PresentationFormat>
  <Paragraphs>36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81</vt:lpstr>
      <vt:lpstr>HIRA 81</vt:lpstr>
      <vt:lpstr>HIRA 81</vt:lpstr>
      <vt:lpstr>HIRA 81</vt:lpstr>
      <vt:lpstr>HIRA 81</vt:lpstr>
      <vt:lpstr>HIRA 81</vt:lpstr>
      <vt:lpstr>HIRA 81</vt:lpstr>
      <vt:lpstr>HIRA 81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68</dc:title>
  <dc:creator>M</dc:creator>
  <cp:lastModifiedBy>M</cp:lastModifiedBy>
  <cp:revision>10</cp:revision>
  <dcterms:created xsi:type="dcterms:W3CDTF">2012-12-08T21:27:25Z</dcterms:created>
  <dcterms:modified xsi:type="dcterms:W3CDTF">2012-12-25T06:17:18Z</dcterms:modified>
</cp:coreProperties>
</file>