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1. He!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namako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Lay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mitady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mania,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Olom-bery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foiny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antsoiny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Hanam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pifaliam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-be.:,: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2. He!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fetra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homena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lova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Nefa izay be hataka andro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Dia hanenina tokoa;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:,: Misy fetra ny </a:t>
            </a: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endParaRPr lang="pt-B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Azo amindrana fo.:,: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Manatòna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hesoriny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tsiny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hadio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Fa ny ota hosasany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Dia ho afaka avokoa,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:,: 'Zany re no fikasany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ka tsy maintsy to tokoa.:,: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maditra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Hampangain'ny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reny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nety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nankatò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358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Jeso Tompo no hitsara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Sy hamaly ny natao,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:,: Nefa kosa ny anjara</a:t>
            </a:r>
          </a:p>
          <a:p>
            <a:pPr>
              <a:buNone/>
            </a:pPr>
            <a:r>
              <a:rPr lang="pt-BR" sz="6000" dirty="0" smtClean="0">
                <a:solidFill>
                  <a:srgbClr val="002060"/>
                </a:solidFill>
                <a:latin typeface="Cambria" pitchFamily="18" charset="0"/>
              </a:rPr>
              <a:t>Dia miankina aminao.:,: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358 </vt:lpstr>
      <vt:lpstr>Hira 358 </vt:lpstr>
      <vt:lpstr>Hira 358 </vt:lpstr>
      <vt:lpstr>Hira 358 </vt:lpstr>
      <vt:lpstr>Hira 358 </vt:lpstr>
      <vt:lpstr>Hira 358 </vt:lpstr>
      <vt:lpstr>Hira 358 </vt:lpstr>
      <vt:lpstr>Hira 358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358 </dc:title>
  <dc:creator>M</dc:creator>
  <cp:lastModifiedBy>M</cp:lastModifiedBy>
  <cp:revision>2</cp:revision>
  <dcterms:created xsi:type="dcterms:W3CDTF">2012-11-26T18:50:41Z</dcterms:created>
  <dcterms:modified xsi:type="dcterms:W3CDTF">2012-11-26T19:01:35Z</dcterms:modified>
</cp:coreProperties>
</file>