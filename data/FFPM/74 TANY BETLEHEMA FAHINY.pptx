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11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74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Tany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Betlehema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fahiny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Tao an-</a:t>
            </a:r>
            <a:r>
              <a:rPr lang="en-US" sz="7200" dirty="0" err="1" smtClean="0">
                <a:latin typeface="Cambria" pitchFamily="18" charset="0"/>
              </a:rPr>
              <a:t>tranon'omby</a:t>
            </a:r>
            <a:r>
              <a:rPr lang="en-US" sz="7200" dirty="0" smtClean="0">
                <a:latin typeface="Cambria" pitchFamily="18" charset="0"/>
              </a:rPr>
              <a:t> re;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Zazakely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Tampofoan-dreniny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Kristy </a:t>
            </a:r>
            <a:r>
              <a:rPr lang="en-US" sz="7200" dirty="0" err="1" smtClean="0">
                <a:latin typeface="Cambria" pitchFamily="18" charset="0"/>
              </a:rPr>
              <a:t>Zaza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Zanak'i</a:t>
            </a:r>
            <a:r>
              <a:rPr lang="en-US" sz="7200" dirty="0" smtClean="0">
                <a:latin typeface="Cambria" pitchFamily="18" charset="0"/>
              </a:rPr>
              <a:t> Maria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. 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74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Nahafoy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Rainy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nandao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nandà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trano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ratsy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Andriamanitra</a:t>
            </a:r>
            <a:r>
              <a:rPr lang="en-US" sz="72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Toe-</a:t>
            </a:r>
            <a:r>
              <a:rPr lang="en-US" sz="7200" dirty="0" err="1" smtClean="0">
                <a:latin typeface="Cambria" pitchFamily="18" charset="0"/>
              </a:rPr>
              <a:t>pahantrana</a:t>
            </a:r>
            <a:r>
              <a:rPr lang="en-US" sz="7200" dirty="0" smtClean="0">
                <a:latin typeface="Cambria" pitchFamily="18" charset="0"/>
              </a:rPr>
              <a:t> re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lehibe</a:t>
            </a:r>
            <a:r>
              <a:rPr lang="en-US" sz="72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74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Fony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mbola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Zaza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nanaiky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nanoa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nanetry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Kristiana</a:t>
            </a:r>
            <a:r>
              <a:rPr lang="en-US" sz="7200" dirty="0" smtClean="0">
                <a:latin typeface="Cambria" pitchFamily="18" charset="0"/>
              </a:rPr>
              <a:t> e!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Manaraha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 re!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74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Ka ho </a:t>
            </a:r>
            <a:r>
              <a:rPr lang="en-US" sz="7200" dirty="0" err="1" smtClean="0">
                <a:latin typeface="Cambria" pitchFamily="18" charset="0"/>
              </a:rPr>
              <a:t>hitantsika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fitiavany</a:t>
            </a:r>
            <a:r>
              <a:rPr lang="en-US" sz="72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'Lay </a:t>
            </a:r>
            <a:r>
              <a:rPr lang="en-US" sz="7200" dirty="0" err="1" smtClean="0">
                <a:latin typeface="Cambria" pitchFamily="18" charset="0"/>
              </a:rPr>
              <a:t>Zazakely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Tompon-danitra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isika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zanany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hankany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74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tranon'omby</a:t>
            </a:r>
            <a:r>
              <a:rPr lang="en-US" sz="7200" dirty="0" smtClean="0">
                <a:latin typeface="Cambria" pitchFamily="18" charset="0"/>
              </a:rPr>
              <a:t>. 	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Itoerany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nankao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danitra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mitafy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ho </a:t>
            </a:r>
            <a:r>
              <a:rPr lang="en-US" sz="7200" dirty="0" err="1" smtClean="0">
                <a:latin typeface="Cambria" pitchFamily="18" charset="0"/>
              </a:rPr>
              <a:t>sambatra</a:t>
            </a:r>
            <a:r>
              <a:rPr lang="en-US" sz="7200" dirty="0" smtClean="0">
                <a:latin typeface="Cambria" pitchFamily="18" charset="0"/>
              </a:rPr>
              <a:t> any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Tahaka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122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74</vt:lpstr>
      <vt:lpstr>HIRA 74</vt:lpstr>
      <vt:lpstr>HIRA 74</vt:lpstr>
      <vt:lpstr>HIRA 74</vt:lpstr>
      <vt:lpstr>HIRA 74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7</cp:revision>
  <dcterms:created xsi:type="dcterms:W3CDTF">2012-12-08T21:27:25Z</dcterms:created>
  <dcterms:modified xsi:type="dcterms:W3CDTF">2013-07-02T13:02:17Z</dcterms:modified>
</cp:coreProperties>
</file>