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28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671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danitra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ho </a:t>
            </a:r>
            <a:r>
              <a:rPr lang="fr-FR" sz="6600" dirty="0" err="1" smtClean="0">
                <a:latin typeface="Cambria" pitchFamily="18" charset="0"/>
              </a:rPr>
              <a:t>sambatra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Malahelo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671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Ravoravo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Amin-</a:t>
            </a:r>
            <a:r>
              <a:rPr lang="fr-FR" sz="6600" dirty="0" err="1" smtClean="0">
                <a:latin typeface="Cambria" pitchFamily="18" charset="0"/>
              </a:rPr>
              <a:t>dRaintsika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danitra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671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2. Fahoriana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Ao an-dàlana,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iharan'ny zava-manjo;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Ao an-danitra re,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671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Fiadanana be;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Mba hevero, ry havana ô!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671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Aza kivy ô,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Ry fanahiko,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Na dia maizina aza aty;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Vetivety izao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671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Dia hody hianao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Ao am-pahazavana 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671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642918"/>
            <a:ext cx="914406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4. Ry Mpanavotray, 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Indreto izahay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Mpivahiny an-dàlana izao;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Tsy tamana aty,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671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642918"/>
            <a:ext cx="914406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Te-hifindra ary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Ao an-danitra ao aminao.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109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671</vt:lpstr>
      <vt:lpstr>Hira 671</vt:lpstr>
      <vt:lpstr>Hira 671</vt:lpstr>
      <vt:lpstr>Hira 671</vt:lpstr>
      <vt:lpstr>Hira 671</vt:lpstr>
      <vt:lpstr>Hira 671</vt:lpstr>
      <vt:lpstr>Hira 671</vt:lpstr>
      <vt:lpstr>Hira 671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6</cp:revision>
  <dcterms:created xsi:type="dcterms:W3CDTF">2012-11-26T19:13:07Z</dcterms:created>
  <dcterms:modified xsi:type="dcterms:W3CDTF">2015-01-29T17:33:17Z</dcterms:modified>
</cp:coreProperties>
</file>