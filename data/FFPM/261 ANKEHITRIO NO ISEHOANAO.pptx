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64" r:id="rId7"/>
    <p:sldId id="259" r:id="rId8"/>
    <p:sldId id="265" r:id="rId9"/>
    <p:sldId id="260" r:id="rId10"/>
    <p:sldId id="266" r:id="rId11"/>
    <p:sldId id="261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098" autoAdjust="0"/>
    <p:restoredTop sz="94660"/>
  </p:normalViewPr>
  <p:slideViewPr>
    <p:cSldViewPr>
      <p:cViewPr varScale="1">
        <p:scale>
          <a:sx n="60" d="100"/>
          <a:sy n="60" d="100"/>
        </p:scale>
        <p:origin x="-2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7786742" cy="928670"/>
          </a:xfrm>
        </p:spPr>
        <p:txBody>
          <a:bodyPr/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785794"/>
            <a:ext cx="821537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Ankehitrio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isehoanao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malalanay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8286776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Ankehitrio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anandramanay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hafaliam-ben'ny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lanitrao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8286776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Ampiomany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am-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Hampahadio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eritreritray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8286776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Hahatakaranay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avotrao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nambaranao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8286776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anoloranao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mofon'aina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8286776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ialanay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sasatra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adinay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rafinay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8286776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714356"/>
            <a:ext cx="857252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Miandry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fihavi</a:t>
            </a:r>
            <a:r>
              <a:rPr lang="en-US" sz="72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8286776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Ho toy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miposaka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Ho toy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mahavelona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8286776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5. "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Tenako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"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Rako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"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1538" y="214290"/>
            <a:ext cx="8286776" cy="642942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Am-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pitiavana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andraisanay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mendrika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7572428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6.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Mombà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miala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7224" y="0"/>
            <a:ext cx="7358114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80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en-US" sz="8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8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8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8000" b="1" dirty="0" err="1" smtClean="0">
                <a:solidFill>
                  <a:srgbClr val="002060"/>
                </a:solidFill>
                <a:latin typeface="Cambria" pitchFamily="18" charset="0"/>
              </a:rPr>
              <a:t>tavanao</a:t>
            </a:r>
            <a:r>
              <a:rPr lang="en-US" sz="8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8000" b="1" dirty="0" err="1" smtClean="0">
                <a:solidFill>
                  <a:srgbClr val="002060"/>
                </a:solidFill>
                <a:latin typeface="Cambria" pitchFamily="18" charset="0"/>
              </a:rPr>
              <a:t>hazava</a:t>
            </a:r>
            <a:r>
              <a:rPr lang="en-US" sz="80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  <a:endParaRPr lang="fr-FR" sz="8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80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8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8000" b="1" dirty="0" err="1" smtClean="0">
                <a:solidFill>
                  <a:srgbClr val="002060"/>
                </a:solidFill>
                <a:latin typeface="Cambria" pitchFamily="18" charset="0"/>
              </a:rPr>
              <a:t>lalana</a:t>
            </a:r>
            <a:r>
              <a:rPr lang="en-US" sz="8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8000" b="1" dirty="0" err="1" smtClean="0">
                <a:solidFill>
                  <a:srgbClr val="002060"/>
                </a:solidFill>
                <a:latin typeface="Cambria" pitchFamily="18" charset="0"/>
              </a:rPr>
              <a:t>alehanay</a:t>
            </a:r>
            <a:endParaRPr lang="fr-FR" sz="8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8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148</Words>
  <PresentationFormat>Affichage à l'écran (4:3)</PresentationFormat>
  <Paragraphs>41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261</vt:lpstr>
      <vt:lpstr>HIRA 261</vt:lpstr>
      <vt:lpstr>HIRA 261</vt:lpstr>
      <vt:lpstr>HIRA 261</vt:lpstr>
      <vt:lpstr>HIRA 261</vt:lpstr>
      <vt:lpstr>HIRA 261</vt:lpstr>
      <vt:lpstr>HIRA 261</vt:lpstr>
      <vt:lpstr>HIRA 261</vt:lpstr>
      <vt:lpstr>HIRA 261</vt:lpstr>
      <vt:lpstr>HIRA 261</vt:lpstr>
      <vt:lpstr>HIRA 261</vt:lpstr>
      <vt:lpstr>HIRA 261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261</dc:title>
  <dc:creator>M</dc:creator>
  <cp:lastModifiedBy>M</cp:lastModifiedBy>
  <cp:revision>7</cp:revision>
  <dcterms:created xsi:type="dcterms:W3CDTF">2012-10-21T18:53:59Z</dcterms:created>
  <dcterms:modified xsi:type="dcterms:W3CDTF">2014-06-07T18:45:14Z</dcterms:modified>
</cp:coreProperties>
</file>