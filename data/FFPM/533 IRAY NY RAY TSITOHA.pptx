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</a:rPr>
              <a:t>Hira</a:t>
            </a:r>
            <a:r>
              <a:rPr lang="fr-FR" b="1" dirty="0" smtClean="0">
                <a:solidFill>
                  <a:schemeClr val="tx2"/>
                </a:solidFill>
              </a:rPr>
              <a:t> </a:t>
            </a:r>
            <a:r>
              <a:rPr lang="fr-FR" b="1" dirty="0" smtClean="0">
                <a:solidFill>
                  <a:schemeClr val="tx2"/>
                </a:solidFill>
              </a:rPr>
              <a:t>533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885828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Ray </a:t>
            </a:r>
            <a:r>
              <a:rPr lang="en-US" sz="6600" dirty="0" err="1" smtClean="0">
                <a:latin typeface="Cambria" pitchFamily="18" charset="0"/>
              </a:rPr>
              <a:t>Tsitoha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Mpitia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olombelona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</a:rPr>
              <a:t>Hira</a:t>
            </a:r>
            <a:r>
              <a:rPr lang="fr-FR" b="1" dirty="0" smtClean="0">
                <a:solidFill>
                  <a:schemeClr val="tx2"/>
                </a:solidFill>
              </a:rPr>
              <a:t> </a:t>
            </a:r>
            <a:r>
              <a:rPr lang="fr-FR" b="1" dirty="0" smtClean="0">
                <a:solidFill>
                  <a:schemeClr val="tx2"/>
                </a:solidFill>
              </a:rPr>
              <a:t>533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vavahady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hidirana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ady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iombonana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</a:rPr>
              <a:t>Hira</a:t>
            </a:r>
            <a:r>
              <a:rPr lang="fr-FR" b="1" dirty="0" smtClean="0">
                <a:solidFill>
                  <a:schemeClr val="tx2"/>
                </a:solidFill>
              </a:rPr>
              <a:t> </a:t>
            </a:r>
            <a:r>
              <a:rPr lang="fr-FR" b="1" dirty="0" smtClean="0">
                <a:solidFill>
                  <a:schemeClr val="tx2"/>
                </a:solidFill>
              </a:rPr>
              <a:t>533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fahantrana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Ilaozantsika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fanjakana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Alehantsika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</a:rPr>
              <a:t>Hira</a:t>
            </a:r>
            <a:r>
              <a:rPr lang="fr-FR" b="1" dirty="0" smtClean="0">
                <a:solidFill>
                  <a:schemeClr val="tx2"/>
                </a:solidFill>
              </a:rPr>
              <a:t> </a:t>
            </a:r>
            <a:r>
              <a:rPr lang="fr-FR" b="1" dirty="0" smtClean="0">
                <a:solidFill>
                  <a:schemeClr val="tx2"/>
                </a:solidFill>
              </a:rPr>
              <a:t>533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885828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zana-janahary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voavela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Miraisa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mifandraisa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</a:rPr>
              <a:t>Hira</a:t>
            </a:r>
            <a:r>
              <a:rPr lang="fr-FR" b="1" dirty="0" smtClean="0">
                <a:solidFill>
                  <a:schemeClr val="tx2"/>
                </a:solidFill>
              </a:rPr>
              <a:t> </a:t>
            </a:r>
            <a:r>
              <a:rPr lang="fr-FR" b="1" dirty="0" smtClean="0">
                <a:solidFill>
                  <a:schemeClr val="tx2"/>
                </a:solidFill>
              </a:rPr>
              <a:t>533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Mifamelà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meloka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Mifanajà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zanaka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</a:rPr>
              <a:t>Hira</a:t>
            </a:r>
            <a:r>
              <a:rPr lang="fr-FR" b="1" dirty="0" smtClean="0">
                <a:solidFill>
                  <a:schemeClr val="tx2"/>
                </a:solidFill>
              </a:rPr>
              <a:t> </a:t>
            </a:r>
            <a:r>
              <a:rPr lang="fr-FR" b="1" dirty="0" smtClean="0">
                <a:solidFill>
                  <a:schemeClr val="tx2"/>
                </a:solidFill>
              </a:rPr>
              <a:t>533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fitia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Ampio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mpifankatia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Manahaka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101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533</vt:lpstr>
      <vt:lpstr>Hira 533</vt:lpstr>
      <vt:lpstr>Hira 533</vt:lpstr>
      <vt:lpstr>Hira 533</vt:lpstr>
      <vt:lpstr>Hira 533</vt:lpstr>
      <vt:lpstr>Hira 533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530</dc:title>
  <dc:creator>M</dc:creator>
  <cp:lastModifiedBy>M</cp:lastModifiedBy>
  <cp:revision>6</cp:revision>
  <dcterms:created xsi:type="dcterms:W3CDTF">2012-10-10T06:45:31Z</dcterms:created>
  <dcterms:modified xsi:type="dcterms:W3CDTF">2013-10-16T17:16:37Z</dcterms:modified>
</cp:coreProperties>
</file>