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134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manambara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Filazantsara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0,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!:,: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134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Nitsangana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Haleloia</a:t>
            </a:r>
            <a:r>
              <a:rPr lang="en-US" sz="6600" dirty="0" smtClean="0">
                <a:latin typeface="Cambria" pitchFamily="18" charset="0"/>
              </a:rPr>
              <a:t> re!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Henoy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:.: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marina e!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134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3. He! Rava ny fasana, ka mijere,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Fa efa niala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Tompo malala,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:,: Fa velona e!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134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4. Ny fahafatesana resy tokoa,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Ka tsy mba mijaly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mino fa faly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:,: Sy tretrika am-po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134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5. Misaotra, midera Anao izahay,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Ry Jeso Mpamonjy,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Fa vita ny vonjy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:,: Ho mandrakizay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134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6. Haleloia! Tsara ny Pasaka e!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Tompon'ny aina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Izao hoderaina,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:,: Haleloia re! </a:t>
            </a:r>
            <a:r>
              <a:rPr lang="it-IT" sz="6600" dirty="0" smtClean="0">
                <a:latin typeface="Cambria" pitchFamily="18" charset="0"/>
              </a:rPr>
              <a:t>:,:</a:t>
            </a:r>
            <a:r>
              <a:rPr lang="it-IT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137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134</vt:lpstr>
      <vt:lpstr>HIRA 134</vt:lpstr>
      <vt:lpstr>HIRA 134</vt:lpstr>
      <vt:lpstr>HIRA 134</vt:lpstr>
      <vt:lpstr>HIRA 134</vt:lpstr>
      <vt:lpstr>HIRA 134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12</cp:revision>
  <dcterms:created xsi:type="dcterms:W3CDTF">2012-10-21T18:56:48Z</dcterms:created>
  <dcterms:modified xsi:type="dcterms:W3CDTF">2013-07-03T07:19:42Z</dcterms:modified>
</cp:coreProperties>
</file>