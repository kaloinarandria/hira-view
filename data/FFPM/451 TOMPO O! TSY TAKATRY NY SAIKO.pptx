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9" r:id="rId11"/>
    <p:sldId id="270" r:id="rId12"/>
    <p:sldId id="271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takatry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nohajaiko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Kanjo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antenaiko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resinao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nandà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Voababonao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nasandratrao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zanak'Andriamanitra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tarihinao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Mamy dia mamy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tsaroan'ny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fandavan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tsaroako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fandavan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nahitako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inoako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mambomba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Mambomba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resinao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nandà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Voababonao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nasandratrao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zanak'Andriamanitra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tarihinao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Mamy dia mamy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tsaroan'ny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Afa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manolotra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andrandraiko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Hampijoro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Hijoro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 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resinao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nandà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Voababonao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nasandratrao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zanak'Andriamanitra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451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tarihinao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Mamy dia mamy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tsaroan'ny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192</Words>
  <PresentationFormat>Affichage à l'écran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451 </vt:lpstr>
      <vt:lpstr>Hira 451 </vt:lpstr>
      <vt:lpstr>Hira 451 </vt:lpstr>
      <vt:lpstr>Hira 451 </vt:lpstr>
      <vt:lpstr>Hira 451 </vt:lpstr>
      <vt:lpstr>Hira 451 </vt:lpstr>
      <vt:lpstr>Hira 451 </vt:lpstr>
      <vt:lpstr>Hira 451 </vt:lpstr>
      <vt:lpstr>Hira 451 </vt:lpstr>
      <vt:lpstr>Hira 451 </vt:lpstr>
      <vt:lpstr>Hira 451 </vt:lpstr>
      <vt:lpstr>Hira 451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449 </dc:title>
  <dc:creator>M</dc:creator>
  <cp:lastModifiedBy>M</cp:lastModifiedBy>
  <cp:revision>7</cp:revision>
  <dcterms:created xsi:type="dcterms:W3CDTF">2012-11-26T19:32:36Z</dcterms:created>
  <dcterms:modified xsi:type="dcterms:W3CDTF">2013-08-24T19:50:44Z</dcterms:modified>
</cp:coreProperties>
</file>