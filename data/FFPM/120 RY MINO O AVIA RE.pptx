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6858000" type="screen4x3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 autoAdjust="0"/>
    <p:restoredTop sz="94647" autoAdjust="0"/>
  </p:normalViewPr>
  <p:slideViewPr>
    <p:cSldViewPr>
      <p:cViewPr varScale="1">
        <p:scale>
          <a:sx n="44" d="100"/>
          <a:sy n="44" d="100"/>
        </p:scale>
        <p:origin x="-96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smtClean="0"/>
              <a:t>Cliquez pour modifier le style des sous-titres du masque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03/07/2013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03/07/2013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03/07/2013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03/07/2013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03/07/2013</a:t>
            </a:fld>
            <a:endParaRPr lang="fr-BE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03/07/2013</a:t>
            </a:fld>
            <a:endParaRPr lang="fr-BE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03/07/2013</a:t>
            </a:fld>
            <a:endParaRPr lang="fr-BE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03/07/2013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03/07/2013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03/07/2013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03/07/2013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309A6D-C09C-4548-B29A-6CF363A7E532}" type="datetimeFigureOut">
              <a:rPr lang="fr-FR" smtClean="0"/>
              <a:pPr/>
              <a:t>03/07/2013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435608" y="0"/>
            <a:ext cx="6851168" cy="1000108"/>
          </a:xfrm>
        </p:spPr>
        <p:txBody>
          <a:bodyPr>
            <a:normAutofit/>
          </a:bodyPr>
          <a:lstStyle/>
          <a:p>
            <a:pPr algn="ctr"/>
            <a:r>
              <a:rPr lang="fr-FR" sz="4400" b="1" dirty="0" smtClean="0">
                <a:solidFill>
                  <a:schemeClr val="tx2"/>
                </a:solidFill>
                <a:latin typeface="Cambria" pitchFamily="18" charset="0"/>
              </a:rPr>
              <a:t>HIRA 120</a:t>
            </a:r>
            <a:endParaRPr lang="fr-FR" sz="4400" b="1" dirty="0">
              <a:solidFill>
                <a:schemeClr val="tx2"/>
              </a:solidFill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0" y="1000108"/>
            <a:ext cx="9144000" cy="5857892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6600" dirty="0" smtClean="0">
                <a:latin typeface="Cambria" pitchFamily="18" charset="0"/>
              </a:rPr>
              <a:t>1. </a:t>
            </a:r>
            <a:r>
              <a:rPr lang="en-US" sz="6600" dirty="0" err="1" smtClean="0">
                <a:latin typeface="Cambria" pitchFamily="18" charset="0"/>
              </a:rPr>
              <a:t>Ry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mino</a:t>
            </a:r>
            <a:r>
              <a:rPr lang="en-US" sz="6600" dirty="0" smtClean="0">
                <a:latin typeface="Cambria" pitchFamily="18" charset="0"/>
              </a:rPr>
              <a:t> ô, </a:t>
            </a:r>
            <a:r>
              <a:rPr lang="en-US" sz="6600" dirty="0" err="1" smtClean="0">
                <a:latin typeface="Cambria" pitchFamily="18" charset="0"/>
              </a:rPr>
              <a:t>avia</a:t>
            </a:r>
            <a:r>
              <a:rPr lang="en-US" sz="6600" dirty="0" smtClean="0">
                <a:latin typeface="Cambria" pitchFamily="18" charset="0"/>
              </a:rPr>
              <a:t> re!</a:t>
            </a: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Hiara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mankalaza</a:t>
            </a:r>
            <a:endParaRPr lang="en-US" sz="66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Ilay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mpanjaka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lehibe</a:t>
            </a:r>
            <a:r>
              <a:rPr lang="en-US" sz="6600" dirty="0" smtClean="0">
                <a:latin typeface="Cambria" pitchFamily="18" charset="0"/>
              </a:rPr>
              <a:t>,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435608" y="0"/>
            <a:ext cx="6851168" cy="1000108"/>
          </a:xfrm>
        </p:spPr>
        <p:txBody>
          <a:bodyPr>
            <a:normAutofit/>
          </a:bodyPr>
          <a:lstStyle/>
          <a:p>
            <a:pPr algn="ctr"/>
            <a:r>
              <a:rPr lang="fr-FR" sz="4400" b="1" dirty="0" smtClean="0">
                <a:solidFill>
                  <a:schemeClr val="tx2"/>
                </a:solidFill>
                <a:latin typeface="Cambria" pitchFamily="18" charset="0"/>
              </a:rPr>
              <a:t>HIRA 120</a:t>
            </a:r>
            <a:endParaRPr lang="fr-FR" sz="4400" b="1" dirty="0">
              <a:solidFill>
                <a:schemeClr val="tx2"/>
              </a:solidFill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0" y="1000108"/>
            <a:ext cx="9144000" cy="5857892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Fa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tena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mahagaga</a:t>
            </a:r>
            <a:endParaRPr lang="en-US" sz="66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Sy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sarobidy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anie</a:t>
            </a:r>
            <a:endParaRPr lang="en-US" sz="66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Ny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fahasoavan-dehibe</a:t>
            </a:r>
            <a:endParaRPr lang="en-US" sz="66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Nomeny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antsika</a:t>
            </a:r>
            <a:r>
              <a:rPr lang="en-US" sz="6600" dirty="0" smtClean="0">
                <a:latin typeface="Cambria" pitchFamily="18" charset="0"/>
              </a:rPr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435608" y="0"/>
            <a:ext cx="6851168" cy="1000108"/>
          </a:xfrm>
        </p:spPr>
        <p:txBody>
          <a:bodyPr>
            <a:normAutofit/>
          </a:bodyPr>
          <a:lstStyle/>
          <a:p>
            <a:pPr algn="ctr"/>
            <a:r>
              <a:rPr lang="fr-FR" sz="4400" b="1" dirty="0" smtClean="0">
                <a:solidFill>
                  <a:schemeClr val="tx2"/>
                </a:solidFill>
                <a:latin typeface="Cambria" pitchFamily="18" charset="0"/>
              </a:rPr>
              <a:t>HIRA 120</a:t>
            </a:r>
            <a:endParaRPr lang="fr-FR" sz="4400" b="1" dirty="0">
              <a:solidFill>
                <a:schemeClr val="tx2"/>
              </a:solidFill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0" y="1000108"/>
            <a:ext cx="9144000" cy="5857892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it-IT" sz="6600" dirty="0" smtClean="0">
                <a:latin typeface="Cambria" pitchFamily="18" charset="0"/>
              </a:rPr>
              <a:t>2. Tsy asa soa vitako</a:t>
            </a:r>
          </a:p>
          <a:p>
            <a:pPr>
              <a:buNone/>
            </a:pPr>
            <a:r>
              <a:rPr lang="it-IT" sz="6600" dirty="0" smtClean="0">
                <a:latin typeface="Cambria" pitchFamily="18" charset="0"/>
              </a:rPr>
              <a:t>No tokiko anefa,</a:t>
            </a:r>
          </a:p>
          <a:p>
            <a:pPr>
              <a:buNone/>
            </a:pPr>
            <a:r>
              <a:rPr lang="it-IT" sz="6600" dirty="0" smtClean="0">
                <a:latin typeface="Cambria" pitchFamily="18" charset="0"/>
              </a:rPr>
              <a:t>Fa ny Andrimanitro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435608" y="0"/>
            <a:ext cx="6851168" cy="1000108"/>
          </a:xfrm>
        </p:spPr>
        <p:txBody>
          <a:bodyPr>
            <a:normAutofit/>
          </a:bodyPr>
          <a:lstStyle/>
          <a:p>
            <a:pPr algn="ctr"/>
            <a:r>
              <a:rPr lang="fr-FR" sz="4400" b="1" dirty="0" smtClean="0">
                <a:solidFill>
                  <a:schemeClr val="tx2"/>
                </a:solidFill>
                <a:latin typeface="Cambria" pitchFamily="18" charset="0"/>
              </a:rPr>
              <a:t>HIRA 120</a:t>
            </a:r>
            <a:endParaRPr lang="fr-FR" sz="4400" b="1" dirty="0">
              <a:solidFill>
                <a:schemeClr val="tx2"/>
              </a:solidFill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0" y="1000108"/>
            <a:ext cx="9144000" cy="5857892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it-IT" sz="6600" dirty="0" smtClean="0">
                <a:latin typeface="Cambria" pitchFamily="18" charset="0"/>
              </a:rPr>
              <a:t>No tsy nisalasala</a:t>
            </a:r>
          </a:p>
          <a:p>
            <a:pPr>
              <a:buNone/>
            </a:pPr>
            <a:r>
              <a:rPr lang="it-IT" sz="6600" dirty="0" smtClean="0">
                <a:latin typeface="Cambria" pitchFamily="18" charset="0"/>
              </a:rPr>
              <a:t>Hanafaka ny otako,</a:t>
            </a:r>
          </a:p>
          <a:p>
            <a:pPr>
              <a:buNone/>
            </a:pPr>
            <a:r>
              <a:rPr lang="it-IT" sz="6600" dirty="0" smtClean="0">
                <a:latin typeface="Cambria" pitchFamily="18" charset="0"/>
              </a:rPr>
              <a:t>Nomeny mba ho avotro</a:t>
            </a:r>
          </a:p>
          <a:p>
            <a:pPr>
              <a:buNone/>
            </a:pPr>
            <a:r>
              <a:rPr lang="it-IT" sz="6600" dirty="0" smtClean="0">
                <a:latin typeface="Cambria" pitchFamily="18" charset="0"/>
              </a:rPr>
              <a:t>Ny Zanany malala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435608" y="0"/>
            <a:ext cx="6851168" cy="1000108"/>
          </a:xfrm>
        </p:spPr>
        <p:txBody>
          <a:bodyPr>
            <a:normAutofit/>
          </a:bodyPr>
          <a:lstStyle/>
          <a:p>
            <a:pPr algn="ctr"/>
            <a:r>
              <a:rPr lang="fr-FR" sz="4400" b="1" dirty="0" smtClean="0">
                <a:solidFill>
                  <a:schemeClr val="tx2"/>
                </a:solidFill>
                <a:latin typeface="Cambria" pitchFamily="18" charset="0"/>
              </a:rPr>
              <a:t>HIRA 120</a:t>
            </a:r>
            <a:endParaRPr lang="fr-FR" sz="4400" b="1" dirty="0">
              <a:solidFill>
                <a:schemeClr val="tx2"/>
              </a:solidFill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0" y="1000108"/>
            <a:ext cx="9144000" cy="5857892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it-IT" sz="6600" dirty="0" smtClean="0">
                <a:latin typeface="Cambria" pitchFamily="18" charset="0"/>
              </a:rPr>
              <a:t>3. Jesosy faly eram-po</a:t>
            </a:r>
          </a:p>
          <a:p>
            <a:pPr>
              <a:buNone/>
            </a:pPr>
            <a:r>
              <a:rPr lang="it-IT" sz="6600" dirty="0" smtClean="0">
                <a:latin typeface="Cambria" pitchFamily="18" charset="0"/>
              </a:rPr>
              <a:t>Hamonjy ahy very,</a:t>
            </a:r>
          </a:p>
          <a:p>
            <a:pPr>
              <a:buNone/>
            </a:pPr>
            <a:r>
              <a:rPr lang="it-IT" sz="6600" dirty="0" smtClean="0">
                <a:latin typeface="Cambria" pitchFamily="18" charset="0"/>
              </a:rPr>
              <a:t>Ka azoko ny indrafo,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435608" y="0"/>
            <a:ext cx="6851168" cy="1000108"/>
          </a:xfrm>
        </p:spPr>
        <p:txBody>
          <a:bodyPr>
            <a:normAutofit/>
          </a:bodyPr>
          <a:lstStyle/>
          <a:p>
            <a:pPr algn="ctr"/>
            <a:r>
              <a:rPr lang="fr-FR" sz="4400" b="1" dirty="0" smtClean="0">
                <a:solidFill>
                  <a:schemeClr val="tx2"/>
                </a:solidFill>
                <a:latin typeface="Cambria" pitchFamily="18" charset="0"/>
              </a:rPr>
              <a:t>HIRA 120</a:t>
            </a:r>
            <a:endParaRPr lang="fr-FR" sz="4400" b="1" dirty="0">
              <a:solidFill>
                <a:schemeClr val="tx2"/>
              </a:solidFill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0" y="1000108"/>
            <a:ext cx="9144000" cy="5857892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it-IT" sz="6600" dirty="0" smtClean="0">
                <a:latin typeface="Cambria" pitchFamily="18" charset="0"/>
              </a:rPr>
              <a:t>Izay vitan'Izy irery,</a:t>
            </a:r>
          </a:p>
          <a:p>
            <a:pPr>
              <a:buNone/>
            </a:pPr>
            <a:r>
              <a:rPr lang="it-IT" sz="6600" dirty="0" smtClean="0">
                <a:latin typeface="Cambria" pitchFamily="18" charset="0"/>
              </a:rPr>
              <a:t>Izaho tena afa-po,</a:t>
            </a:r>
          </a:p>
          <a:p>
            <a:pPr>
              <a:buNone/>
            </a:pPr>
            <a:r>
              <a:rPr lang="it-IT" sz="6600" dirty="0" smtClean="0">
                <a:latin typeface="Cambria" pitchFamily="18" charset="0"/>
              </a:rPr>
              <a:t>Tsy misy atahorako,</a:t>
            </a:r>
          </a:p>
          <a:p>
            <a:pPr>
              <a:buNone/>
            </a:pPr>
            <a:r>
              <a:rPr lang="it-IT" sz="6600" dirty="0" smtClean="0">
                <a:latin typeface="Cambria" pitchFamily="18" charset="0"/>
              </a:rPr>
              <a:t>Izaho tsy ho very.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435608" y="0"/>
            <a:ext cx="6851168" cy="1000108"/>
          </a:xfrm>
        </p:spPr>
        <p:txBody>
          <a:bodyPr>
            <a:normAutofit/>
          </a:bodyPr>
          <a:lstStyle/>
          <a:p>
            <a:pPr algn="ctr"/>
            <a:r>
              <a:rPr lang="fr-FR" sz="4400" b="1" dirty="0" smtClean="0">
                <a:solidFill>
                  <a:schemeClr val="tx2"/>
                </a:solidFill>
                <a:latin typeface="Cambria" pitchFamily="18" charset="0"/>
              </a:rPr>
              <a:t>HIRA 120</a:t>
            </a:r>
            <a:endParaRPr lang="fr-FR" sz="4400" b="1" dirty="0">
              <a:solidFill>
                <a:schemeClr val="tx2"/>
              </a:solidFill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0" y="1000108"/>
            <a:ext cx="9144000" cy="5857892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it-IT" sz="6600" dirty="0" smtClean="0">
                <a:latin typeface="Cambria" pitchFamily="18" charset="0"/>
              </a:rPr>
              <a:t>4. Jesosy Kristy Tompo ô!</a:t>
            </a:r>
          </a:p>
          <a:p>
            <a:pPr>
              <a:buNone/>
            </a:pPr>
            <a:r>
              <a:rPr lang="it-IT" sz="6600" dirty="0" smtClean="0">
                <a:latin typeface="Cambria" pitchFamily="18" charset="0"/>
              </a:rPr>
              <a:t>Izaho ta-hamaly</a:t>
            </a:r>
          </a:p>
          <a:p>
            <a:pPr>
              <a:buNone/>
            </a:pPr>
            <a:r>
              <a:rPr lang="it-IT" sz="6600" dirty="0" smtClean="0">
                <a:latin typeface="Cambria" pitchFamily="18" charset="0"/>
              </a:rPr>
              <a:t>Ny teny fiantsonao: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435608" y="0"/>
            <a:ext cx="6851168" cy="1000108"/>
          </a:xfrm>
        </p:spPr>
        <p:txBody>
          <a:bodyPr>
            <a:normAutofit/>
          </a:bodyPr>
          <a:lstStyle/>
          <a:p>
            <a:pPr algn="ctr"/>
            <a:r>
              <a:rPr lang="fr-FR" sz="4400" b="1" dirty="0" smtClean="0">
                <a:solidFill>
                  <a:schemeClr val="tx2"/>
                </a:solidFill>
                <a:latin typeface="Cambria" pitchFamily="18" charset="0"/>
              </a:rPr>
              <a:t>HIRA 120</a:t>
            </a:r>
            <a:endParaRPr lang="fr-FR" sz="4400" b="1" dirty="0">
              <a:solidFill>
                <a:schemeClr val="tx2"/>
              </a:solidFill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0" y="1000108"/>
            <a:ext cx="9144000" cy="5857892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it-IT" sz="6600" dirty="0" smtClean="0">
                <a:latin typeface="Cambria" pitchFamily="18" charset="0"/>
              </a:rPr>
              <a:t>"Mba manatòna Ahy!</a:t>
            </a:r>
          </a:p>
          <a:p>
            <a:pPr>
              <a:buNone/>
            </a:pPr>
            <a:r>
              <a:rPr lang="it-IT" sz="6600" dirty="0" smtClean="0">
                <a:latin typeface="Cambria" pitchFamily="18" charset="0"/>
              </a:rPr>
              <a:t>Izaho dia ho anao,</a:t>
            </a:r>
          </a:p>
          <a:p>
            <a:pPr>
              <a:buNone/>
            </a:pPr>
            <a:r>
              <a:rPr lang="it-IT" sz="6600" dirty="0" smtClean="0">
                <a:latin typeface="Cambria" pitchFamily="18" charset="0"/>
              </a:rPr>
              <a:t>Ho Ahy kosa hianao."</a:t>
            </a:r>
          </a:p>
          <a:p>
            <a:pPr>
              <a:buNone/>
            </a:pPr>
            <a:r>
              <a:rPr lang="it-IT" sz="6600" dirty="0" smtClean="0">
                <a:latin typeface="Cambria" pitchFamily="18" charset="0"/>
              </a:rPr>
              <a:t>Ka manampia ahy.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435608" y="0"/>
            <a:ext cx="6851168" cy="1000108"/>
          </a:xfrm>
        </p:spPr>
        <p:txBody>
          <a:bodyPr>
            <a:normAutofit/>
          </a:bodyPr>
          <a:lstStyle/>
          <a:p>
            <a:pPr algn="ctr"/>
            <a:r>
              <a:rPr lang="fr-FR" sz="4400" b="1" dirty="0" smtClean="0">
                <a:solidFill>
                  <a:schemeClr val="tx2"/>
                </a:solidFill>
                <a:latin typeface="Cambria" pitchFamily="18" charset="0"/>
              </a:rPr>
              <a:t>HIRA 120</a:t>
            </a:r>
            <a:endParaRPr lang="fr-FR" sz="4400" b="1" dirty="0">
              <a:solidFill>
                <a:schemeClr val="tx2"/>
              </a:solidFill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0" y="1000108"/>
            <a:ext cx="9144000" cy="5857892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it-IT" sz="6600" dirty="0" smtClean="0">
                <a:latin typeface="Cambria" pitchFamily="18" charset="0"/>
              </a:rPr>
              <a:t>5. Ny ranao soa nitete</a:t>
            </a:r>
          </a:p>
          <a:p>
            <a:pPr>
              <a:buNone/>
            </a:pPr>
            <a:r>
              <a:rPr lang="it-IT" sz="6600" dirty="0" smtClean="0">
                <a:latin typeface="Cambria" pitchFamily="18" charset="0"/>
              </a:rPr>
              <a:t>No nanadio ahy</a:t>
            </a:r>
          </a:p>
          <a:p>
            <a:pPr>
              <a:buNone/>
            </a:pPr>
            <a:r>
              <a:rPr lang="it-IT" sz="6600" dirty="0" smtClean="0">
                <a:latin typeface="Cambria" pitchFamily="18" charset="0"/>
              </a:rPr>
              <a:t>Ny ainao sarobidy re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435608" y="0"/>
            <a:ext cx="6851168" cy="1000108"/>
          </a:xfrm>
        </p:spPr>
        <p:txBody>
          <a:bodyPr>
            <a:normAutofit/>
          </a:bodyPr>
          <a:lstStyle/>
          <a:p>
            <a:pPr algn="ctr"/>
            <a:r>
              <a:rPr lang="fr-FR" sz="4400" b="1" dirty="0" smtClean="0">
                <a:solidFill>
                  <a:schemeClr val="tx2"/>
                </a:solidFill>
                <a:latin typeface="Cambria" pitchFamily="18" charset="0"/>
              </a:rPr>
              <a:t>HIRA 120</a:t>
            </a:r>
            <a:endParaRPr lang="fr-FR" sz="4400" b="1" dirty="0">
              <a:solidFill>
                <a:schemeClr val="tx2"/>
              </a:solidFill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0" y="1000108"/>
            <a:ext cx="9144000" cy="5857892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it-IT" sz="6600" dirty="0" smtClean="0">
                <a:latin typeface="Cambria" pitchFamily="18" charset="0"/>
              </a:rPr>
              <a:t>No nanavotana ahy.</a:t>
            </a:r>
          </a:p>
          <a:p>
            <a:pPr>
              <a:buNone/>
            </a:pPr>
            <a:r>
              <a:rPr lang="it-IT" sz="6600" dirty="0" smtClean="0">
                <a:latin typeface="Cambria" pitchFamily="18" charset="0"/>
              </a:rPr>
              <a:t>Mba hitokiako anie</a:t>
            </a:r>
          </a:p>
          <a:p>
            <a:pPr>
              <a:buNone/>
            </a:pPr>
            <a:r>
              <a:rPr lang="it-IT" sz="6600" dirty="0" smtClean="0">
                <a:latin typeface="Cambria" pitchFamily="18" charset="0"/>
              </a:rPr>
              <a:t>Ny famonjena lehibe</a:t>
            </a:r>
          </a:p>
          <a:p>
            <a:pPr>
              <a:buNone/>
            </a:pPr>
            <a:r>
              <a:rPr lang="it-IT" sz="6600" dirty="0" smtClean="0">
                <a:latin typeface="Cambria" pitchFamily="18" charset="0"/>
              </a:rPr>
              <a:t>Natolotrao ahy.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435608" y="0"/>
            <a:ext cx="6851168" cy="1000108"/>
          </a:xfrm>
        </p:spPr>
        <p:txBody>
          <a:bodyPr>
            <a:normAutofit/>
          </a:bodyPr>
          <a:lstStyle/>
          <a:p>
            <a:pPr algn="ctr"/>
            <a:r>
              <a:rPr lang="fr-FR" sz="4400" b="1" dirty="0" smtClean="0">
                <a:solidFill>
                  <a:schemeClr val="tx2"/>
                </a:solidFill>
                <a:latin typeface="Cambria" pitchFamily="18" charset="0"/>
              </a:rPr>
              <a:t>HIRA 120</a:t>
            </a:r>
            <a:endParaRPr lang="fr-FR" sz="4400" b="1" dirty="0">
              <a:solidFill>
                <a:schemeClr val="tx2"/>
              </a:solidFill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0" y="1000108"/>
            <a:ext cx="9144000" cy="5857892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it-IT" sz="6600" dirty="0" smtClean="0">
                <a:latin typeface="Cambria" pitchFamily="18" charset="0"/>
              </a:rPr>
              <a:t>6. Isaorana eram-po anie</a:t>
            </a:r>
          </a:p>
          <a:p>
            <a:pPr>
              <a:buNone/>
            </a:pPr>
            <a:r>
              <a:rPr lang="it-IT" sz="6600" dirty="0" smtClean="0">
                <a:latin typeface="Cambria" pitchFamily="18" charset="0"/>
              </a:rPr>
              <a:t>Ny Tompo Zanahary,</a:t>
            </a:r>
          </a:p>
          <a:p>
            <a:pPr>
              <a:buNone/>
            </a:pPr>
            <a:r>
              <a:rPr lang="it-IT" sz="6600" dirty="0" smtClean="0">
                <a:latin typeface="Cambria" pitchFamily="18" charset="0"/>
              </a:rPr>
              <a:t>Fa Izy efa nanome</a:t>
            </a:r>
          </a:p>
          <a:p>
            <a:pPr>
              <a:buNone/>
            </a:pPr>
            <a:r>
              <a:rPr lang="it-IT" sz="6600" dirty="0" smtClean="0">
                <a:latin typeface="Cambria" pitchFamily="18" charset="0"/>
              </a:rPr>
              <a:t>Ny Zanany nijaly,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435608" y="0"/>
            <a:ext cx="6851168" cy="1000108"/>
          </a:xfrm>
        </p:spPr>
        <p:txBody>
          <a:bodyPr>
            <a:normAutofit/>
          </a:bodyPr>
          <a:lstStyle/>
          <a:p>
            <a:pPr algn="ctr"/>
            <a:r>
              <a:rPr lang="fr-FR" sz="4400" b="1" dirty="0" smtClean="0">
                <a:solidFill>
                  <a:schemeClr val="tx2"/>
                </a:solidFill>
                <a:latin typeface="Cambria" pitchFamily="18" charset="0"/>
              </a:rPr>
              <a:t>HIRA 120</a:t>
            </a:r>
            <a:endParaRPr lang="fr-FR" sz="4400" b="1" dirty="0">
              <a:solidFill>
                <a:schemeClr val="tx2"/>
              </a:solidFill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0" y="1357298"/>
            <a:ext cx="9144000" cy="4786346"/>
          </a:xfrm>
        </p:spPr>
        <p:txBody>
          <a:bodyPr>
            <a:normAutofit/>
          </a:bodyPr>
          <a:lstStyle/>
          <a:p>
            <a:pPr>
              <a:spcAft>
                <a:spcPts val="0"/>
              </a:spcAft>
              <a:buNone/>
            </a:pPr>
            <a:r>
              <a:rPr lang="en-US" sz="6600" kern="50" dirty="0" smtClean="0">
                <a:solidFill>
                  <a:srgbClr val="1A1A1A"/>
                </a:solidFill>
                <a:latin typeface="Times New Roman"/>
                <a:ea typeface="Times New Roman"/>
              </a:rPr>
              <a:t>Ka </a:t>
            </a:r>
            <a:r>
              <a:rPr lang="en-US" sz="6600" kern="50" dirty="0" err="1" smtClean="0">
                <a:solidFill>
                  <a:srgbClr val="1A1A1A"/>
                </a:solidFill>
                <a:latin typeface="Times New Roman"/>
                <a:ea typeface="Times New Roman"/>
              </a:rPr>
              <a:t>ny</a:t>
            </a:r>
            <a:r>
              <a:rPr lang="en-US" sz="6600" kern="50" dirty="0" smtClean="0">
                <a:solidFill>
                  <a:srgbClr val="1A1A1A"/>
                </a:solidFill>
                <a:latin typeface="Times New Roman"/>
                <a:ea typeface="Times New Roman"/>
              </a:rPr>
              <a:t> </a:t>
            </a:r>
            <a:r>
              <a:rPr lang="en-US" sz="6600" kern="50" dirty="0" err="1" smtClean="0">
                <a:solidFill>
                  <a:srgbClr val="1A1A1A"/>
                </a:solidFill>
                <a:latin typeface="Times New Roman"/>
                <a:ea typeface="Times New Roman"/>
              </a:rPr>
              <a:t>devoly</a:t>
            </a:r>
            <a:r>
              <a:rPr lang="en-US" sz="6600" kern="50" dirty="0" smtClean="0">
                <a:solidFill>
                  <a:srgbClr val="1A1A1A"/>
                </a:solidFill>
                <a:latin typeface="Times New Roman"/>
                <a:ea typeface="Times New Roman"/>
              </a:rPr>
              <a:t> </a:t>
            </a:r>
            <a:r>
              <a:rPr lang="en-US" sz="6600" kern="50" dirty="0" err="1" smtClean="0">
                <a:solidFill>
                  <a:srgbClr val="1A1A1A"/>
                </a:solidFill>
                <a:latin typeface="Times New Roman"/>
                <a:ea typeface="Times New Roman"/>
              </a:rPr>
              <a:t>loza</a:t>
            </a:r>
            <a:r>
              <a:rPr lang="en-US" sz="6600" kern="50" dirty="0" smtClean="0">
                <a:solidFill>
                  <a:srgbClr val="1A1A1A"/>
                </a:solidFill>
                <a:latin typeface="Times New Roman"/>
                <a:ea typeface="Times New Roman"/>
              </a:rPr>
              <a:t> be,</a:t>
            </a:r>
            <a:endParaRPr lang="fr-FR" sz="5400" dirty="0" smtClean="0">
              <a:latin typeface="Times New Roman"/>
              <a:ea typeface="Times New Roman"/>
            </a:endParaRPr>
          </a:p>
          <a:p>
            <a:pPr>
              <a:spcAft>
                <a:spcPts val="0"/>
              </a:spcAft>
              <a:buNone/>
            </a:pPr>
            <a:r>
              <a:rPr lang="en-US" sz="6600" kern="50" dirty="0" err="1" smtClean="0">
                <a:solidFill>
                  <a:srgbClr val="1A1A1A"/>
                </a:solidFill>
                <a:latin typeface="Times New Roman"/>
                <a:ea typeface="Times New Roman"/>
              </a:rPr>
              <a:t>Ny</a:t>
            </a:r>
            <a:r>
              <a:rPr lang="en-US" sz="6600" kern="50" dirty="0" smtClean="0">
                <a:solidFill>
                  <a:srgbClr val="1A1A1A"/>
                </a:solidFill>
                <a:latin typeface="Times New Roman"/>
                <a:ea typeface="Times New Roman"/>
              </a:rPr>
              <a:t> </a:t>
            </a:r>
            <a:r>
              <a:rPr lang="en-US" sz="6600" kern="50" dirty="0" err="1" smtClean="0">
                <a:solidFill>
                  <a:srgbClr val="1A1A1A"/>
                </a:solidFill>
                <a:latin typeface="Times New Roman"/>
                <a:ea typeface="Times New Roman"/>
              </a:rPr>
              <a:t>ota</a:t>
            </a:r>
            <a:r>
              <a:rPr lang="en-US" sz="6600" kern="50" dirty="0" smtClean="0">
                <a:solidFill>
                  <a:srgbClr val="1A1A1A"/>
                </a:solidFill>
                <a:latin typeface="Times New Roman"/>
                <a:ea typeface="Times New Roman"/>
              </a:rPr>
              <a:t> </a:t>
            </a:r>
            <a:r>
              <a:rPr lang="en-US" sz="6600" kern="50" dirty="0" err="1" smtClean="0">
                <a:solidFill>
                  <a:srgbClr val="1A1A1A"/>
                </a:solidFill>
                <a:latin typeface="Times New Roman"/>
                <a:ea typeface="Times New Roman"/>
              </a:rPr>
              <a:t>sy</a:t>
            </a:r>
            <a:r>
              <a:rPr lang="en-US" sz="6600" kern="50" dirty="0" smtClean="0">
                <a:solidFill>
                  <a:srgbClr val="1A1A1A"/>
                </a:solidFill>
                <a:latin typeface="Times New Roman"/>
                <a:ea typeface="Times New Roman"/>
              </a:rPr>
              <a:t> </a:t>
            </a:r>
            <a:r>
              <a:rPr lang="en-US" sz="6600" kern="50" dirty="0" err="1" smtClean="0">
                <a:solidFill>
                  <a:srgbClr val="1A1A1A"/>
                </a:solidFill>
                <a:latin typeface="Times New Roman"/>
                <a:ea typeface="Times New Roman"/>
              </a:rPr>
              <a:t>ny</a:t>
            </a:r>
            <a:r>
              <a:rPr lang="en-US" sz="6600" kern="50" dirty="0" smtClean="0">
                <a:solidFill>
                  <a:srgbClr val="1A1A1A"/>
                </a:solidFill>
                <a:latin typeface="Times New Roman"/>
                <a:ea typeface="Times New Roman"/>
              </a:rPr>
              <a:t> </a:t>
            </a:r>
            <a:r>
              <a:rPr lang="en-US" sz="6600" kern="50" dirty="0" err="1" smtClean="0">
                <a:solidFill>
                  <a:srgbClr val="1A1A1A"/>
                </a:solidFill>
                <a:latin typeface="Times New Roman"/>
                <a:ea typeface="Times New Roman"/>
              </a:rPr>
              <a:t>heloka</a:t>
            </a:r>
            <a:endParaRPr lang="fr-FR" sz="5400" dirty="0" smtClean="0">
              <a:latin typeface="Times New Roman"/>
              <a:ea typeface="Times New Roman"/>
            </a:endParaRPr>
          </a:p>
          <a:p>
            <a:pPr>
              <a:spcAft>
                <a:spcPts val="0"/>
              </a:spcAft>
              <a:buNone/>
            </a:pPr>
            <a:r>
              <a:rPr lang="en-US" sz="6600" kern="50" dirty="0" smtClean="0">
                <a:solidFill>
                  <a:srgbClr val="1A1A1A"/>
                </a:solidFill>
                <a:latin typeface="Times New Roman"/>
                <a:ea typeface="Times New Roman"/>
              </a:rPr>
              <a:t>Ho </a:t>
            </a:r>
            <a:r>
              <a:rPr lang="en-US" sz="6600" kern="50" dirty="0" err="1" smtClean="0">
                <a:solidFill>
                  <a:srgbClr val="1A1A1A"/>
                </a:solidFill>
                <a:latin typeface="Times New Roman"/>
                <a:ea typeface="Times New Roman"/>
              </a:rPr>
              <a:t>resy</a:t>
            </a:r>
            <a:r>
              <a:rPr lang="en-US" sz="6600" kern="50" dirty="0" smtClean="0">
                <a:solidFill>
                  <a:srgbClr val="1A1A1A"/>
                </a:solidFill>
                <a:latin typeface="Times New Roman"/>
                <a:ea typeface="Times New Roman"/>
              </a:rPr>
              <a:t> </a:t>
            </a:r>
            <a:r>
              <a:rPr lang="en-US" sz="6600" kern="50" dirty="0" err="1" smtClean="0">
                <a:solidFill>
                  <a:srgbClr val="1A1A1A"/>
                </a:solidFill>
                <a:latin typeface="Times New Roman"/>
                <a:ea typeface="Times New Roman"/>
              </a:rPr>
              <a:t>sy</a:t>
            </a:r>
            <a:r>
              <a:rPr lang="en-US" sz="6600" kern="50" dirty="0" smtClean="0">
                <a:solidFill>
                  <a:srgbClr val="1A1A1A"/>
                </a:solidFill>
                <a:latin typeface="Times New Roman"/>
                <a:ea typeface="Times New Roman"/>
              </a:rPr>
              <a:t> ho </a:t>
            </a:r>
            <a:r>
              <a:rPr lang="en-US" sz="6600" kern="50" dirty="0" err="1" smtClean="0">
                <a:solidFill>
                  <a:srgbClr val="1A1A1A"/>
                </a:solidFill>
                <a:latin typeface="Times New Roman"/>
                <a:ea typeface="Times New Roman"/>
              </a:rPr>
              <a:t>faty</a:t>
            </a:r>
            <a:r>
              <a:rPr lang="en-US" sz="6600" kern="50" dirty="0" smtClean="0">
                <a:solidFill>
                  <a:srgbClr val="1A1A1A"/>
                </a:solidFill>
                <a:latin typeface="Times New Roman"/>
                <a:ea typeface="Times New Roman"/>
              </a:rPr>
              <a:t>.</a:t>
            </a:r>
            <a:endParaRPr lang="fr-FR" sz="5400" dirty="0" smtClean="0">
              <a:latin typeface="Times New Roman"/>
              <a:ea typeface="Times New Roman"/>
            </a:endParaRPr>
          </a:p>
          <a:p>
            <a:pPr>
              <a:spcAft>
                <a:spcPts val="0"/>
              </a:spcAft>
              <a:buNone/>
            </a:pPr>
            <a:endParaRPr lang="fr-FR" sz="5400" dirty="0">
              <a:latin typeface="Times New Roman"/>
              <a:ea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hème Office">
  <a:themeElements>
    <a:clrScheme name="Bureau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Bureau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Bureau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19</TotalTime>
  <Words>200</Words>
  <PresentationFormat>Affichage à l'écran (4:3)</PresentationFormat>
  <Paragraphs>54</Paragraphs>
  <Slides>12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12</vt:i4>
      </vt:variant>
    </vt:vector>
  </HeadingPairs>
  <TitlesOfParts>
    <vt:vector size="13" baseType="lpstr">
      <vt:lpstr>Thème Office</vt:lpstr>
      <vt:lpstr>HIRA 120</vt:lpstr>
      <vt:lpstr>HIRA 120</vt:lpstr>
      <vt:lpstr>HIRA 120</vt:lpstr>
      <vt:lpstr>HIRA 120</vt:lpstr>
      <vt:lpstr>HIRA 120</vt:lpstr>
      <vt:lpstr>HIRA 120</vt:lpstr>
      <vt:lpstr>HIRA 120</vt:lpstr>
      <vt:lpstr>HIRA 120</vt:lpstr>
      <vt:lpstr>HIRA 120</vt:lpstr>
      <vt:lpstr>HIRA 120</vt:lpstr>
      <vt:lpstr>HIRA 120</vt:lpstr>
      <vt:lpstr>HIRA 120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HIRA 115</dc:title>
  <dc:creator>M</dc:creator>
  <cp:lastModifiedBy>M</cp:lastModifiedBy>
  <cp:revision>11</cp:revision>
  <dcterms:created xsi:type="dcterms:W3CDTF">2012-10-21T18:56:48Z</dcterms:created>
  <dcterms:modified xsi:type="dcterms:W3CDTF">2013-07-03T06:27:57Z</dcterms:modified>
</cp:coreProperties>
</file>