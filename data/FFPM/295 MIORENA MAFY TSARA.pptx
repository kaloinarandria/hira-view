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62" autoAdjust="0"/>
    <p:restoredTop sz="94660"/>
  </p:normalViewPr>
  <p:slideViewPr>
    <p:cSldViewPr>
      <p:cViewPr varScale="1">
        <p:scale>
          <a:sx n="104" d="100"/>
          <a:sy n="104" d="100"/>
        </p:scale>
        <p:origin x="1578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02/08/2025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02/08/2025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02/08/2025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02/08/2025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02/08/2025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02/08/2025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02/08/2025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02/08/2025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02/08/2025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02/08/2025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02/08/2025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02/08/2025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000108"/>
          </a:xfrm>
        </p:spPr>
        <p:txBody>
          <a:bodyPr>
            <a:normAutofit/>
          </a:bodyPr>
          <a:lstStyle/>
          <a:p>
            <a:r>
              <a:rPr lang="fr-FR" dirty="0">
                <a:latin typeface="Cambria" pitchFamily="18" charset="0"/>
              </a:rPr>
              <a:t>HIRA 295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857232"/>
            <a:ext cx="8786842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b="1" dirty="0">
                <a:latin typeface="Cambria" pitchFamily="18" charset="0"/>
              </a:rPr>
              <a:t>1. </a:t>
            </a:r>
            <a:r>
              <a:rPr lang="en-US" sz="6600" b="1" dirty="0" err="1">
                <a:latin typeface="Cambria" pitchFamily="18" charset="0"/>
              </a:rPr>
              <a:t>Miorena</a:t>
            </a:r>
            <a:r>
              <a:rPr lang="en-US" sz="6600" b="1" dirty="0">
                <a:latin typeface="Cambria" pitchFamily="18" charset="0"/>
              </a:rPr>
              <a:t> </a:t>
            </a:r>
            <a:r>
              <a:rPr lang="en-US" sz="6600" b="1" dirty="0" err="1">
                <a:latin typeface="Cambria" pitchFamily="18" charset="0"/>
              </a:rPr>
              <a:t>mafy</a:t>
            </a:r>
            <a:r>
              <a:rPr lang="en-US" sz="6600" b="1" dirty="0">
                <a:latin typeface="Cambria" pitchFamily="18" charset="0"/>
              </a:rPr>
              <a:t> </a:t>
            </a:r>
            <a:r>
              <a:rPr lang="en-US" sz="6600" b="1" dirty="0" err="1">
                <a:latin typeface="Cambria" pitchFamily="18" charset="0"/>
              </a:rPr>
              <a:t>tsara</a:t>
            </a:r>
            <a:endParaRPr lang="fr-FR" sz="6600" b="1" dirty="0"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>
                <a:latin typeface="Cambria" pitchFamily="18" charset="0"/>
              </a:rPr>
              <a:t>Amin'Ilay</a:t>
            </a:r>
            <a:r>
              <a:rPr lang="en-US" sz="6600" b="1" dirty="0">
                <a:latin typeface="Cambria" pitchFamily="18" charset="0"/>
              </a:rPr>
              <a:t> </a:t>
            </a:r>
            <a:r>
              <a:rPr lang="en-US" sz="6600" b="1" dirty="0" err="1">
                <a:latin typeface="Cambria" pitchFamily="18" charset="0"/>
              </a:rPr>
              <a:t>vatosoa</a:t>
            </a:r>
            <a:endParaRPr lang="fr-FR" sz="6600" b="1" dirty="0"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>
                <a:latin typeface="Cambria" pitchFamily="18" charset="0"/>
              </a:rPr>
              <a:t>Mandrosoa</a:t>
            </a:r>
            <a:r>
              <a:rPr lang="en-US" sz="6600" b="1" dirty="0">
                <a:latin typeface="Cambria" pitchFamily="18" charset="0"/>
              </a:rPr>
              <a:t>, </a:t>
            </a:r>
            <a:r>
              <a:rPr lang="en-US" sz="6600" b="1" dirty="0" err="1">
                <a:latin typeface="Cambria" pitchFamily="18" charset="0"/>
              </a:rPr>
              <a:t>mifahara</a:t>
            </a:r>
            <a:r>
              <a:rPr lang="en-US" sz="6600" b="1" dirty="0">
                <a:latin typeface="Cambria" pitchFamily="18" charset="0"/>
              </a:rPr>
              <a:t>,</a:t>
            </a:r>
            <a:endParaRPr lang="fr-FR" sz="6600" b="1" dirty="0"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>
                <a:latin typeface="Cambria" pitchFamily="18" charset="0"/>
              </a:rPr>
              <a:t>Mifikira</a:t>
            </a:r>
            <a:r>
              <a:rPr lang="en-US" sz="6600" b="1" dirty="0">
                <a:latin typeface="Cambria" pitchFamily="18" charset="0"/>
              </a:rPr>
              <a:t> </a:t>
            </a:r>
            <a:r>
              <a:rPr lang="en-US" sz="6600" b="1" dirty="0" err="1">
                <a:latin typeface="Cambria" pitchFamily="18" charset="0"/>
              </a:rPr>
              <a:t>mafy</a:t>
            </a:r>
            <a:r>
              <a:rPr lang="en-US" sz="6600" b="1" dirty="0">
                <a:latin typeface="Cambria" pitchFamily="18" charset="0"/>
              </a:rPr>
              <a:t> </a:t>
            </a:r>
            <a:r>
              <a:rPr lang="en-US" sz="6600" b="1" dirty="0" err="1">
                <a:latin typeface="Cambria" pitchFamily="18" charset="0"/>
              </a:rPr>
              <a:t>koa</a:t>
            </a:r>
            <a:r>
              <a:rPr lang="en-US" sz="6600" b="1" dirty="0">
                <a:latin typeface="Cambria" pitchFamily="18" charset="0"/>
              </a:rPr>
              <a:t>.</a:t>
            </a:r>
            <a:endParaRPr lang="fr-FR" sz="6600" b="1" dirty="0">
              <a:latin typeface="Cambria" pitchFamily="18" charset="0"/>
            </a:endParaRPr>
          </a:p>
          <a:p>
            <a:pPr>
              <a:buNone/>
            </a:pPr>
            <a:endParaRPr lang="fr-FR" sz="6600" b="1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000108"/>
          </a:xfrm>
        </p:spPr>
        <p:txBody>
          <a:bodyPr>
            <a:normAutofit/>
          </a:bodyPr>
          <a:lstStyle/>
          <a:p>
            <a:r>
              <a:rPr lang="fr-FR" dirty="0">
                <a:latin typeface="Cambria" pitchFamily="18" charset="0"/>
              </a:rPr>
              <a:t>HIRA 295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714356"/>
            <a:ext cx="8786842" cy="6143644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pPr>
              <a:buNone/>
            </a:pPr>
            <a:r>
              <a:rPr lang="fr-FR" sz="6600" b="1" dirty="0">
                <a:latin typeface="Cambria" pitchFamily="18" charset="0"/>
              </a:rPr>
              <a:t>He! </a:t>
            </a:r>
            <a:r>
              <a:rPr lang="fr-FR" sz="6600" b="1" dirty="0" err="1">
                <a:latin typeface="Cambria" pitchFamily="18" charset="0"/>
              </a:rPr>
              <a:t>Ny</a:t>
            </a:r>
            <a:r>
              <a:rPr lang="fr-FR" sz="6600" b="1" dirty="0">
                <a:latin typeface="Cambria" pitchFamily="18" charset="0"/>
              </a:rPr>
              <a:t> </a:t>
            </a:r>
            <a:r>
              <a:rPr lang="fr-FR" sz="6600" b="1" dirty="0" err="1">
                <a:latin typeface="Cambria" pitchFamily="18" charset="0"/>
              </a:rPr>
              <a:t>Tompo</a:t>
            </a:r>
            <a:r>
              <a:rPr lang="fr-FR" sz="6600" b="1" dirty="0">
                <a:latin typeface="Cambria" pitchFamily="18" charset="0"/>
              </a:rPr>
              <a:t> </a:t>
            </a:r>
            <a:r>
              <a:rPr lang="fr-FR" sz="6600" b="1" dirty="0" err="1">
                <a:latin typeface="Cambria" pitchFamily="18" charset="0"/>
              </a:rPr>
              <a:t>manambara</a:t>
            </a:r>
            <a:endParaRPr lang="fr-FR" sz="6600" b="1" dirty="0">
              <a:latin typeface="Cambria" pitchFamily="18" charset="0"/>
            </a:endParaRPr>
          </a:p>
          <a:p>
            <a:pPr>
              <a:buNone/>
            </a:pPr>
            <a:r>
              <a:rPr lang="fr-FR" sz="6600" b="1" dirty="0">
                <a:latin typeface="Cambria" pitchFamily="18" charset="0"/>
              </a:rPr>
              <a:t>Fa ho </a:t>
            </a:r>
            <a:r>
              <a:rPr lang="fr-FR" sz="6600" b="1" dirty="0" err="1">
                <a:latin typeface="Cambria" pitchFamily="18" charset="0"/>
              </a:rPr>
              <a:t>sambatra</a:t>
            </a:r>
            <a:r>
              <a:rPr lang="fr-FR" sz="6600" b="1" dirty="0">
                <a:latin typeface="Cambria" pitchFamily="18" charset="0"/>
              </a:rPr>
              <a:t> </a:t>
            </a:r>
            <a:r>
              <a:rPr lang="fr-FR" sz="6600" b="1" dirty="0" err="1">
                <a:latin typeface="Cambria" pitchFamily="18" charset="0"/>
              </a:rPr>
              <a:t>tokoa</a:t>
            </a:r>
            <a:r>
              <a:rPr lang="fr-FR" sz="6600" b="1" dirty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b="1" dirty="0">
                <a:latin typeface="Cambria" pitchFamily="18" charset="0"/>
              </a:rPr>
              <a:t>Ka ho </a:t>
            </a:r>
            <a:r>
              <a:rPr lang="fr-FR" sz="6600" b="1" dirty="0" err="1">
                <a:latin typeface="Cambria" pitchFamily="18" charset="0"/>
              </a:rPr>
              <a:t>tsara</a:t>
            </a:r>
            <a:r>
              <a:rPr lang="fr-FR" sz="6600" b="1" dirty="0">
                <a:latin typeface="Cambria" pitchFamily="18" charset="0"/>
              </a:rPr>
              <a:t> </a:t>
            </a:r>
            <a:r>
              <a:rPr lang="fr-FR" sz="6600" b="1" dirty="0" err="1">
                <a:latin typeface="Cambria" pitchFamily="18" charset="0"/>
              </a:rPr>
              <a:t>miafara</a:t>
            </a:r>
            <a:endParaRPr lang="fr-FR" sz="6600" b="1" dirty="0">
              <a:latin typeface="Cambria" pitchFamily="18" charset="0"/>
            </a:endParaRPr>
          </a:p>
          <a:p>
            <a:pPr>
              <a:buNone/>
            </a:pPr>
            <a:r>
              <a:rPr lang="fr-FR" sz="6600" b="1" dirty="0" err="1">
                <a:latin typeface="Cambria" pitchFamily="18" charset="0"/>
              </a:rPr>
              <a:t>Ny</a:t>
            </a:r>
            <a:r>
              <a:rPr lang="fr-FR" sz="6600" b="1" dirty="0">
                <a:latin typeface="Cambria" pitchFamily="18" charset="0"/>
              </a:rPr>
              <a:t> </a:t>
            </a:r>
            <a:r>
              <a:rPr lang="fr-FR" sz="6600" b="1" dirty="0" err="1">
                <a:latin typeface="Cambria" pitchFamily="18" charset="0"/>
              </a:rPr>
              <a:t>mpanompo</a:t>
            </a:r>
            <a:r>
              <a:rPr lang="fr-FR" sz="6600" b="1" dirty="0">
                <a:latin typeface="Cambria" pitchFamily="18" charset="0"/>
              </a:rPr>
              <a:t> </a:t>
            </a:r>
            <a:r>
              <a:rPr lang="fr-FR" sz="6600" b="1" dirty="0" err="1">
                <a:latin typeface="Cambria" pitchFamily="18" charset="0"/>
              </a:rPr>
              <a:t>mahasoa</a:t>
            </a:r>
            <a:r>
              <a:rPr lang="fr-FR" sz="6600" b="1" dirty="0">
                <a:latin typeface="Cambria" pitchFamily="18" charset="0"/>
              </a:rPr>
              <a:t>.</a:t>
            </a:r>
          </a:p>
          <a:p>
            <a:pPr>
              <a:buNone/>
            </a:pPr>
            <a:endParaRPr lang="fr-FR" sz="6600" b="1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000108"/>
          </a:xfrm>
        </p:spPr>
        <p:txBody>
          <a:bodyPr>
            <a:normAutofit/>
          </a:bodyPr>
          <a:lstStyle/>
          <a:p>
            <a:r>
              <a:rPr lang="fr-FR" dirty="0">
                <a:latin typeface="Cambria" pitchFamily="18" charset="0"/>
              </a:rPr>
              <a:t>HIRA 295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857232"/>
            <a:ext cx="8786842" cy="6000768"/>
          </a:xfrm>
        </p:spPr>
        <p:txBody>
          <a:bodyPr vert="horz" lIns="91440" tIns="45720" rIns="91440" bIns="45720" rtlCol="0">
            <a:normAutofit fontScale="92500"/>
          </a:bodyPr>
          <a:lstStyle/>
          <a:p>
            <a:pPr>
              <a:buNone/>
            </a:pPr>
            <a:r>
              <a:rPr lang="fr-FR" sz="6600" b="1" dirty="0">
                <a:latin typeface="Cambria" pitchFamily="18" charset="0"/>
              </a:rPr>
              <a:t>2. </a:t>
            </a:r>
            <a:r>
              <a:rPr lang="fr-FR" sz="6600" b="1" dirty="0" err="1">
                <a:latin typeface="Cambria" pitchFamily="18" charset="0"/>
              </a:rPr>
              <a:t>Raha</a:t>
            </a:r>
            <a:r>
              <a:rPr lang="fr-FR" sz="6600" b="1" dirty="0">
                <a:latin typeface="Cambria" pitchFamily="18" charset="0"/>
              </a:rPr>
              <a:t> </a:t>
            </a:r>
            <a:r>
              <a:rPr lang="fr-FR" sz="6600" b="1" dirty="0" err="1">
                <a:latin typeface="Cambria" pitchFamily="18" charset="0"/>
              </a:rPr>
              <a:t>misy</a:t>
            </a:r>
            <a:r>
              <a:rPr lang="fr-FR" sz="6600" b="1" dirty="0">
                <a:latin typeface="Cambria" pitchFamily="18" charset="0"/>
              </a:rPr>
              <a:t> </a:t>
            </a:r>
            <a:r>
              <a:rPr lang="fr-FR" sz="6600" b="1" dirty="0" err="1">
                <a:latin typeface="Cambria" pitchFamily="18" charset="0"/>
              </a:rPr>
              <a:t>fahoriana</a:t>
            </a:r>
            <a:endParaRPr lang="fr-FR" sz="6600" b="1" dirty="0">
              <a:latin typeface="Cambria" pitchFamily="18" charset="0"/>
            </a:endParaRPr>
          </a:p>
          <a:p>
            <a:pPr>
              <a:buNone/>
            </a:pPr>
            <a:r>
              <a:rPr lang="fr-FR" sz="6600" b="1" dirty="0">
                <a:latin typeface="Cambria" pitchFamily="18" charset="0"/>
              </a:rPr>
              <a:t>'Zay </a:t>
            </a:r>
            <a:r>
              <a:rPr lang="fr-FR" sz="6600" b="1" dirty="0" err="1">
                <a:latin typeface="Cambria" pitchFamily="18" charset="0"/>
              </a:rPr>
              <a:t>midona</a:t>
            </a:r>
            <a:r>
              <a:rPr lang="fr-FR" sz="6600" b="1" dirty="0">
                <a:latin typeface="Cambria" pitchFamily="18" charset="0"/>
              </a:rPr>
              <a:t> </a:t>
            </a:r>
            <a:r>
              <a:rPr lang="fr-FR" sz="6600" b="1" dirty="0" err="1">
                <a:latin typeface="Cambria" pitchFamily="18" charset="0"/>
              </a:rPr>
              <a:t>aminao</a:t>
            </a:r>
            <a:r>
              <a:rPr lang="fr-FR" sz="6600" b="1" dirty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b="1" dirty="0" err="1">
                <a:latin typeface="Cambria" pitchFamily="18" charset="0"/>
              </a:rPr>
              <a:t>Raiso</a:t>
            </a:r>
            <a:r>
              <a:rPr lang="fr-FR" sz="6600" b="1" dirty="0">
                <a:latin typeface="Cambria" pitchFamily="18" charset="0"/>
              </a:rPr>
              <a:t> </a:t>
            </a:r>
            <a:r>
              <a:rPr lang="fr-FR" sz="6600" b="1" dirty="0" err="1">
                <a:latin typeface="Cambria" pitchFamily="18" charset="0"/>
              </a:rPr>
              <a:t>re</a:t>
            </a:r>
            <a:r>
              <a:rPr lang="fr-FR" sz="6600" b="1" dirty="0">
                <a:latin typeface="Cambria" pitchFamily="18" charset="0"/>
              </a:rPr>
              <a:t> ho </a:t>
            </a:r>
            <a:r>
              <a:rPr lang="fr-FR" sz="6600" b="1" dirty="0" err="1">
                <a:latin typeface="Cambria" pitchFamily="18" charset="0"/>
              </a:rPr>
              <a:t>fitahiana</a:t>
            </a:r>
            <a:endParaRPr lang="fr-FR" sz="6600" b="1" dirty="0">
              <a:latin typeface="Cambria" pitchFamily="18" charset="0"/>
            </a:endParaRPr>
          </a:p>
          <a:p>
            <a:pPr>
              <a:buNone/>
            </a:pPr>
            <a:r>
              <a:rPr lang="fr-FR" sz="6600" b="1" dirty="0">
                <a:latin typeface="Cambria" pitchFamily="18" charset="0"/>
              </a:rPr>
              <a:t>'Zay </a:t>
            </a:r>
            <a:r>
              <a:rPr lang="fr-FR" sz="6600" b="1" dirty="0" err="1">
                <a:latin typeface="Cambria" pitchFamily="18" charset="0"/>
              </a:rPr>
              <a:t>omen'ny</a:t>
            </a:r>
            <a:r>
              <a:rPr lang="fr-FR" sz="6600" b="1" dirty="0">
                <a:latin typeface="Cambria" pitchFamily="18" charset="0"/>
              </a:rPr>
              <a:t> </a:t>
            </a:r>
            <a:r>
              <a:rPr lang="fr-FR" sz="6600" b="1" dirty="0" err="1">
                <a:latin typeface="Cambria" pitchFamily="18" charset="0"/>
              </a:rPr>
              <a:t>Tomponao</a:t>
            </a:r>
            <a:r>
              <a:rPr lang="fr-FR" sz="6600" b="1" dirty="0">
                <a:latin typeface="Cambria" pitchFamily="18" charset="0"/>
              </a:rPr>
              <a:t>;</a:t>
            </a:r>
          </a:p>
          <a:p>
            <a:pPr>
              <a:buNone/>
            </a:pPr>
            <a:endParaRPr lang="fr-FR" sz="6600" b="1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000108"/>
          </a:xfrm>
        </p:spPr>
        <p:txBody>
          <a:bodyPr>
            <a:normAutofit/>
          </a:bodyPr>
          <a:lstStyle/>
          <a:p>
            <a:r>
              <a:rPr lang="fr-FR" dirty="0">
                <a:latin typeface="Cambria" pitchFamily="18" charset="0"/>
              </a:rPr>
              <a:t>HIRA 295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857232"/>
            <a:ext cx="8786842" cy="6000768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fr-FR" sz="6100" b="1" dirty="0">
                <a:latin typeface="Cambria" pitchFamily="18" charset="0"/>
              </a:rPr>
              <a:t>Fa </a:t>
            </a:r>
            <a:r>
              <a:rPr lang="fr-FR" sz="6100" b="1" dirty="0" err="1">
                <a:latin typeface="Cambria" pitchFamily="18" charset="0"/>
              </a:rPr>
              <a:t>ny</a:t>
            </a:r>
            <a:r>
              <a:rPr lang="fr-FR" sz="6100" b="1" dirty="0">
                <a:latin typeface="Cambria" pitchFamily="18" charset="0"/>
              </a:rPr>
              <a:t> </a:t>
            </a:r>
            <a:r>
              <a:rPr lang="fr-FR" sz="6100" b="1" dirty="0" err="1">
                <a:latin typeface="Cambria" pitchFamily="18" charset="0"/>
              </a:rPr>
              <a:t>lalam</a:t>
            </a:r>
            <a:r>
              <a:rPr lang="fr-FR" sz="6100" b="1" dirty="0">
                <a:latin typeface="Cambria" pitchFamily="18" charset="0"/>
              </a:rPr>
              <a:t>-</a:t>
            </a:r>
            <a:r>
              <a:rPr lang="fr-FR" sz="6100" b="1" dirty="0" err="1">
                <a:latin typeface="Cambria" pitchFamily="18" charset="0"/>
              </a:rPr>
              <a:t>pijaliana</a:t>
            </a:r>
            <a:endParaRPr lang="fr-FR" sz="6100" b="1" dirty="0">
              <a:latin typeface="Cambria" pitchFamily="18" charset="0"/>
            </a:endParaRPr>
          </a:p>
          <a:p>
            <a:pPr>
              <a:buNone/>
            </a:pPr>
            <a:r>
              <a:rPr lang="fr-FR" sz="6100" b="1" dirty="0">
                <a:latin typeface="Cambria" pitchFamily="18" charset="0"/>
              </a:rPr>
              <a:t>'Zay </a:t>
            </a:r>
            <a:r>
              <a:rPr lang="fr-FR" sz="6100" b="1" dirty="0" err="1">
                <a:latin typeface="Cambria" pitchFamily="18" charset="0"/>
              </a:rPr>
              <a:t>alehanao</a:t>
            </a:r>
            <a:r>
              <a:rPr lang="fr-FR" sz="6100" b="1" dirty="0">
                <a:latin typeface="Cambria" pitchFamily="18" charset="0"/>
              </a:rPr>
              <a:t> </a:t>
            </a:r>
            <a:r>
              <a:rPr lang="fr-FR" sz="6100" b="1" dirty="0" err="1">
                <a:latin typeface="Cambria" pitchFamily="18" charset="0"/>
              </a:rPr>
              <a:t>izao</a:t>
            </a:r>
            <a:endParaRPr lang="fr-FR" sz="6100" b="1" dirty="0">
              <a:latin typeface="Cambria" pitchFamily="18" charset="0"/>
            </a:endParaRPr>
          </a:p>
          <a:p>
            <a:pPr>
              <a:buNone/>
            </a:pPr>
            <a:r>
              <a:rPr lang="fr-FR" sz="6100" b="1" dirty="0">
                <a:latin typeface="Cambria" pitchFamily="18" charset="0"/>
              </a:rPr>
              <a:t>Dia </a:t>
            </a:r>
            <a:r>
              <a:rPr lang="fr-FR" sz="6100" b="1" dirty="0" err="1">
                <a:latin typeface="Cambria" pitchFamily="18" charset="0"/>
              </a:rPr>
              <a:t>mamelom</a:t>
            </a:r>
            <a:r>
              <a:rPr lang="fr-FR" sz="6100" b="1" dirty="0">
                <a:latin typeface="Cambria" pitchFamily="18" charset="0"/>
              </a:rPr>
              <a:t>-</a:t>
            </a:r>
            <a:r>
              <a:rPr lang="fr-FR" sz="6100" b="1" dirty="0" err="1">
                <a:latin typeface="Cambria" pitchFamily="18" charset="0"/>
              </a:rPr>
              <a:t>paniriana</a:t>
            </a:r>
            <a:endParaRPr lang="fr-FR" sz="6100" b="1" dirty="0">
              <a:latin typeface="Cambria" pitchFamily="18" charset="0"/>
            </a:endParaRPr>
          </a:p>
          <a:p>
            <a:pPr>
              <a:buNone/>
            </a:pPr>
            <a:r>
              <a:rPr lang="fr-FR" sz="6100" b="1" dirty="0" err="1">
                <a:latin typeface="Cambria" pitchFamily="18" charset="0"/>
              </a:rPr>
              <a:t>Hitomboan'ny</a:t>
            </a:r>
            <a:r>
              <a:rPr lang="fr-FR" sz="6100" b="1" dirty="0">
                <a:latin typeface="Cambria" pitchFamily="18" charset="0"/>
              </a:rPr>
              <a:t> </a:t>
            </a:r>
            <a:r>
              <a:rPr lang="fr-FR" sz="6100" b="1" dirty="0" err="1">
                <a:latin typeface="Cambria" pitchFamily="18" charset="0"/>
              </a:rPr>
              <a:t>herinao</a:t>
            </a:r>
            <a:r>
              <a:rPr lang="fr-FR" sz="6100" b="1" dirty="0">
                <a:latin typeface="Cambria" pitchFamily="18" charset="0"/>
              </a:rPr>
              <a:t>.</a:t>
            </a:r>
          </a:p>
          <a:p>
            <a:pPr>
              <a:buNone/>
            </a:pPr>
            <a:endParaRPr lang="fr-FR" sz="6100" b="1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000108"/>
          </a:xfrm>
        </p:spPr>
        <p:txBody>
          <a:bodyPr>
            <a:normAutofit/>
          </a:bodyPr>
          <a:lstStyle/>
          <a:p>
            <a:r>
              <a:rPr lang="fr-FR" dirty="0">
                <a:latin typeface="Cambria" pitchFamily="18" charset="0"/>
              </a:rPr>
              <a:t>HIRA 295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857232"/>
            <a:ext cx="8786842" cy="6000768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n-US" sz="6100" b="1" dirty="0">
                <a:latin typeface="Cambria" pitchFamily="18" charset="0"/>
              </a:rPr>
              <a:t>3. </a:t>
            </a:r>
            <a:r>
              <a:rPr lang="en-US" sz="6100" b="1" dirty="0" err="1">
                <a:latin typeface="Cambria" pitchFamily="18" charset="0"/>
              </a:rPr>
              <a:t>Miadia</a:t>
            </a:r>
            <a:r>
              <a:rPr lang="en-US" sz="6100" b="1" dirty="0">
                <a:latin typeface="Cambria" pitchFamily="18" charset="0"/>
              </a:rPr>
              <a:t> </a:t>
            </a:r>
            <a:r>
              <a:rPr lang="en-US" sz="6100" b="1" dirty="0" err="1">
                <a:latin typeface="Cambria" pitchFamily="18" charset="0"/>
              </a:rPr>
              <a:t>ny</a:t>
            </a:r>
            <a:r>
              <a:rPr lang="en-US" sz="6100" b="1" dirty="0">
                <a:latin typeface="Cambria" pitchFamily="18" charset="0"/>
              </a:rPr>
              <a:t> </a:t>
            </a:r>
            <a:r>
              <a:rPr lang="en-US" sz="6100" b="1" dirty="0" err="1">
                <a:latin typeface="Cambria" pitchFamily="18" charset="0"/>
              </a:rPr>
              <a:t>ady</a:t>
            </a:r>
            <a:r>
              <a:rPr lang="en-US" sz="6100" b="1" dirty="0">
                <a:latin typeface="Cambria" pitchFamily="18" charset="0"/>
              </a:rPr>
              <a:t> </a:t>
            </a:r>
            <a:r>
              <a:rPr lang="en-US" sz="6100" b="1" dirty="0" err="1">
                <a:latin typeface="Cambria" pitchFamily="18" charset="0"/>
              </a:rPr>
              <a:t>tsara</a:t>
            </a:r>
            <a:r>
              <a:rPr lang="en-US" sz="6100" b="1" dirty="0">
                <a:latin typeface="Cambria" pitchFamily="18" charset="0"/>
              </a:rPr>
              <a:t>,</a:t>
            </a:r>
            <a:endParaRPr lang="fr-FR" sz="6100" b="1" dirty="0">
              <a:latin typeface="Cambria" pitchFamily="18" charset="0"/>
            </a:endParaRPr>
          </a:p>
          <a:p>
            <a:pPr>
              <a:buNone/>
            </a:pPr>
            <a:r>
              <a:rPr lang="en-US" sz="6100" b="1" dirty="0">
                <a:latin typeface="Cambria" pitchFamily="18" charset="0"/>
              </a:rPr>
              <a:t>Ho </a:t>
            </a:r>
            <a:r>
              <a:rPr lang="en-US" sz="6100" b="1" dirty="0" err="1">
                <a:latin typeface="Cambria" pitchFamily="18" charset="0"/>
              </a:rPr>
              <a:t>mpandresy</a:t>
            </a:r>
            <a:r>
              <a:rPr lang="en-US" sz="6100" b="1" dirty="0">
                <a:latin typeface="Cambria" pitchFamily="18" charset="0"/>
              </a:rPr>
              <a:t> </a:t>
            </a:r>
            <a:r>
              <a:rPr lang="en-US" sz="6100" b="1" dirty="0" err="1">
                <a:latin typeface="Cambria" pitchFamily="18" charset="0"/>
              </a:rPr>
              <a:t>hianao</a:t>
            </a:r>
            <a:r>
              <a:rPr lang="en-US" sz="6100" b="1" dirty="0">
                <a:latin typeface="Cambria" pitchFamily="18" charset="0"/>
              </a:rPr>
              <a:t>;</a:t>
            </a:r>
            <a:endParaRPr lang="fr-FR" sz="6100" b="1" dirty="0">
              <a:latin typeface="Cambria" pitchFamily="18" charset="0"/>
            </a:endParaRPr>
          </a:p>
          <a:p>
            <a:pPr>
              <a:buNone/>
            </a:pPr>
            <a:r>
              <a:rPr lang="en-US" sz="6100" b="1" dirty="0" err="1">
                <a:latin typeface="Cambria" pitchFamily="18" charset="0"/>
              </a:rPr>
              <a:t>Tontosay</a:t>
            </a:r>
            <a:r>
              <a:rPr lang="en-US" sz="6100" b="1" dirty="0">
                <a:latin typeface="Cambria" pitchFamily="18" charset="0"/>
              </a:rPr>
              <a:t> </a:t>
            </a:r>
            <a:r>
              <a:rPr lang="en-US" sz="6100" b="1" dirty="0" err="1">
                <a:latin typeface="Cambria" pitchFamily="18" charset="0"/>
              </a:rPr>
              <a:t>izay</a:t>
            </a:r>
            <a:r>
              <a:rPr lang="en-US" sz="6100" b="1" dirty="0">
                <a:latin typeface="Cambria" pitchFamily="18" charset="0"/>
              </a:rPr>
              <a:t> </a:t>
            </a:r>
            <a:r>
              <a:rPr lang="en-US" sz="6100" b="1" dirty="0" err="1">
                <a:latin typeface="Cambria" pitchFamily="18" charset="0"/>
              </a:rPr>
              <a:t>anjara</a:t>
            </a:r>
            <a:endParaRPr lang="fr-FR" sz="6100" b="1" dirty="0">
              <a:latin typeface="Cambria" pitchFamily="18" charset="0"/>
            </a:endParaRPr>
          </a:p>
          <a:p>
            <a:pPr>
              <a:buNone/>
            </a:pPr>
            <a:r>
              <a:rPr lang="en-US" sz="6100" b="1" dirty="0" err="1">
                <a:latin typeface="Cambria" pitchFamily="18" charset="0"/>
              </a:rPr>
              <a:t>Eo</a:t>
            </a:r>
            <a:r>
              <a:rPr lang="en-US" sz="6100" b="1" dirty="0">
                <a:latin typeface="Cambria" pitchFamily="18" charset="0"/>
              </a:rPr>
              <a:t> am-</a:t>
            </a:r>
            <a:r>
              <a:rPr lang="en-US" sz="6100" b="1" dirty="0" err="1">
                <a:latin typeface="Cambria" pitchFamily="18" charset="0"/>
              </a:rPr>
              <a:t>pelantananao</a:t>
            </a:r>
            <a:r>
              <a:rPr lang="en-US" sz="6100" b="1" dirty="0">
                <a:latin typeface="Cambria" pitchFamily="18" charset="0"/>
              </a:rPr>
              <a:t>;</a:t>
            </a:r>
            <a:endParaRPr lang="fr-FR" sz="6100" b="1" dirty="0">
              <a:latin typeface="Cambria" pitchFamily="18" charset="0"/>
            </a:endParaRPr>
          </a:p>
          <a:p>
            <a:pPr>
              <a:buNone/>
            </a:pPr>
            <a:endParaRPr lang="fr-FR" sz="6100" b="1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000108"/>
          </a:xfrm>
        </p:spPr>
        <p:txBody>
          <a:bodyPr>
            <a:normAutofit/>
          </a:bodyPr>
          <a:lstStyle/>
          <a:p>
            <a:r>
              <a:rPr lang="fr-FR" dirty="0">
                <a:latin typeface="Cambria" pitchFamily="18" charset="0"/>
              </a:rPr>
              <a:t>HIRA 295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857232"/>
            <a:ext cx="8786842" cy="6000768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fr-FR" sz="6100" b="1" dirty="0" err="1">
                <a:latin typeface="Cambria" pitchFamily="18" charset="0"/>
              </a:rPr>
              <a:t>Jeso</a:t>
            </a:r>
            <a:r>
              <a:rPr lang="fr-FR" sz="6100" b="1" dirty="0">
                <a:latin typeface="Cambria" pitchFamily="18" charset="0"/>
              </a:rPr>
              <a:t> </a:t>
            </a:r>
            <a:r>
              <a:rPr lang="fr-FR" sz="6100" b="1" dirty="0" err="1">
                <a:latin typeface="Cambria" pitchFamily="18" charset="0"/>
              </a:rPr>
              <a:t>Tompo</a:t>
            </a:r>
            <a:r>
              <a:rPr lang="fr-FR" sz="6100" b="1" dirty="0">
                <a:latin typeface="Cambria" pitchFamily="18" charset="0"/>
              </a:rPr>
              <a:t> no </a:t>
            </a:r>
            <a:r>
              <a:rPr lang="fr-FR" sz="6100" b="1" dirty="0" err="1">
                <a:latin typeface="Cambria" pitchFamily="18" charset="0"/>
              </a:rPr>
              <a:t>mijery</a:t>
            </a:r>
            <a:endParaRPr lang="fr-FR" sz="6100" b="1" dirty="0">
              <a:latin typeface="Cambria" pitchFamily="18" charset="0"/>
            </a:endParaRPr>
          </a:p>
          <a:p>
            <a:pPr>
              <a:buNone/>
            </a:pPr>
            <a:r>
              <a:rPr lang="fr-FR" sz="6100" b="1" dirty="0" err="1">
                <a:latin typeface="Cambria" pitchFamily="18" charset="0"/>
              </a:rPr>
              <a:t>Sy</a:t>
            </a:r>
            <a:r>
              <a:rPr lang="fr-FR" sz="6100" b="1" dirty="0">
                <a:latin typeface="Cambria" pitchFamily="18" charset="0"/>
              </a:rPr>
              <a:t> </a:t>
            </a:r>
            <a:r>
              <a:rPr lang="fr-FR" sz="6100" b="1" dirty="0" err="1">
                <a:latin typeface="Cambria" pitchFamily="18" charset="0"/>
              </a:rPr>
              <a:t>mahita</a:t>
            </a:r>
            <a:r>
              <a:rPr lang="fr-FR" sz="6100" b="1" dirty="0">
                <a:latin typeface="Cambria" pitchFamily="18" charset="0"/>
              </a:rPr>
              <a:t> </a:t>
            </a:r>
            <a:r>
              <a:rPr lang="fr-FR" sz="6100" b="1" dirty="0" err="1">
                <a:latin typeface="Cambria" pitchFamily="18" charset="0"/>
              </a:rPr>
              <a:t>ny</a:t>
            </a:r>
            <a:r>
              <a:rPr lang="fr-FR" sz="6100" b="1" dirty="0">
                <a:latin typeface="Cambria" pitchFamily="18" charset="0"/>
              </a:rPr>
              <a:t> </a:t>
            </a:r>
            <a:r>
              <a:rPr lang="fr-FR" sz="6100" b="1" dirty="0" err="1">
                <a:latin typeface="Cambria" pitchFamily="18" charset="0"/>
              </a:rPr>
              <a:t>atao</a:t>
            </a:r>
            <a:r>
              <a:rPr lang="fr-FR" sz="6100" b="1" dirty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100" b="1" dirty="0" err="1">
                <a:latin typeface="Cambria" pitchFamily="18" charset="0"/>
              </a:rPr>
              <a:t>Koa</a:t>
            </a:r>
            <a:r>
              <a:rPr lang="fr-FR" sz="6100" b="1" dirty="0">
                <a:latin typeface="Cambria" pitchFamily="18" charset="0"/>
              </a:rPr>
              <a:t> </a:t>
            </a:r>
            <a:r>
              <a:rPr lang="fr-FR" sz="6100" b="1" dirty="0" err="1">
                <a:latin typeface="Cambria" pitchFamily="18" charset="0"/>
              </a:rPr>
              <a:t>tsy</a:t>
            </a:r>
            <a:r>
              <a:rPr lang="fr-FR" sz="6100" b="1" dirty="0">
                <a:latin typeface="Cambria" pitchFamily="18" charset="0"/>
              </a:rPr>
              <a:t> </a:t>
            </a:r>
            <a:r>
              <a:rPr lang="fr-FR" sz="6100" b="1" dirty="0" err="1">
                <a:latin typeface="Cambria" pitchFamily="18" charset="0"/>
              </a:rPr>
              <a:t>mba</a:t>
            </a:r>
            <a:r>
              <a:rPr lang="fr-FR" sz="6100" b="1" dirty="0">
                <a:latin typeface="Cambria" pitchFamily="18" charset="0"/>
              </a:rPr>
              <a:t> </a:t>
            </a:r>
            <a:r>
              <a:rPr lang="fr-FR" sz="6100" b="1" dirty="0" err="1">
                <a:latin typeface="Cambria" pitchFamily="18" charset="0"/>
              </a:rPr>
              <a:t>hisy</a:t>
            </a:r>
            <a:r>
              <a:rPr lang="fr-FR" sz="6100" b="1" dirty="0">
                <a:latin typeface="Cambria" pitchFamily="18" charset="0"/>
              </a:rPr>
              <a:t> </a:t>
            </a:r>
            <a:r>
              <a:rPr lang="fr-FR" sz="6100" b="1" dirty="0" err="1">
                <a:latin typeface="Cambria" pitchFamily="18" charset="0"/>
              </a:rPr>
              <a:t>very</a:t>
            </a:r>
            <a:endParaRPr lang="fr-FR" sz="6100" b="1" dirty="0">
              <a:latin typeface="Cambria" pitchFamily="18" charset="0"/>
            </a:endParaRPr>
          </a:p>
          <a:p>
            <a:pPr>
              <a:buNone/>
            </a:pPr>
            <a:r>
              <a:rPr lang="fr-FR" sz="6100" b="1" dirty="0">
                <a:latin typeface="Cambria" pitchFamily="18" charset="0"/>
              </a:rPr>
              <a:t>'Zay </a:t>
            </a:r>
            <a:r>
              <a:rPr lang="fr-FR" sz="6100" b="1" dirty="0" err="1">
                <a:latin typeface="Cambria" pitchFamily="18" charset="0"/>
              </a:rPr>
              <a:t>rehetra</a:t>
            </a:r>
            <a:r>
              <a:rPr lang="fr-FR" sz="6100" b="1" dirty="0">
                <a:latin typeface="Cambria" pitchFamily="18" charset="0"/>
              </a:rPr>
              <a:t> </a:t>
            </a:r>
            <a:r>
              <a:rPr lang="fr-FR" sz="6100" b="1" dirty="0" err="1">
                <a:latin typeface="Cambria" pitchFamily="18" charset="0"/>
              </a:rPr>
              <a:t>vitanao</a:t>
            </a:r>
            <a:r>
              <a:rPr lang="fr-FR" sz="6100" b="1" dirty="0">
                <a:latin typeface="Cambria" pitchFamily="18" charset="0"/>
              </a:rPr>
              <a:t>.</a:t>
            </a:r>
          </a:p>
          <a:p>
            <a:pPr>
              <a:buNone/>
            </a:pPr>
            <a:endParaRPr lang="fr-FR" sz="6100" b="1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000108"/>
          </a:xfrm>
        </p:spPr>
        <p:txBody>
          <a:bodyPr>
            <a:normAutofit/>
          </a:bodyPr>
          <a:lstStyle/>
          <a:p>
            <a:r>
              <a:rPr lang="fr-FR" dirty="0">
                <a:latin typeface="Cambria" pitchFamily="18" charset="0"/>
              </a:rPr>
              <a:t>HIRA 295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857232"/>
            <a:ext cx="8786842" cy="6000768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fr-FR" sz="6100" b="1" dirty="0">
                <a:latin typeface="Cambria" pitchFamily="18" charset="0"/>
              </a:rPr>
              <a:t>4. </a:t>
            </a:r>
            <a:r>
              <a:rPr lang="fr-FR" sz="6100" b="1" dirty="0" err="1">
                <a:latin typeface="Cambria" pitchFamily="18" charset="0"/>
              </a:rPr>
              <a:t>Ry</a:t>
            </a:r>
            <a:r>
              <a:rPr lang="fr-FR" sz="6100" b="1" dirty="0">
                <a:latin typeface="Cambria" pitchFamily="18" charset="0"/>
              </a:rPr>
              <a:t> </a:t>
            </a:r>
            <a:r>
              <a:rPr lang="fr-FR" sz="6100" b="1" dirty="0" err="1">
                <a:latin typeface="Cambria" pitchFamily="18" charset="0"/>
              </a:rPr>
              <a:t>Jesosy</a:t>
            </a:r>
            <a:r>
              <a:rPr lang="fr-FR" sz="6100" b="1" dirty="0">
                <a:latin typeface="Cambria" pitchFamily="18" charset="0"/>
              </a:rPr>
              <a:t>! </a:t>
            </a:r>
            <a:r>
              <a:rPr lang="fr-FR" sz="6100" b="1" dirty="0" err="1">
                <a:latin typeface="Cambria" pitchFamily="18" charset="0"/>
              </a:rPr>
              <a:t>hantajaho</a:t>
            </a:r>
            <a:endParaRPr lang="fr-FR" sz="6100" b="1" dirty="0">
              <a:latin typeface="Cambria" pitchFamily="18" charset="0"/>
            </a:endParaRPr>
          </a:p>
          <a:p>
            <a:pPr>
              <a:buNone/>
            </a:pPr>
            <a:r>
              <a:rPr lang="fr-FR" sz="6100" b="1" dirty="0">
                <a:latin typeface="Cambria" pitchFamily="18" charset="0"/>
              </a:rPr>
              <a:t>'</a:t>
            </a:r>
            <a:r>
              <a:rPr lang="fr-FR" sz="6100" b="1" dirty="0" err="1">
                <a:latin typeface="Cambria" pitchFamily="18" charset="0"/>
              </a:rPr>
              <a:t>Ty</a:t>
            </a:r>
            <a:r>
              <a:rPr lang="fr-FR" sz="6100" b="1" dirty="0">
                <a:latin typeface="Cambria" pitchFamily="18" charset="0"/>
              </a:rPr>
              <a:t> </a:t>
            </a:r>
            <a:r>
              <a:rPr lang="fr-FR" sz="6100" b="1" dirty="0" err="1">
                <a:latin typeface="Cambria" pitchFamily="18" charset="0"/>
              </a:rPr>
              <a:t>mpanolo</a:t>
            </a:r>
            <a:r>
              <a:rPr lang="fr-FR" sz="6100" b="1" dirty="0">
                <a:latin typeface="Cambria" pitchFamily="18" charset="0"/>
              </a:rPr>
              <a:t>-</a:t>
            </a:r>
            <a:r>
              <a:rPr lang="fr-FR" sz="6100" b="1" dirty="0" err="1">
                <a:latin typeface="Cambria" pitchFamily="18" charset="0"/>
              </a:rPr>
              <a:t>tenanao</a:t>
            </a:r>
            <a:r>
              <a:rPr lang="fr-FR" sz="6100" b="1" dirty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100" b="1" dirty="0" err="1">
                <a:latin typeface="Cambria" pitchFamily="18" charset="0"/>
              </a:rPr>
              <a:t>Miangavy</a:t>
            </a:r>
            <a:r>
              <a:rPr lang="fr-FR" sz="6100" b="1" dirty="0">
                <a:latin typeface="Cambria" pitchFamily="18" charset="0"/>
              </a:rPr>
              <a:t>, </a:t>
            </a:r>
            <a:r>
              <a:rPr lang="fr-FR" sz="6100" b="1" dirty="0" err="1">
                <a:latin typeface="Cambria" pitchFamily="18" charset="0"/>
              </a:rPr>
              <a:t>mitalaho</a:t>
            </a:r>
            <a:r>
              <a:rPr lang="fr-FR" sz="6100" b="1" dirty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100" b="1" dirty="0">
                <a:latin typeface="Cambria" pitchFamily="18" charset="0"/>
              </a:rPr>
              <a:t>Ka </a:t>
            </a:r>
            <a:r>
              <a:rPr lang="fr-FR" sz="6100" b="1" dirty="0" err="1">
                <a:latin typeface="Cambria" pitchFamily="18" charset="0"/>
              </a:rPr>
              <a:t>iteneno</a:t>
            </a:r>
            <a:r>
              <a:rPr lang="fr-FR" sz="6100" b="1" dirty="0">
                <a:latin typeface="Cambria" pitchFamily="18" charset="0"/>
              </a:rPr>
              <a:t>, </a:t>
            </a:r>
            <a:r>
              <a:rPr lang="fr-FR" sz="6100" b="1" dirty="0" err="1">
                <a:latin typeface="Cambria" pitchFamily="18" charset="0"/>
              </a:rPr>
              <a:t>Tompo</a:t>
            </a:r>
            <a:r>
              <a:rPr lang="fr-FR" sz="6100" b="1" dirty="0">
                <a:latin typeface="Cambria" pitchFamily="18" charset="0"/>
              </a:rPr>
              <a:t> ô!</a:t>
            </a:r>
          </a:p>
          <a:p>
            <a:pPr>
              <a:buNone/>
            </a:pPr>
            <a:endParaRPr lang="fr-FR" sz="6100" b="1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000108"/>
          </a:xfrm>
        </p:spPr>
        <p:txBody>
          <a:bodyPr>
            <a:normAutofit/>
          </a:bodyPr>
          <a:lstStyle/>
          <a:p>
            <a:r>
              <a:rPr lang="fr-FR" dirty="0">
                <a:latin typeface="Cambria" pitchFamily="18" charset="0"/>
              </a:rPr>
              <a:t>HIRA 295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857232"/>
            <a:ext cx="9144000" cy="6000768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fr-FR" sz="6100" b="1" dirty="0">
                <a:latin typeface="Cambria" pitchFamily="18" charset="0"/>
              </a:rPr>
              <a:t>  </a:t>
            </a:r>
            <a:r>
              <a:rPr lang="fr-FR" sz="6100" b="1" dirty="0" err="1">
                <a:latin typeface="Cambria" pitchFamily="18" charset="0"/>
              </a:rPr>
              <a:t>Aoka</a:t>
            </a:r>
            <a:r>
              <a:rPr lang="fr-FR" sz="6100" b="1" dirty="0">
                <a:latin typeface="Cambria" pitchFamily="18" charset="0"/>
              </a:rPr>
              <a:t> </a:t>
            </a:r>
            <a:r>
              <a:rPr lang="fr-FR" sz="6100" b="1" dirty="0" err="1">
                <a:latin typeface="Cambria" pitchFamily="18" charset="0"/>
              </a:rPr>
              <a:t>re</a:t>
            </a:r>
            <a:r>
              <a:rPr lang="fr-FR" sz="6100" b="1" dirty="0">
                <a:latin typeface="Cambria" pitchFamily="18" charset="0"/>
              </a:rPr>
              <a:t> ho </a:t>
            </a:r>
            <a:r>
              <a:rPr lang="fr-FR" sz="6100" b="1" dirty="0" err="1">
                <a:latin typeface="Cambria" pitchFamily="18" charset="0"/>
              </a:rPr>
              <a:t>tena</a:t>
            </a:r>
            <a:r>
              <a:rPr lang="fr-FR" sz="6100" b="1" dirty="0">
                <a:latin typeface="Cambria" pitchFamily="18" charset="0"/>
              </a:rPr>
              <a:t> </a:t>
            </a:r>
            <a:r>
              <a:rPr lang="fr-FR" sz="6100" b="1" dirty="0" err="1">
                <a:latin typeface="Cambria" pitchFamily="18" charset="0"/>
              </a:rPr>
              <a:t>taho</a:t>
            </a:r>
            <a:endParaRPr lang="fr-FR" sz="6100" b="1" dirty="0">
              <a:latin typeface="Cambria" pitchFamily="18" charset="0"/>
            </a:endParaRPr>
          </a:p>
          <a:p>
            <a:pPr>
              <a:buNone/>
            </a:pPr>
            <a:r>
              <a:rPr lang="fr-FR" sz="6100" b="1" dirty="0">
                <a:latin typeface="Cambria" pitchFamily="18" charset="0"/>
              </a:rPr>
              <a:t>'Zay </a:t>
            </a:r>
            <a:r>
              <a:rPr lang="fr-FR" sz="6100" b="1" dirty="0" err="1">
                <a:latin typeface="Cambria" pitchFamily="18" charset="0"/>
              </a:rPr>
              <a:t>mikambana</a:t>
            </a:r>
            <a:r>
              <a:rPr lang="fr-FR" sz="6100" b="1" dirty="0">
                <a:latin typeface="Cambria" pitchFamily="18" charset="0"/>
              </a:rPr>
              <a:t> </a:t>
            </a:r>
            <a:r>
              <a:rPr lang="fr-FR" sz="6100" b="1" dirty="0" err="1">
                <a:latin typeface="Cambria" pitchFamily="18" charset="0"/>
              </a:rPr>
              <a:t>Aminao</a:t>
            </a:r>
            <a:r>
              <a:rPr lang="fr-FR" sz="6100" b="1" dirty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100" b="1" dirty="0">
                <a:latin typeface="Cambria" pitchFamily="18" charset="0"/>
              </a:rPr>
              <a:t>  Ka </a:t>
            </a:r>
            <a:r>
              <a:rPr lang="fr-FR" sz="6100" b="1" dirty="0" err="1">
                <a:latin typeface="Cambria" pitchFamily="18" charset="0"/>
              </a:rPr>
              <a:t>ny</a:t>
            </a:r>
            <a:r>
              <a:rPr lang="fr-FR" sz="6100" b="1" dirty="0">
                <a:latin typeface="Cambria" pitchFamily="18" charset="0"/>
              </a:rPr>
              <a:t> </a:t>
            </a:r>
            <a:r>
              <a:rPr lang="fr-FR" sz="6100" b="1" dirty="0" err="1">
                <a:latin typeface="Cambria" pitchFamily="18" charset="0"/>
              </a:rPr>
              <a:t>foko</a:t>
            </a:r>
            <a:r>
              <a:rPr lang="fr-FR" sz="6100" b="1" dirty="0">
                <a:latin typeface="Cambria" pitchFamily="18" charset="0"/>
              </a:rPr>
              <a:t> </a:t>
            </a:r>
            <a:r>
              <a:rPr lang="fr-FR" sz="6100" b="1" dirty="0" err="1">
                <a:latin typeface="Cambria" pitchFamily="18" charset="0"/>
              </a:rPr>
              <a:t>halalaho</a:t>
            </a:r>
            <a:r>
              <a:rPr lang="fr-FR" sz="6100" b="1" dirty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100" b="1" dirty="0">
                <a:latin typeface="Cambria" pitchFamily="18" charset="0"/>
              </a:rPr>
              <a:t>  </a:t>
            </a:r>
            <a:r>
              <a:rPr lang="fr-FR" sz="6100" b="1" dirty="0" err="1">
                <a:latin typeface="Cambria" pitchFamily="18" charset="0"/>
              </a:rPr>
              <a:t>Diovy</a:t>
            </a:r>
            <a:r>
              <a:rPr lang="fr-FR" sz="6100" b="1" dirty="0">
                <a:latin typeface="Cambria" pitchFamily="18" charset="0"/>
              </a:rPr>
              <a:t> ho </a:t>
            </a:r>
            <a:r>
              <a:rPr lang="fr-FR" sz="6100" b="1" dirty="0" err="1">
                <a:latin typeface="Cambria" pitchFamily="18" charset="0"/>
              </a:rPr>
              <a:t>Tempolinao</a:t>
            </a:r>
            <a:r>
              <a:rPr lang="fr-FR" sz="6100" b="1" dirty="0"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fr-FR" sz="6100" b="1" dirty="0">
                <a:latin typeface="Cambria" pitchFamily="18" charset="0"/>
              </a:rPr>
              <a:t> </a:t>
            </a:r>
          </a:p>
          <a:p>
            <a:pPr>
              <a:buNone/>
            </a:pPr>
            <a:endParaRPr lang="fr-FR" sz="6100" b="1" dirty="0">
              <a:latin typeface="Cambria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Bureau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153</Words>
  <Application>Microsoft Office PowerPoint</Application>
  <PresentationFormat>Affichage à l'écran (4:3)</PresentationFormat>
  <Paragraphs>41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Thème Office</vt:lpstr>
      <vt:lpstr>HIRA 295</vt:lpstr>
      <vt:lpstr>HIRA 295</vt:lpstr>
      <vt:lpstr>HIRA 295</vt:lpstr>
      <vt:lpstr>HIRA 295</vt:lpstr>
      <vt:lpstr>HIRA 295</vt:lpstr>
      <vt:lpstr>HIRA 295</vt:lpstr>
      <vt:lpstr>HIRA 295</vt:lpstr>
      <vt:lpstr>HIRA 295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295 </dc:title>
  <dc:creator>M</dc:creator>
  <cp:lastModifiedBy>Kaloina RANDRIA</cp:lastModifiedBy>
  <cp:revision>5</cp:revision>
  <dcterms:created xsi:type="dcterms:W3CDTF">2012-12-02T01:15:44Z</dcterms:created>
  <dcterms:modified xsi:type="dcterms:W3CDTF">2025-08-02T16:56:51Z</dcterms:modified>
</cp:coreProperties>
</file>