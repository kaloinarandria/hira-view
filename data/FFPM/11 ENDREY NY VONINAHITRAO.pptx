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6142" autoAdjust="0"/>
    <p:restoredTop sz="94660"/>
  </p:normalViewPr>
  <p:slideViewPr>
    <p:cSldViewPr>
      <p:cViewPr varScale="1">
        <p:scale>
          <a:sx n="65" d="100"/>
          <a:sy n="65" d="100"/>
        </p:scale>
        <p:origin x="-27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11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500042"/>
            <a:ext cx="8290810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Endrey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voninahitrao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Ray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Tsitoha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Endrey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fiandriananao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Hajainay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eram-po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11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785794"/>
            <a:ext cx="9215502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herinao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andronao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lanitra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mitsaoka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Andriamanitray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857232"/>
            <a:ext cx="864796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tavanao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mamiratra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fahamasinanao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tapitr'ohatra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fahendrenao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642918"/>
            <a:ext cx="8786842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Endrey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mahatahotra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Mangovitra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imasonao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Sao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lavinao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11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5. Na dia ambony Hianao,</a:t>
            </a:r>
          </a:p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Dia nidina amiko</a:t>
            </a:r>
          </a:p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Nitondra fihavanana,</a:t>
            </a:r>
          </a:p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Ka dia mba tiako.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11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500034" y="785794"/>
            <a:ext cx="842968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6. Koa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aiza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re no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ray,</a:t>
            </a:r>
          </a:p>
          <a:p>
            <a:pPr>
              <a:buNone/>
            </a:pP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Mitovy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A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minao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Mikarakara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endParaRPr lang="en-US" sz="6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natsanganao</a:t>
            </a:r>
            <a:endParaRPr lang="en-US" sz="6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11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7. 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mahagaga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hatoky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Ambara-podinay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135</Words>
  <PresentationFormat>Affichage à l'écran (4:3)</PresentationFormat>
  <Paragraphs>35</Paragraphs>
  <Slides>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Thème Office</vt:lpstr>
      <vt:lpstr>HIRA 11</vt:lpstr>
      <vt:lpstr>HIRA 11</vt:lpstr>
      <vt:lpstr>HIRA 11</vt:lpstr>
      <vt:lpstr>HIRA 11</vt:lpstr>
      <vt:lpstr>HIRA 11</vt:lpstr>
      <vt:lpstr>HIRA 11</vt:lpstr>
      <vt:lpstr>HIRA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12: 1, 3 , 5</dc:title>
  <dc:creator>M</dc:creator>
  <cp:lastModifiedBy>M</cp:lastModifiedBy>
  <cp:revision>6</cp:revision>
  <dcterms:created xsi:type="dcterms:W3CDTF">2012-10-03T08:06:05Z</dcterms:created>
  <dcterms:modified xsi:type="dcterms:W3CDTF">2014-05-28T09:51:28Z</dcterms:modified>
</cp:coreProperties>
</file>