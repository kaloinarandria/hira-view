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66" r:id="rId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8288" autoAdjust="0"/>
    <p:restoredTop sz="94660"/>
  </p:normalViewPr>
  <p:slideViewPr>
    <p:cSldViewPr>
      <p:cViewPr varScale="1">
        <p:scale>
          <a:sx n="39" d="100"/>
          <a:sy n="39" d="100"/>
        </p:scale>
        <p:origin x="-102" y="-4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928670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228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142844" y="857232"/>
            <a:ext cx="885828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Tafangona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aty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indray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fiangonanao</a:t>
            </a:r>
            <a:r>
              <a:rPr lang="fr-FR" sz="7200" dirty="0" smtClean="0">
                <a:latin typeface="Cambria" pitchFamily="18" charset="0"/>
              </a:rPr>
              <a:t>, </a:t>
            </a:r>
            <a:r>
              <a:rPr lang="fr-FR" sz="7200" dirty="0" err="1" smtClean="0">
                <a:latin typeface="Cambria" pitchFamily="18" charset="0"/>
              </a:rPr>
              <a:t>ry</a:t>
            </a:r>
            <a:r>
              <a:rPr lang="fr-FR" sz="7200" dirty="0" smtClean="0">
                <a:latin typeface="Cambria" pitchFamily="18" charset="0"/>
              </a:rPr>
              <a:t> Ray,</a:t>
            </a: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Ka dia </a:t>
            </a:r>
            <a:r>
              <a:rPr lang="fr-FR" sz="7200" dirty="0" err="1" smtClean="0">
                <a:latin typeface="Cambria" pitchFamily="18" charset="0"/>
              </a:rPr>
              <a:t>mba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tahio</a:t>
            </a:r>
            <a:r>
              <a:rPr lang="fr-FR" sz="72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928670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228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142844" y="857232"/>
            <a:ext cx="885828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8000" dirty="0" err="1" smtClean="0">
                <a:latin typeface="Cambria" pitchFamily="18" charset="0"/>
              </a:rPr>
              <a:t>Iraho</a:t>
            </a:r>
            <a:r>
              <a:rPr lang="fr-FR" sz="8000" dirty="0" smtClean="0">
                <a:latin typeface="Cambria" pitchFamily="18" charset="0"/>
              </a:rPr>
              <a:t> </a:t>
            </a:r>
            <a:r>
              <a:rPr lang="fr-FR" sz="8000" dirty="0" err="1" smtClean="0">
                <a:latin typeface="Cambria" pitchFamily="18" charset="0"/>
              </a:rPr>
              <a:t>ny</a:t>
            </a:r>
            <a:r>
              <a:rPr lang="fr-FR" sz="8000" dirty="0" smtClean="0">
                <a:latin typeface="Cambria" pitchFamily="18" charset="0"/>
              </a:rPr>
              <a:t> </a:t>
            </a:r>
            <a:r>
              <a:rPr lang="fr-FR" sz="8000" dirty="0" err="1" smtClean="0">
                <a:latin typeface="Cambria" pitchFamily="18" charset="0"/>
              </a:rPr>
              <a:t>Fanahinao</a:t>
            </a:r>
            <a:endParaRPr lang="fr-FR" sz="8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8000" dirty="0" err="1" smtClean="0">
                <a:latin typeface="Cambria" pitchFamily="18" charset="0"/>
              </a:rPr>
              <a:t>Hitarika</a:t>
            </a:r>
            <a:r>
              <a:rPr lang="fr-FR" sz="8000" dirty="0" smtClean="0">
                <a:latin typeface="Cambria" pitchFamily="18" charset="0"/>
              </a:rPr>
              <a:t> </a:t>
            </a:r>
            <a:r>
              <a:rPr lang="fr-FR" sz="8000" dirty="0" err="1" smtClean="0">
                <a:latin typeface="Cambria" pitchFamily="18" charset="0"/>
              </a:rPr>
              <a:t>ny</a:t>
            </a:r>
            <a:r>
              <a:rPr lang="fr-FR" sz="8000" dirty="0" smtClean="0">
                <a:latin typeface="Cambria" pitchFamily="18" charset="0"/>
              </a:rPr>
              <a:t> </a:t>
            </a:r>
            <a:r>
              <a:rPr lang="fr-FR" sz="8000" dirty="0" err="1" smtClean="0">
                <a:latin typeface="Cambria" pitchFamily="18" charset="0"/>
              </a:rPr>
              <a:t>zanakao</a:t>
            </a:r>
            <a:r>
              <a:rPr lang="fr-FR" sz="8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8000" dirty="0" err="1" smtClean="0">
                <a:latin typeface="Cambria" pitchFamily="18" charset="0"/>
              </a:rPr>
              <a:t>Hivavaka</a:t>
            </a:r>
            <a:r>
              <a:rPr lang="fr-FR" sz="8000" dirty="0" smtClean="0">
                <a:latin typeface="Cambria" pitchFamily="18" charset="0"/>
              </a:rPr>
              <a:t> </a:t>
            </a:r>
            <a:r>
              <a:rPr lang="fr-FR" sz="8000" dirty="0" err="1" smtClean="0">
                <a:latin typeface="Cambria" pitchFamily="18" charset="0"/>
              </a:rPr>
              <a:t>anio</a:t>
            </a:r>
            <a:r>
              <a:rPr lang="fr-FR" sz="8000" dirty="0" smtClean="0"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928670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228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71470" y="928694"/>
            <a:ext cx="9001124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Anao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izao</a:t>
            </a:r>
            <a:r>
              <a:rPr lang="fr-FR" sz="7200" dirty="0" smtClean="0"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Saotra</a:t>
            </a:r>
            <a:r>
              <a:rPr lang="fr-FR" sz="7200" dirty="0" smtClean="0">
                <a:latin typeface="Cambria" pitchFamily="18" charset="0"/>
              </a:rPr>
              <a:t>, </a:t>
            </a:r>
            <a:r>
              <a:rPr lang="fr-FR" sz="7200" dirty="0" err="1" smtClean="0">
                <a:latin typeface="Cambria" pitchFamily="18" charset="0"/>
              </a:rPr>
              <a:t>laza</a:t>
            </a:r>
            <a:r>
              <a:rPr lang="fr-FR" sz="7200" dirty="0" smtClean="0">
                <a:latin typeface="Cambria" pitchFamily="18" charset="0"/>
              </a:rPr>
              <a:t>, </a:t>
            </a:r>
            <a:r>
              <a:rPr lang="fr-FR" sz="7200" dirty="0" err="1" smtClean="0">
                <a:latin typeface="Cambria" pitchFamily="18" charset="0"/>
              </a:rPr>
              <a:t>dera</a:t>
            </a:r>
            <a:r>
              <a:rPr lang="fr-FR" sz="7200" dirty="0" smtClean="0">
                <a:latin typeface="Cambria" pitchFamily="18" charset="0"/>
              </a:rPr>
              <a:t>, </a:t>
            </a:r>
            <a:r>
              <a:rPr lang="fr-FR" sz="7200" dirty="0" err="1" smtClean="0">
                <a:latin typeface="Cambria" pitchFamily="18" charset="0"/>
              </a:rPr>
              <a:t>haja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Fa </a:t>
            </a:r>
            <a:r>
              <a:rPr lang="fr-FR" sz="7200" dirty="0" err="1" smtClean="0">
                <a:latin typeface="Cambria" pitchFamily="18" charset="0"/>
              </a:rPr>
              <a:t>nomena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Ho </a:t>
            </a:r>
            <a:r>
              <a:rPr lang="fr-FR" sz="7200" dirty="0" err="1" smtClean="0">
                <a:latin typeface="Cambria" pitchFamily="18" charset="0"/>
              </a:rPr>
              <a:t>anay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famonjena</a:t>
            </a:r>
            <a:endParaRPr lang="fr-FR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46</Words>
  <PresentationFormat>Affichage à l'écran (4:3)</PresentationFormat>
  <Paragraphs>13</Paragraphs>
  <Slides>3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4" baseType="lpstr">
      <vt:lpstr>Thème Office</vt:lpstr>
      <vt:lpstr>Hira 228 </vt:lpstr>
      <vt:lpstr>Hira 228 </vt:lpstr>
      <vt:lpstr>Hira 228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226 </dc:title>
  <dc:creator>M</dc:creator>
  <cp:lastModifiedBy>M</cp:lastModifiedBy>
  <cp:revision>6</cp:revision>
  <dcterms:created xsi:type="dcterms:W3CDTF">2012-11-11T21:23:20Z</dcterms:created>
  <dcterms:modified xsi:type="dcterms:W3CDTF">2014-05-05T08:40:52Z</dcterms:modified>
</cp:coreProperties>
</file>