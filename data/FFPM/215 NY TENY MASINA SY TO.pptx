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76" r:id="rId4"/>
    <p:sldId id="277" r:id="rId5"/>
    <p:sldId id="278" r:id="rId6"/>
    <p:sldId id="279" r:id="rId7"/>
    <p:sldId id="280" r:id="rId8"/>
    <p:sldId id="281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206" autoAdjust="0"/>
    <p:restoredTop sz="94660"/>
  </p:normalViewPr>
  <p:slideViewPr>
    <p:cSldViewPr>
      <p:cViewPr varScale="1">
        <p:scale>
          <a:sx n="58" d="100"/>
          <a:sy n="58" d="100"/>
        </p:scale>
        <p:origin x="-204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215 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to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Nampilazainao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ô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manankery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mahavoa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fahavalonao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90" y="1142984"/>
            <a:ext cx="8929718" cy="442915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itokianay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aiza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alehanay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35795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Mitaona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fanahinay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Mpanavotray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Mananatra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manambara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ratsy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421484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Mpilaza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mahafatra-po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o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14356"/>
            <a:ext cx="9144064" cy="62865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sabatray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mpampionona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mofon'aina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mpanazava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saina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14" y="1142984"/>
            <a:ext cx="8929718" cy="442915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Mpiaro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tanjakay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42908" y="785794"/>
            <a:ext cx="9144000" cy="62151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Ampinganay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teninao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amin'izao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tontolo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en-US" sz="60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levona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mbola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ihany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785794"/>
          </a:xfrm>
        </p:spPr>
        <p:txBody>
          <a:bodyPr>
            <a:noAutofit/>
          </a:bodyPr>
          <a:lstStyle/>
          <a:p>
            <a:pPr algn="ctr"/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215 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14" y="1142984"/>
            <a:ext cx="8929718" cy="442915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iankinanay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antoky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avotray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123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215 </vt:lpstr>
      <vt:lpstr>HIRA 215 </vt:lpstr>
      <vt:lpstr>HIRA 215 </vt:lpstr>
      <vt:lpstr>HIRA 215 </vt:lpstr>
      <vt:lpstr>HIRA 215 </vt:lpstr>
      <vt:lpstr>HIRA 215 </vt:lpstr>
      <vt:lpstr>HIRA 215 </vt:lpstr>
      <vt:lpstr>HIRA 215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194</dc:title>
  <dc:creator>M</dc:creator>
  <cp:lastModifiedBy>M</cp:lastModifiedBy>
  <cp:revision>9</cp:revision>
  <dcterms:created xsi:type="dcterms:W3CDTF">2012-10-03T08:17:13Z</dcterms:created>
  <dcterms:modified xsi:type="dcterms:W3CDTF">2014-06-03T19:40:01Z</dcterms:modified>
</cp:coreProperties>
</file>