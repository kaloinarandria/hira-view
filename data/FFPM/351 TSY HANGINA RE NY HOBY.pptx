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8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07/07/2013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351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hangina</a:t>
            </a:r>
            <a:r>
              <a:rPr lang="en-US" sz="6000" dirty="0" smtClean="0">
                <a:latin typeface="Cambria" pitchFamily="18" charset="0"/>
              </a:rPr>
              <a:t> re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hoby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noho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Ziona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miposaka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fahazavana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351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fanilom-pamonjena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indro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torina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Hanazava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351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Mivoaha, asandrato, ny</a:t>
            </a:r>
          </a:p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fanevasoanareo </a:t>
            </a:r>
          </a:p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Tsenao re ny mpanjaka fa avy aminao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351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Ny famonjeny sy ny lova izay atolony anao </a:t>
            </a:r>
          </a:p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Satria hianao dia </a:t>
            </a:r>
          </a:p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tsy foiny.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351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Voninahim-panjakana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isaloranao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anaram-baovao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iantsoana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351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Fampakaram-bady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fety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anaingàna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an'i</a:t>
            </a:r>
            <a:r>
              <a:rPr lang="en-US" sz="6000" dirty="0" smtClean="0">
                <a:latin typeface="Cambria" pitchFamily="18" charset="0"/>
              </a:rPr>
              <a:t> Kristy,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Tomponao</a:t>
            </a:r>
            <a:r>
              <a:rPr lang="en-US" sz="60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351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Mivoaha, asandrato, ny</a:t>
            </a:r>
          </a:p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fanevasoanareo </a:t>
            </a:r>
          </a:p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Tsenao re ny mpanjaka fa avy aminao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351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Ny famonjeny sy ny lova izay atolony anao </a:t>
            </a:r>
          </a:p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Satria hianao dia </a:t>
            </a:r>
          </a:p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tsy foiny.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351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O!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mpiambina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tinendry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ambony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manda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Aza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avelanao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hangina</a:t>
            </a:r>
            <a:r>
              <a:rPr lang="en-US" sz="6000" dirty="0" smtClean="0">
                <a:latin typeface="Cambria" pitchFamily="18" charset="0"/>
              </a:rPr>
              <a:t> re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feonao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351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hijoro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banga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Eo</a:t>
            </a:r>
            <a:r>
              <a:rPr lang="en-US" sz="6000" dirty="0" smtClean="0">
                <a:latin typeface="Cambria" pitchFamily="18" charset="0"/>
              </a:rPr>
              <a:t> an-</a:t>
            </a:r>
            <a:r>
              <a:rPr lang="en-US" sz="6000" dirty="0" err="1" smtClean="0">
                <a:latin typeface="Cambria" pitchFamily="18" charset="0"/>
              </a:rPr>
              <a:t>tobin'i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Tomponao</a:t>
            </a:r>
            <a:r>
              <a:rPr lang="en-US" sz="60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351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Mivoaha, asandrato, ny</a:t>
            </a:r>
          </a:p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fanevasoanareo </a:t>
            </a:r>
          </a:p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Tsenao re ny mpanjaka fa avy aminao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351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Ny famonjeny sy ny lova izay atolony anao </a:t>
            </a:r>
          </a:p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Satria hianao dia </a:t>
            </a:r>
          </a:p>
          <a:p>
            <a:pPr>
              <a:buNone/>
            </a:pPr>
            <a:r>
              <a:rPr lang="sv-SE" sz="6000" dirty="0" smtClean="0">
                <a:solidFill>
                  <a:srgbClr val="0070C0"/>
                </a:solidFill>
                <a:latin typeface="Cambria" pitchFamily="18" charset="0"/>
              </a:rPr>
              <a:t>tsy foiny.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193</Words>
  <PresentationFormat>Affichage à l'écran (4:3)</PresentationFormat>
  <Paragraphs>44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351</vt:lpstr>
      <vt:lpstr>HIRA 351</vt:lpstr>
      <vt:lpstr>HIRA 351</vt:lpstr>
      <vt:lpstr>HIRA 351</vt:lpstr>
      <vt:lpstr>HIRA 351</vt:lpstr>
      <vt:lpstr>HIRA 351</vt:lpstr>
      <vt:lpstr>HIRA 351</vt:lpstr>
      <vt:lpstr>HIRA 351</vt:lpstr>
      <vt:lpstr>HIRA 351</vt:lpstr>
      <vt:lpstr>HIRA 351</vt:lpstr>
      <vt:lpstr>HIRA 351</vt:lpstr>
      <vt:lpstr>HIRA 351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439: 1, 3</dc:title>
  <dc:creator>M</dc:creator>
  <cp:lastModifiedBy>M</cp:lastModifiedBy>
  <cp:revision>4</cp:revision>
  <dcterms:created xsi:type="dcterms:W3CDTF">2012-10-03T07:37:40Z</dcterms:created>
  <dcterms:modified xsi:type="dcterms:W3CDTF">2013-07-07T03:24:30Z</dcterms:modified>
</cp:coreProperties>
</file>