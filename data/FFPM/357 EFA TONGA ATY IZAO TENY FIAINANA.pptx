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7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071546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357</a:t>
            </a:r>
            <a:endParaRPr lang="fr-FR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14422"/>
            <a:ext cx="8686800" cy="5643578"/>
          </a:xfrm>
        </p:spPr>
        <p:txBody>
          <a:bodyPr>
            <a:noAutofit/>
          </a:bodyPr>
          <a:lstStyle/>
          <a:p>
            <a:pPr marL="742950" indent="-742950" algn="ctr">
              <a:buAutoNum type="arabicPeriod"/>
            </a:pP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  <a:p>
            <a:pPr marL="742950" indent="-742950" algn="ctr">
              <a:buNone/>
            </a:pP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fiainana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fr-FR" sz="6600" dirty="0" smtClean="0">
              <a:latin typeface="Cambria" pitchFamily="18" charset="0"/>
            </a:endParaRPr>
          </a:p>
          <a:p>
            <a:pPr algn="ctr">
              <a:buNone/>
            </a:pPr>
            <a:r>
              <a:rPr lang="en-US" sz="6600" dirty="0" err="1" smtClean="0">
                <a:latin typeface="Cambria" pitchFamily="18" charset="0"/>
              </a:rPr>
              <a:t>Raiso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fiainanao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 algn="ctr">
              <a:buNone/>
            </a:pP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fiainana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000108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357</a:t>
            </a:r>
            <a:endParaRPr lang="fr-FR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857232"/>
            <a:ext cx="8686800" cy="600076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6600" dirty="0" smtClean="0">
                <a:latin typeface="Cambria" pitchFamily="18" charset="0"/>
              </a:rPr>
              <a:t>He !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 algn="ctr">
              <a:buNone/>
            </a:pP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manan-kery</a:t>
            </a:r>
            <a:r>
              <a:rPr lang="en-US" sz="6600" dirty="0" smtClean="0">
                <a:latin typeface="Cambria" pitchFamily="18" charset="0"/>
              </a:rPr>
              <a:t> :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		:,: </a:t>
            </a:r>
            <a:r>
              <a:rPr lang="en-US" sz="6600" dirty="0" err="1" smtClean="0">
                <a:latin typeface="Cambria" pitchFamily="18" charset="0"/>
              </a:rPr>
              <a:t>Tenin’ny</a:t>
            </a:r>
            <a:r>
              <a:rPr lang="en-US" sz="6600" dirty="0" smtClean="0">
                <a:latin typeface="Cambria" pitchFamily="18" charset="0"/>
              </a:rPr>
              <a:t> Ray,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		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		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fiainana</a:t>
            </a:r>
            <a:r>
              <a:rPr lang="en-US" sz="6600" dirty="0" smtClean="0">
                <a:latin typeface="Cambria" pitchFamily="18" charset="0"/>
              </a:rPr>
              <a:t>.:,: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000108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357</a:t>
            </a:r>
            <a:endParaRPr lang="fr-FR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857232"/>
            <a:ext cx="86868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Io no </a:t>
            </a:r>
            <a:r>
              <a:rPr lang="en-US" sz="6000" dirty="0" err="1" smtClean="0">
                <a:latin typeface="Cambria" pitchFamily="18" charset="0"/>
              </a:rPr>
              <a:t>Filazantsara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Teny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fiainana</a:t>
            </a:r>
            <a:r>
              <a:rPr lang="en-US" sz="6000" dirty="0" smtClean="0">
                <a:latin typeface="Cambria" pitchFamily="18" charset="0"/>
              </a:rPr>
              <a:t> :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Teny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indrindra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Teny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fiainana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000108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357</a:t>
            </a:r>
            <a:endParaRPr lang="fr-FR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857232"/>
            <a:ext cx="86868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	</a:t>
            </a:r>
            <a:r>
              <a:rPr lang="en-US" sz="6600" dirty="0" err="1" smtClean="0">
                <a:latin typeface="Cambria" pitchFamily="18" charset="0"/>
              </a:rPr>
              <a:t>Raisonao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	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nomeny</a:t>
            </a:r>
            <a:r>
              <a:rPr lang="en-US" sz="6600" dirty="0" smtClean="0">
                <a:latin typeface="Cambria" pitchFamily="18" charset="0"/>
              </a:rPr>
              <a:t> :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	:,: </a:t>
            </a:r>
            <a:r>
              <a:rPr lang="en-US" sz="6600" dirty="0" err="1" smtClean="0">
                <a:latin typeface="Cambria" pitchFamily="18" charset="0"/>
              </a:rPr>
              <a:t>Tenin’ny</a:t>
            </a:r>
            <a:r>
              <a:rPr lang="en-US" sz="6600" dirty="0" smtClean="0">
                <a:latin typeface="Cambria" pitchFamily="18" charset="0"/>
              </a:rPr>
              <a:t> Ray,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		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		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fiainana</a:t>
            </a:r>
            <a:r>
              <a:rPr lang="en-US" sz="6600" dirty="0" smtClean="0">
                <a:latin typeface="Cambria" pitchFamily="18" charset="0"/>
              </a:rPr>
              <a:t>.:,: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48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000108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357</a:t>
            </a:r>
            <a:endParaRPr lang="fr-FR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857232"/>
            <a:ext cx="86868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mpanota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Henoy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fiainana</a:t>
            </a:r>
            <a:r>
              <a:rPr lang="en-US" sz="6600" dirty="0" smtClean="0">
                <a:latin typeface="Cambria" pitchFamily="18" charset="0"/>
              </a:rPr>
              <a:t>;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fiainana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fiainana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000108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357</a:t>
            </a:r>
            <a:endParaRPr lang="fr-FR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857232"/>
            <a:ext cx="86868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		Kristy no </a:t>
            </a:r>
            <a:r>
              <a:rPr lang="en-US" sz="6600" dirty="0" err="1" smtClean="0">
                <a:latin typeface="Cambria" pitchFamily="18" charset="0"/>
              </a:rPr>
              <a:t>nomena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smtClean="0">
                <a:latin typeface="Cambria" pitchFamily="18" charset="0"/>
              </a:rPr>
              <a:t>		Mba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famonjena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Tenin’ny</a:t>
            </a:r>
            <a:r>
              <a:rPr lang="en-US" sz="6600" dirty="0" smtClean="0">
                <a:latin typeface="Cambria" pitchFamily="18" charset="0"/>
              </a:rPr>
              <a:t> Ray,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		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		</a:t>
            </a:r>
            <a:r>
              <a:rPr lang="en-US" sz="6600" dirty="0" err="1" smtClean="0">
                <a:latin typeface="Cambria" pitchFamily="18" charset="0"/>
              </a:rPr>
              <a:t>Teny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fiainana</a:t>
            </a:r>
            <a:r>
              <a:rPr lang="en-US" sz="6600" dirty="0" smtClean="0">
                <a:latin typeface="Cambria" pitchFamily="18" charset="0"/>
              </a:rPr>
              <a:t>.:,: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 smtClean="0"/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73</Words>
  <PresentationFormat>Affichage à l'écran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357</vt:lpstr>
      <vt:lpstr>Hira 357</vt:lpstr>
      <vt:lpstr>Hira 357</vt:lpstr>
      <vt:lpstr>Hira 357</vt:lpstr>
      <vt:lpstr>Hira 357</vt:lpstr>
      <vt:lpstr>Hira 357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357: 1</dc:title>
  <dc:creator>M</dc:creator>
  <cp:lastModifiedBy>M</cp:lastModifiedBy>
  <cp:revision>5</cp:revision>
  <dcterms:created xsi:type="dcterms:W3CDTF">2012-10-02T21:09:31Z</dcterms:created>
  <dcterms:modified xsi:type="dcterms:W3CDTF">2013-08-03T17:40:58Z</dcterms:modified>
</cp:coreProperties>
</file>