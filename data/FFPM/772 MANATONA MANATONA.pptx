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643050"/>
            <a:ext cx="8929718" cy="5214950"/>
          </a:xfrm>
        </p:spPr>
        <p:txBody>
          <a:bodyPr>
            <a:noAutofit/>
          </a:bodyPr>
          <a:lstStyle/>
          <a:p>
            <a:pPr marL="1143000" indent="-1143000" algn="ctr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Manatòna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manatòna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 algn="ctr">
              <a:buNone/>
            </a:pP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1143000" indent="-1143000" algn="ctr">
              <a:buNone/>
            </a:pPr>
            <a:r>
              <a:rPr lang="en-US" sz="6600" dirty="0" err="1" smtClean="0">
                <a:latin typeface="Cambria" pitchFamily="18" charset="0"/>
              </a:rPr>
              <a:t>Manatòna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71546"/>
            <a:ext cx="9215502" cy="521495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71546"/>
            <a:ext cx="9215502" cy="521495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Mahavonjy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Mahavonjy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Mahavonjy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643050"/>
            <a:ext cx="8929718" cy="5214950"/>
          </a:xfrm>
        </p:spPr>
        <p:txBody>
          <a:bodyPr>
            <a:noAutofit/>
          </a:bodyPr>
          <a:lstStyle/>
          <a:p>
            <a:pPr marL="1143000" indent="-1143000" algn="ctr">
              <a:buNone/>
            </a:pPr>
            <a:r>
              <a:rPr lang="en-US" sz="6600" dirty="0" smtClean="0">
                <a:latin typeface="Cambria" pitchFamily="18" charset="0"/>
              </a:rPr>
              <a:t>4. Be </a:t>
            </a:r>
            <a:r>
              <a:rPr lang="en-US" sz="6600" dirty="0" err="1" smtClean="0">
                <a:latin typeface="Cambria" pitchFamily="18" charset="0"/>
              </a:rPr>
              <a:t>fiantra</a:t>
            </a:r>
            <a:r>
              <a:rPr lang="en-US" sz="6600" dirty="0" smtClean="0">
                <a:latin typeface="Cambria" pitchFamily="18" charset="0"/>
              </a:rPr>
              <a:t>, be </a:t>
            </a:r>
            <a:r>
              <a:rPr lang="en-US" sz="6600" dirty="0" err="1" smtClean="0">
                <a:latin typeface="Cambria" pitchFamily="18" charset="0"/>
              </a:rPr>
              <a:t>fiantra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 algn="ctr"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 algn="ctr"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fiantra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71546"/>
            <a:ext cx="9215502" cy="521495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71546"/>
            <a:ext cx="9215502" cy="521495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Miantsoa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miantsoa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Miantsoa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71546"/>
            <a:ext cx="9215502" cy="521495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7.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71546"/>
            <a:ext cx="9215502" cy="521495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8. Fo madio, fo madio,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No homeny anao, anao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Fo madio no homeny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772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215502" cy="564360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9. </a:t>
            </a:r>
            <a:r>
              <a:rPr lang="en-US" sz="6600" dirty="0" err="1" smtClean="0">
                <a:latin typeface="Cambria" pitchFamily="18" charset="0"/>
              </a:rPr>
              <a:t>Lamba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lamba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fotsy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hatafy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Lamba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hatafy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173</Words>
  <PresentationFormat>Affichage à l'écran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772 </vt:lpstr>
      <vt:lpstr>HIRA 772 </vt:lpstr>
      <vt:lpstr>HIRA 772 </vt:lpstr>
      <vt:lpstr>HIRA 772 </vt:lpstr>
      <vt:lpstr>HIRA 772 </vt:lpstr>
      <vt:lpstr>HIRA 772 </vt:lpstr>
      <vt:lpstr>HIRA 772 </vt:lpstr>
      <vt:lpstr>HIRA 772 </vt:lpstr>
      <vt:lpstr>HIRA 772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17</cp:revision>
  <dcterms:created xsi:type="dcterms:W3CDTF">2012-12-02T01:28:21Z</dcterms:created>
  <dcterms:modified xsi:type="dcterms:W3CDTF">2014-07-26T10:23:14Z</dcterms:modified>
</cp:coreProperties>
</file>