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5" r:id="rId9"/>
    <p:sldId id="260" r:id="rId10"/>
    <p:sldId id="266" r:id="rId11"/>
    <p:sldId id="261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2" d="100"/>
          <a:sy n="62" d="100"/>
        </p:scale>
        <p:origin x="-129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Jesosinay</a:t>
            </a:r>
            <a:r>
              <a:rPr lang="fr-FR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Lanitra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nafoiny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notrotroiny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Jesosinay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</a:t>
            </a:r>
            <a:r>
              <a:rPr lang="fr-FR" sz="6600" dirty="0" err="1" smtClean="0">
                <a:latin typeface="Cambria" pitchFamily="18" charset="0"/>
              </a:rPr>
              <a:t>Trano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Namboariny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anjely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kely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Namboariny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Voankazo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Voninkazo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fofona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halazo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intsony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Edena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ambony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Voankazo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Voninkazo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fofona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Zazakely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hirainy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tranon</a:t>
            </a:r>
            <a:r>
              <a:rPr lang="en-US" sz="6600" dirty="0" smtClean="0">
                <a:latin typeface="Cambria" pitchFamily="18" charset="0"/>
              </a:rPr>
              <a:t>-</a:t>
            </a:r>
            <a:r>
              <a:rPr lang="en-US" sz="6600" dirty="0" err="1" smtClean="0">
                <a:latin typeface="Cambria" pitchFamily="18" charset="0"/>
              </a:rPr>
              <a:t>dRainy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Zazakely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Seza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Hiakanjo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lava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Fotsy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lalandava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Seza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mody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813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smtClean="0">
                <a:latin typeface="Cambria" pitchFamily="18" charset="0"/>
              </a:rPr>
              <a:t>an-</a:t>
            </a:r>
            <a:r>
              <a:rPr lang="en-US" sz="6600" dirty="0" err="1" smtClean="0">
                <a:latin typeface="Cambria" pitchFamily="18" charset="0"/>
              </a:rPr>
              <a:t>tranon</a:t>
            </a:r>
            <a:r>
              <a:rPr lang="en-US" sz="6600" dirty="0" smtClean="0">
                <a:latin typeface="Cambria" pitchFamily="18" charset="0"/>
              </a:rPr>
              <a:t>-</a:t>
            </a:r>
            <a:r>
              <a:rPr lang="en-US" sz="6600" dirty="0" err="1" smtClean="0">
                <a:latin typeface="Cambria" pitchFamily="18" charset="0"/>
              </a:rPr>
              <a:t>dRainao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tranonay</a:t>
            </a:r>
            <a:r>
              <a:rPr lang="en-US" sz="6600" dirty="0" smtClean="0">
                <a:latin typeface="Cambria" pitchFamily="18" charset="0"/>
              </a:rPr>
              <a:t> ô!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mody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174</Words>
  <PresentationFormat>Affichage à l'écran (4:3)</PresentationFormat>
  <Paragraphs>61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813</vt:lpstr>
      <vt:lpstr>HIRA 813</vt:lpstr>
      <vt:lpstr>HIRA 813</vt:lpstr>
      <vt:lpstr>HIRA 813</vt:lpstr>
      <vt:lpstr>HIRA 813</vt:lpstr>
      <vt:lpstr>HIRA 813</vt:lpstr>
      <vt:lpstr>HIRA 813</vt:lpstr>
      <vt:lpstr>HIRA 813</vt:lpstr>
      <vt:lpstr>HIRA 813</vt:lpstr>
      <vt:lpstr>HIRA 813</vt:lpstr>
      <vt:lpstr>HIRA 813</vt:lpstr>
      <vt:lpstr>HIRA 813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23</cp:revision>
  <dcterms:created xsi:type="dcterms:W3CDTF">2012-12-02T01:28:21Z</dcterms:created>
  <dcterms:modified xsi:type="dcterms:W3CDTF">2013-01-27T05:14:52Z</dcterms:modified>
</cp:coreProperties>
</file>