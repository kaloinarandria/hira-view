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2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sz="3600" b="1" dirty="0" err="1" smtClean="0">
                <a:latin typeface="Cambria" pitchFamily="18" charset="0"/>
              </a:rPr>
              <a:t>Hira</a:t>
            </a:r>
            <a:r>
              <a:rPr lang="fr-FR" sz="3600" b="1" dirty="0" smtClean="0">
                <a:latin typeface="Cambria" pitchFamily="18" charset="0"/>
              </a:rPr>
              <a:t> </a:t>
            </a:r>
            <a:r>
              <a:rPr lang="fr-FR" sz="3600" b="1" dirty="0" smtClean="0">
                <a:latin typeface="Cambria" pitchFamily="18" charset="0"/>
              </a:rPr>
              <a:t>495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357166"/>
            <a:ext cx="8858280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tokiko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Mpamonjiko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mahery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Zokiko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hamela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irery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amorom-pasako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amiko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sz="3600" b="1" dirty="0" err="1" smtClean="0">
                <a:latin typeface="Cambria" pitchFamily="18" charset="0"/>
              </a:rPr>
              <a:t>Hira</a:t>
            </a:r>
            <a:r>
              <a:rPr lang="fr-FR" sz="3600" b="1" dirty="0" smtClean="0">
                <a:latin typeface="Cambria" pitchFamily="18" charset="0"/>
              </a:rPr>
              <a:t> </a:t>
            </a:r>
            <a:r>
              <a:rPr lang="fr-FR" sz="3600" b="1" dirty="0" smtClean="0">
                <a:latin typeface="Cambria" pitchFamily="18" charset="0"/>
              </a:rPr>
              <a:t>495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357166"/>
            <a:ext cx="8858280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lzy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nandre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hangidin'ny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fitàna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ony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mainty</a:t>
            </a:r>
            <a:r>
              <a:rPr lang="en-US" sz="6000" dirty="0" smtClean="0">
                <a:latin typeface="Cambria" pitchFamily="18" charset="0"/>
              </a:rPr>
              <a:t> be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Vokatry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fahotàna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Koa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hilaozany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Irery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sz="3600" b="1" dirty="0" err="1" smtClean="0">
                <a:latin typeface="Cambria" pitchFamily="18" charset="0"/>
              </a:rPr>
              <a:t>Hira</a:t>
            </a:r>
            <a:r>
              <a:rPr lang="fr-FR" sz="3600" b="1" dirty="0" smtClean="0">
                <a:latin typeface="Cambria" pitchFamily="18" charset="0"/>
              </a:rPr>
              <a:t> </a:t>
            </a:r>
            <a:r>
              <a:rPr lang="fr-FR" sz="3600" b="1" dirty="0" smtClean="0">
                <a:latin typeface="Cambria" pitchFamily="18" charset="0"/>
              </a:rPr>
              <a:t>495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357166"/>
            <a:ext cx="8858280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lzaho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hody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vovoka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androko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lany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hatsangana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hakarina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hankany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Amim-boninahitra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mety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tapitra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sz="3600" b="1" dirty="0" err="1" smtClean="0">
                <a:latin typeface="Cambria" pitchFamily="18" charset="0"/>
              </a:rPr>
              <a:t>Hira</a:t>
            </a:r>
            <a:r>
              <a:rPr lang="fr-FR" sz="3600" b="1" dirty="0" smtClean="0">
                <a:latin typeface="Cambria" pitchFamily="18" charset="0"/>
              </a:rPr>
              <a:t> </a:t>
            </a:r>
            <a:r>
              <a:rPr lang="fr-FR" sz="3600" b="1" dirty="0" smtClean="0">
                <a:latin typeface="Cambria" pitchFamily="18" charset="0"/>
              </a:rPr>
              <a:t>495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357166"/>
            <a:ext cx="8858280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tafatambatra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samy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sambatra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nahazo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famonjena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havako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Vao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hitako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sz="3600" b="1" dirty="0" err="1" smtClean="0">
                <a:latin typeface="Cambria" pitchFamily="18" charset="0"/>
              </a:rPr>
              <a:t>Hira</a:t>
            </a:r>
            <a:r>
              <a:rPr lang="fr-FR" sz="3600" b="1" dirty="0" smtClean="0">
                <a:latin typeface="Cambria" pitchFamily="18" charset="0"/>
              </a:rPr>
              <a:t> </a:t>
            </a:r>
            <a:r>
              <a:rPr lang="fr-FR" sz="3600" b="1" dirty="0" smtClean="0">
                <a:latin typeface="Cambria" pitchFamily="18" charset="0"/>
              </a:rPr>
              <a:t>495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357166"/>
            <a:ext cx="8858280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5.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manjo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misy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akory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finaritra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Tapitra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mampahory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fahalovana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Hody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fifaliana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sz="3600" b="1" dirty="0" err="1" smtClean="0">
                <a:latin typeface="Cambria" pitchFamily="18" charset="0"/>
              </a:rPr>
              <a:t>Hira</a:t>
            </a:r>
            <a:r>
              <a:rPr lang="fr-FR" sz="3600" b="1" dirty="0" smtClean="0">
                <a:latin typeface="Cambria" pitchFamily="18" charset="0"/>
              </a:rPr>
              <a:t> </a:t>
            </a:r>
            <a:r>
              <a:rPr lang="fr-FR" sz="3600" b="1" dirty="0" smtClean="0">
                <a:latin typeface="Cambria" pitchFamily="18" charset="0"/>
              </a:rPr>
              <a:t>495</a:t>
            </a:r>
            <a:endParaRPr lang="fr-FR" sz="36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357166"/>
            <a:ext cx="8858280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6. </a:t>
            </a:r>
            <a:r>
              <a:rPr lang="en-US" sz="6000" dirty="0" err="1" smtClean="0">
                <a:latin typeface="Cambria" pitchFamily="18" charset="0"/>
              </a:rPr>
              <a:t>Eto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reraka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Any </a:t>
            </a:r>
            <a:r>
              <a:rPr lang="en-US" sz="6000" dirty="0" err="1" smtClean="0">
                <a:latin typeface="Cambria" pitchFamily="18" charset="0"/>
              </a:rPr>
              <a:t>misy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hazon'aina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Vita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tanteraka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rehetra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nantenaina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hahatrarako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fahasambarako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166</Words>
  <PresentationFormat>Affichage à l'écran (4:3)</PresentationFormat>
  <Paragraphs>42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495</vt:lpstr>
      <vt:lpstr>Hira 495</vt:lpstr>
      <vt:lpstr>Hira 495</vt:lpstr>
      <vt:lpstr>Hira 495</vt:lpstr>
      <vt:lpstr>Hira 495</vt:lpstr>
      <vt:lpstr>Hira 495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489: 3</dc:title>
  <dc:creator>M</dc:creator>
  <cp:lastModifiedBy>M</cp:lastModifiedBy>
  <cp:revision>9</cp:revision>
  <dcterms:created xsi:type="dcterms:W3CDTF">2012-10-02T21:36:53Z</dcterms:created>
  <dcterms:modified xsi:type="dcterms:W3CDTF">2013-11-30T23:46:14Z</dcterms:modified>
</cp:coreProperties>
</file>