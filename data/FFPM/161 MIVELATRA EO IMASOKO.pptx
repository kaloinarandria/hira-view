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357166"/>
            <a:ext cx="935834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1. Mivelatra eo </a:t>
            </a:r>
            <a:r>
              <a:rPr lang="fi-FI" sz="7200" dirty="0" smtClean="0">
                <a:latin typeface="Cambria" pitchFamily="18" charset="0"/>
              </a:rPr>
              <a:t>imasiko</a:t>
            </a:r>
            <a:endParaRPr lang="fi-FI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Ny fiandrianan-dehibe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Itoeran’ny Mpamonjiko</a:t>
            </a:r>
            <a:endParaRPr lang="fi-FI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Dia Jeso 'Lay nandresy re</a:t>
            </a:r>
            <a:r>
              <a:rPr lang="fi-FI" sz="7200" dirty="0" smtClean="0">
                <a:latin typeface="Cambria" pitchFamily="18" charset="0"/>
              </a:rPr>
              <a:t>!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071546"/>
            <a:ext cx="978697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Fa niakatr'Izy ka nandao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'Ty tany fandalovana,	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Mpanjaka ao an-dapany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Ka feno voninahitra.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358346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2. Anjely no manotrona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Arahin?olo-masina: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Ireo dia mandohalika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Am-panajana fatratra</a:t>
            </a:r>
            <a:r>
              <a:rPr lang="fi-FI" sz="7200" dirty="0" smtClean="0">
                <a:latin typeface="Cambria" pitchFamily="18" charset="0"/>
              </a:rPr>
              <a:t>.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071546"/>
            <a:ext cx="978697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Ny Tompo eo afovoany,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Mamiratra ny tavany,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Ka feno hasambarana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Izay mahazo taratra.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357166"/>
            <a:ext cx="935834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3. Kanefa tsy mipetraka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Ho endriky ny lanitra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'Lay </a:t>
            </a:r>
            <a:r>
              <a:rPr lang="fi-FI" sz="7200" dirty="0" smtClean="0">
                <a:latin typeface="Cambria" pitchFamily="18" charset="0"/>
              </a:rPr>
              <a:t>Zanak’Andriamanitra</a:t>
            </a:r>
            <a:endParaRPr lang="fi-FI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Fa miasa tsy mijanona</a:t>
            </a:r>
            <a:r>
              <a:rPr lang="fi-FI" sz="7200" dirty="0" smtClean="0">
                <a:latin typeface="Cambria" pitchFamily="18" charset="0"/>
              </a:rPr>
              <a:t>.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642918"/>
            <a:ext cx="978697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Renao va ny fifonany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Ho an'ny Fiangonany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'Zay novidiny tamin-dRà,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Ka tiany hampakarina?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715504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Ekeo, ry Fiangonana ô 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'Lay hany Mpanalàlana,</a:t>
            </a:r>
          </a:p>
          <a:p>
            <a:pPr>
              <a:buNone/>
            </a:pPr>
            <a:r>
              <a:rPr lang="fi-FI" sz="6600" smtClean="0">
                <a:latin typeface="Cambria" pitchFamily="18" charset="0"/>
              </a:rPr>
              <a:t>'Zay </a:t>
            </a:r>
            <a:r>
              <a:rPr lang="fi-FI" sz="6600" smtClean="0">
                <a:latin typeface="Cambria" pitchFamily="18" charset="0"/>
              </a:rPr>
              <a:t>mandohalika </a:t>
            </a:r>
            <a:r>
              <a:rPr lang="fi-FI" sz="6600" dirty="0" smtClean="0">
                <a:latin typeface="Cambria" pitchFamily="18" charset="0"/>
              </a:rPr>
              <a:t>amin-dRay,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mitomany ho anao</a:t>
            </a:r>
            <a:r>
              <a:rPr lang="fi-FI" sz="6600" dirty="0" smtClean="0">
                <a:latin typeface="Cambria" pitchFamily="18" charset="0"/>
              </a:rPr>
              <a:t>!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928670"/>
            <a:ext cx="10072758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Ry Tompo, aza sasatra,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Ifony lalandava e!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'Zahay izay navotanao,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Fa te-hankao </a:t>
            </a:r>
            <a:r>
              <a:rPr lang="fi-FI" sz="7200" dirty="0" smtClean="0">
                <a:latin typeface="Cambria" pitchFamily="18" charset="0"/>
              </a:rPr>
              <a:t>an-danitra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137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161</vt:lpstr>
      <vt:lpstr>HIRA 161</vt:lpstr>
      <vt:lpstr>HIRA 161</vt:lpstr>
      <vt:lpstr>HIRA 161</vt:lpstr>
      <vt:lpstr>HIRA 161</vt:lpstr>
      <vt:lpstr>HIRA 161</vt:lpstr>
      <vt:lpstr>HIRA 161</vt:lpstr>
      <vt:lpstr>HIRA 161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16</cp:revision>
  <dcterms:created xsi:type="dcterms:W3CDTF">2012-10-03T08:15:06Z</dcterms:created>
  <dcterms:modified xsi:type="dcterms:W3CDTF">2013-07-25T18:18:55Z</dcterms:modified>
</cp:coreProperties>
</file>