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10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645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Kapiteninay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Hiady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ilàna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zovy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645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mahafy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hatraty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miraika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hatrary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Ireny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645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hotafihinay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tafika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hikatrohanay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ady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mora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atao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645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ota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hasianay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ringana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hasondrotray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Paradisa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645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Indreo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maritiora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loha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làlanay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Nalatsaka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aina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marika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645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Fandavan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-tena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endParaRPr lang="es-ES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vitan'izy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Hodian-tsy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hita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foana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ve </a:t>
            </a:r>
          </a:p>
          <a:p>
            <a:pPr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lreo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maritiora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645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Kapiteninay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lzao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s-ES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anavaozanay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fanompoana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s-ES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645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es-ES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tenanay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hamasino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144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645</vt:lpstr>
      <vt:lpstr>Hira 645</vt:lpstr>
      <vt:lpstr>Hira 645</vt:lpstr>
      <vt:lpstr>Hira 645</vt:lpstr>
      <vt:lpstr>Hira 645</vt:lpstr>
      <vt:lpstr>Hira 645</vt:lpstr>
      <vt:lpstr>Hira 645</vt:lpstr>
      <vt:lpstr>Hira 645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643</dc:title>
  <dc:creator>M</dc:creator>
  <cp:lastModifiedBy>M</cp:lastModifiedBy>
  <cp:revision>2</cp:revision>
  <dcterms:created xsi:type="dcterms:W3CDTF">2012-11-26T19:13:07Z</dcterms:created>
  <dcterms:modified xsi:type="dcterms:W3CDTF">2012-12-29T22:49:45Z</dcterms:modified>
</cp:coreProperties>
</file>