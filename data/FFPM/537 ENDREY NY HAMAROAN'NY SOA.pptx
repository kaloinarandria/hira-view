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10/06/2018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2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643998" cy="578647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hamaroan'ny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Nomenao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navotanao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heloko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vonoinao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572560" cy="57864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velombelona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71504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azoko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perla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zava-tsoan'ny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ahoako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643998" cy="564360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velombelona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572560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vavako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Hamisavisa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Ray;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fanomezan-dehibe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voatonoko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64399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velombelona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928670"/>
            <a:ext cx="9144000" cy="57864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hidera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Hisaotra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hanaja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537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142984"/>
            <a:ext cx="8643998" cy="550072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voavonjy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velombelona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178</Words>
  <Application>Microsoft Office PowerPoint</Application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537</vt:lpstr>
      <vt:lpstr>HIRA 537</vt:lpstr>
      <vt:lpstr>HIRA 537</vt:lpstr>
      <vt:lpstr>HIRA 537</vt:lpstr>
      <vt:lpstr>HIRA 537</vt:lpstr>
      <vt:lpstr>HIRA 537</vt:lpstr>
      <vt:lpstr>HIRA 537</vt:lpstr>
      <vt:lpstr>HIRA 537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537</dc:title>
  <dc:creator>M</dc:creator>
  <cp:lastModifiedBy>FJKM MANDROSOA ILAFY</cp:lastModifiedBy>
  <cp:revision>8</cp:revision>
  <dcterms:created xsi:type="dcterms:W3CDTF">2012-10-03T07:12:10Z</dcterms:created>
  <dcterms:modified xsi:type="dcterms:W3CDTF">2018-06-10T11:19:54Z</dcterms:modified>
</cp:coreProperties>
</file>