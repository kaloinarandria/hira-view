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123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101441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Nitsangana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kristiana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marobe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mihoby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mihira</a:t>
            </a:r>
            <a:r>
              <a:rPr lang="en-US" sz="6600" dirty="0" smtClean="0">
                <a:latin typeface="Cambria" pitchFamily="18" charset="0"/>
              </a:rPr>
              <a:t> hoe</a:t>
            </a:r>
            <a:r>
              <a:rPr lang="en-US" sz="6600" dirty="0" smtClean="0">
                <a:latin typeface="Cambria" pitchFamily="18" charset="0"/>
              </a:rPr>
              <a:t>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123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43050"/>
            <a:ext cx="9144000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Dera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Mpandresy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123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101441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Tanteraka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afaka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123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43050"/>
            <a:ext cx="9144000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Dera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Mpandresy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123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101441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Hiara-monina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Hohazavain'ny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tavany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123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43050"/>
            <a:ext cx="9144000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Dera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Mpandresy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83</Words>
  <PresentationFormat>Affichage à l'écran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123</vt:lpstr>
      <vt:lpstr>HIRA 123</vt:lpstr>
      <vt:lpstr>HIRA 123</vt:lpstr>
      <vt:lpstr>HIRA 123</vt:lpstr>
      <vt:lpstr>HIRA 123</vt:lpstr>
      <vt:lpstr>HIRA 123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14</cp:revision>
  <dcterms:created xsi:type="dcterms:W3CDTF">2012-10-21T18:56:48Z</dcterms:created>
  <dcterms:modified xsi:type="dcterms:W3CDTF">2013-07-03T06:39:47Z</dcterms:modified>
</cp:coreProperties>
</file>