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8" r:id="rId3"/>
    <p:sldId id="275" r:id="rId4"/>
    <p:sldId id="279" r:id="rId5"/>
    <p:sldId id="277" r:id="rId6"/>
    <p:sldId id="27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0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Andriananahary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aba</a:t>
            </a:r>
            <a:r>
              <a:rPr lang="en-US" sz="6600" dirty="0" smtClean="0">
                <a:latin typeface="Cambria" pitchFamily="18" charset="0"/>
              </a:rPr>
              <a:t> Ray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ianteheranay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vavakay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428736"/>
            <a:ext cx="8572528" cy="48577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Esory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Zanak'Andriamanitra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Mpitarika</a:t>
            </a:r>
            <a:r>
              <a:rPr lang="en-US" sz="6600" dirty="0" smtClean="0">
                <a:latin typeface="Cambria" pitchFamily="18" charset="0"/>
              </a:rPr>
              <a:t> ho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Mpanolo-tsaina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marina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500174"/>
            <a:ext cx="8572528" cy="471490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nolavina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Mpampionona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Ampiomano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famindramponao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357298"/>
            <a:ext cx="8572528" cy="550070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Ndrao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very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re,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85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192</vt:lpstr>
      <vt:lpstr>HIRA 192</vt:lpstr>
      <vt:lpstr>HIRA 192</vt:lpstr>
      <vt:lpstr>HIRA 192</vt:lpstr>
      <vt:lpstr>HIRA 192</vt:lpstr>
      <vt:lpstr>HIRA 192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4</cp:revision>
  <dcterms:created xsi:type="dcterms:W3CDTF">2012-10-03T08:17:13Z</dcterms:created>
  <dcterms:modified xsi:type="dcterms:W3CDTF">2013-11-29T09:30:39Z</dcterms:modified>
</cp:coreProperties>
</file>