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49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Tompontsika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Indre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amin-kery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rahona</a:t>
            </a:r>
            <a:r>
              <a:rPr lang="en-US" sz="6600" dirty="0" smtClean="0">
                <a:latin typeface="Cambria" pitchFamily="18" charset="0"/>
              </a:rPr>
              <a:t> 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14554"/>
            <a:ext cx="8229600" cy="3911609"/>
          </a:xfrm>
        </p:spPr>
        <p:txBody>
          <a:bodyPr/>
          <a:lstStyle/>
          <a:p>
            <a:pPr marL="996696" lvl="0" indent="-914400">
              <a:buNone/>
            </a:pP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:,: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Haleloia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! :,: </a:t>
            </a:r>
          </a:p>
          <a:p>
            <a:pPr marL="996696" lvl="0" indent="-914400">
              <a:buNone/>
            </a:pP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Ambarao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heriny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49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2. ' </a:t>
            </a:r>
            <a:r>
              <a:rPr lang="en-US" sz="6600" dirty="0" err="1" smtClean="0">
                <a:latin typeface="Cambria" pitchFamily="18" charset="0"/>
              </a:rPr>
              <a:t>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fahavalo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resiny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Mifalia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anjely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Mihobia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14554"/>
            <a:ext cx="8229600" cy="3911609"/>
          </a:xfrm>
        </p:spPr>
        <p:txBody>
          <a:bodyPr/>
          <a:lstStyle/>
          <a:p>
            <a:pPr marL="996696" lvl="0" indent="-914400">
              <a:buNone/>
            </a:pP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:,: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Haleloia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! :,: </a:t>
            </a:r>
          </a:p>
          <a:p>
            <a:pPr marL="996696" lvl="0" indent="-914400">
              <a:buNone/>
            </a:pP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Ambarao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lazany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49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Fony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Satro-tsilo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nentiny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satro-bolamena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Mendrika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lohany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14554"/>
            <a:ext cx="8229600" cy="3911609"/>
          </a:xfrm>
        </p:spPr>
        <p:txBody>
          <a:bodyPr/>
          <a:lstStyle/>
          <a:p>
            <a:pPr marL="996696" lvl="0" indent="-914400">
              <a:buNone/>
            </a:pP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:,: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Haleloia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! :,: </a:t>
            </a:r>
          </a:p>
          <a:p>
            <a:pPr marL="996696" lvl="0" indent="-914400">
              <a:buNone/>
            </a:pP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Ambarao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derany</a:t>
            </a:r>
            <a:endParaRPr lang="en-US" sz="6600" dirty="0" smtClean="0">
              <a:solidFill>
                <a:prstClr val="black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49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Voaeso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fahoriany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asandratra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Ambarao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hajany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rahona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14554"/>
            <a:ext cx="8229600" cy="3911609"/>
          </a:xfrm>
        </p:spPr>
        <p:txBody>
          <a:bodyPr/>
          <a:lstStyle/>
          <a:p>
            <a:pPr marL="996696" lvl="0" indent="-914400">
              <a:buNone/>
            </a:pP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:,: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Haleloia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! :,:</a:t>
            </a:r>
          </a:p>
          <a:p>
            <a:pPr marL="996696" lvl="0" indent="-914400">
              <a:buNone/>
            </a:pP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He,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voninahiny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123</Words>
  <PresentationFormat>Affichage à l'écran (4:3)</PresentationFormat>
  <Paragraphs>33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49</vt:lpstr>
      <vt:lpstr>Hira 49</vt:lpstr>
      <vt:lpstr>Hira 49</vt:lpstr>
      <vt:lpstr>Hira 49</vt:lpstr>
      <vt:lpstr>Hira 49</vt:lpstr>
      <vt:lpstr>Hira 49</vt:lpstr>
      <vt:lpstr>Hira 49</vt:lpstr>
      <vt:lpstr>Hira 49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17</cp:revision>
  <dcterms:created xsi:type="dcterms:W3CDTF">2012-10-02T21:52:07Z</dcterms:created>
  <dcterms:modified xsi:type="dcterms:W3CDTF">2013-07-02T10:25:06Z</dcterms:modified>
</cp:coreProperties>
</file>