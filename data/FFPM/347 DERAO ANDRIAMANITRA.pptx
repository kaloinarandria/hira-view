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6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347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Derao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Loharanon-tsoa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Derao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Ray, </a:t>
            </a:r>
            <a:r>
              <a:rPr lang="en-US" sz="6000" dirty="0" err="1" smtClean="0">
                <a:latin typeface="Cambria" pitchFamily="18" charset="0"/>
              </a:rPr>
              <a:t>Zanaka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PresentationFormat>Affichage à l'écran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Hira 347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2</cp:revision>
  <dcterms:created xsi:type="dcterms:W3CDTF">2012-11-04T17:09:04Z</dcterms:created>
  <dcterms:modified xsi:type="dcterms:W3CDTF">2013-05-21T17:12:04Z</dcterms:modified>
</cp:coreProperties>
</file>