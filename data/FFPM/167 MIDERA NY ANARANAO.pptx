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5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167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'</a:t>
            </a:r>
            <a:r>
              <a:rPr lang="en-US" sz="6600" dirty="0" err="1" smtClean="0">
                <a:latin typeface="Cambria" pitchFamily="18" charset="0"/>
              </a:rPr>
              <a:t>Zahay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hira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ventesinay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Hoe: </a:t>
            </a:r>
            <a:r>
              <a:rPr lang="en-US" sz="6600" dirty="0" err="1" smtClean="0">
                <a:latin typeface="Cambria" pitchFamily="18" charset="0"/>
              </a:rPr>
              <a:t>haja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saotra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He! </a:t>
            </a:r>
            <a:r>
              <a:rPr lang="en-US" sz="6600" dirty="0" err="1" smtClean="0">
                <a:latin typeface="Cambria" pitchFamily="18" charset="0"/>
              </a:rPr>
              <a:t>Voahombo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Nisolo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hanaovanay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Hoe: </a:t>
            </a:r>
            <a:r>
              <a:rPr lang="en-US" sz="6600" dirty="0" err="1" smtClean="0">
                <a:latin typeface="Cambria" pitchFamily="18" charset="0"/>
              </a:rPr>
              <a:t>haja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saotra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Endrey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Tra-pamonjena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haja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saotra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167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10287072" cy="6000768"/>
          </a:xfrm>
        </p:spPr>
        <p:txBody>
          <a:bodyPr>
            <a:noAutofit/>
          </a:bodyPr>
          <a:lstStyle/>
          <a:p>
            <a:pPr lvl="0">
              <a:buNone/>
            </a:pP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4.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Raha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tonga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ao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an-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danitra</a:t>
            </a:r>
            <a:endParaRPr lang="en-US" sz="60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None/>
            </a:pP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‘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mpanomponao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,</a:t>
            </a:r>
          </a:p>
          <a:p>
            <a:pPr lvl="0">
              <a:buNone/>
            </a:pP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Hitohy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re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hiranay</a:t>
            </a:r>
            <a:endParaRPr lang="en-US" sz="60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None/>
            </a:pP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Hoe: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haja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saotra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hery</a:t>
            </a:r>
            <a:endParaRPr lang="en-US" sz="60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None/>
            </a:pP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raiso</a:t>
            </a:r>
            <a:r>
              <a:rPr lang="en-US" sz="6000" dirty="0" smtClean="0">
                <a:solidFill>
                  <a:prstClr val="black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prstClr val="black"/>
                </a:solidFill>
                <a:latin typeface="Cambria" pitchFamily="18" charset="0"/>
              </a:rPr>
              <a:t>Anao</a:t>
            </a:r>
            <a:endParaRPr lang="en-US" sz="6000" dirty="0" smtClean="0">
              <a:solidFill>
                <a:prstClr val="black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111</Words>
  <PresentationFormat>Affichage à l'écran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167</vt:lpstr>
      <vt:lpstr>HIRA 167</vt:lpstr>
      <vt:lpstr>HIRA 167</vt:lpstr>
      <vt:lpstr>HIRA 167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167: 1, 2, 3</dc:title>
  <dc:creator>M</dc:creator>
  <cp:lastModifiedBy>M</cp:lastModifiedBy>
  <cp:revision>8</cp:revision>
  <dcterms:created xsi:type="dcterms:W3CDTF">2012-10-02T21:12:01Z</dcterms:created>
  <dcterms:modified xsi:type="dcterms:W3CDTF">2013-07-25T18:44:06Z</dcterms:modified>
</cp:coreProperties>
</file>