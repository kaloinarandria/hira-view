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1" d="100"/>
          <a:sy n="41" d="100"/>
        </p:scale>
        <p:origin x="-186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7498080" cy="857232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132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6143644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1. </a:t>
            </a:r>
            <a:r>
              <a:rPr lang="en-US" sz="6000" dirty="0" err="1" smtClean="0">
                <a:latin typeface="Cambria" pitchFamily="18" charset="0"/>
              </a:rPr>
              <a:t>Indro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velona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Jesosy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Tompon'aina</a:t>
            </a:r>
            <a:r>
              <a:rPr lang="en-US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Foana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fasana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Resy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Satana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Iza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indray</a:t>
            </a:r>
            <a:r>
              <a:rPr lang="en-US" sz="6000" dirty="0" smtClean="0">
                <a:latin typeface="Cambria" pitchFamily="18" charset="0"/>
              </a:rPr>
              <a:t> no </a:t>
            </a:r>
            <a:r>
              <a:rPr lang="en-US" sz="6000" dirty="0" err="1" smtClean="0">
                <a:latin typeface="Cambria" pitchFamily="18" charset="0"/>
              </a:rPr>
              <a:t>hitomany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Raha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mahare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izany</a:t>
            </a:r>
            <a:r>
              <a:rPr lang="en-US" sz="6000" dirty="0" smtClean="0">
                <a:latin typeface="Cambria" pitchFamily="18" charset="0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7498080" cy="1071546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132</a:t>
            </a:r>
            <a:endParaRPr lang="fr-FR" sz="4400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1142984"/>
            <a:ext cx="8858280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foko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sasatra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Manahy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fatratra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Heveronao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izao</a:t>
            </a:r>
            <a:r>
              <a:rPr lang="en-US" sz="6000" dirty="0" smtClean="0">
                <a:latin typeface="Cambria" pitchFamily="18" charset="0"/>
              </a:rPr>
              <a:t>	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Ho </a:t>
            </a:r>
            <a:r>
              <a:rPr lang="en-US" sz="6000" dirty="0" err="1" smtClean="0">
                <a:latin typeface="Cambria" pitchFamily="18" charset="0"/>
              </a:rPr>
              <a:t>afaka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sentonao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136788" cy="785794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132</a:t>
            </a:r>
            <a:endParaRPr lang="fr-FR" sz="4400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500042"/>
            <a:ext cx="8858280" cy="6357958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2. </a:t>
            </a:r>
            <a:r>
              <a:rPr lang="en-US" sz="6000" dirty="0" err="1" smtClean="0">
                <a:latin typeface="Cambria" pitchFamily="18" charset="0"/>
              </a:rPr>
              <a:t>Indro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velona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Jesosy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Tompon'aina</a:t>
            </a:r>
            <a:r>
              <a:rPr lang="en-US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Izy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nitsangana</a:t>
            </a:r>
            <a:r>
              <a:rPr lang="en-US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Ravo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saina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Tompo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nolatsaina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Tonga </a:t>
            </a:r>
            <a:r>
              <a:rPr lang="en-US" sz="6000" dirty="0" err="1" smtClean="0">
                <a:latin typeface="Cambria" pitchFamily="18" charset="0"/>
              </a:rPr>
              <a:t>loharanon'aina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351102" cy="1000108"/>
          </a:xfrm>
        </p:spPr>
        <p:txBody>
          <a:bodyPr>
            <a:normAutofit/>
          </a:bodyPr>
          <a:lstStyle/>
          <a:p>
            <a:r>
              <a:rPr lang="fr-FR" b="1" smtClean="0">
                <a:solidFill>
                  <a:schemeClr val="tx2"/>
                </a:solidFill>
                <a:latin typeface="Cambria" pitchFamily="18" charset="0"/>
              </a:rPr>
              <a:t>HIRA 132</a:t>
            </a:r>
            <a:endParaRPr lang="fr-FR" sz="4400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1142984"/>
            <a:ext cx="8858280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havana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andrandrao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lanitra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izao</a:t>
            </a:r>
            <a:r>
              <a:rPr lang="en-US" sz="60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Jesosy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velona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Ka </a:t>
            </a:r>
            <a:r>
              <a:rPr lang="en-US" sz="6000" dirty="0" err="1" smtClean="0">
                <a:latin typeface="Cambria" pitchFamily="18" charset="0"/>
              </a:rPr>
              <a:t>azo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fiainana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80</Words>
  <PresentationFormat>Affichage à l'écran (4:3)</PresentationFormat>
  <Paragraphs>24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HIRA 132</vt:lpstr>
      <vt:lpstr>HIRA 132</vt:lpstr>
      <vt:lpstr>HIRA 132</vt:lpstr>
      <vt:lpstr>HIRA 132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115</dc:title>
  <dc:creator>M</dc:creator>
  <cp:lastModifiedBy>M</cp:lastModifiedBy>
  <cp:revision>6</cp:revision>
  <dcterms:created xsi:type="dcterms:W3CDTF">2012-10-21T18:56:48Z</dcterms:created>
  <dcterms:modified xsi:type="dcterms:W3CDTF">2013-07-02T17:13:12Z</dcterms:modified>
</cp:coreProperties>
</file>