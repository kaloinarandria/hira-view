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9" r:id="rId6"/>
    <p:sldId id="260" r:id="rId7"/>
    <p:sldId id="267" r:id="rId8"/>
    <p:sldId id="268" r:id="rId9"/>
    <p:sldId id="261" r:id="rId10"/>
    <p:sldId id="263" r:id="rId11"/>
    <p:sldId id="269" r:id="rId12"/>
    <p:sldId id="27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0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Mandra-piavin'ny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mivavaha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nomeny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tadidio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adidinao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tontosay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efao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Mijery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tanteraho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adidinao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Mandra-piavin'ny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miasà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Ampitomboy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talenta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fahaizana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anompoy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tanteraho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adidinao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50125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3.Moa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nanavotany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hafany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tanteraho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hajao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fanavotany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432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tanteraho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adidinao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160</Words>
  <PresentationFormat>Affichage à l'écran (4:3)</PresentationFormat>
  <Paragraphs>37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432 </vt:lpstr>
      <vt:lpstr>HIRA 432 </vt:lpstr>
      <vt:lpstr>HIRA 432 </vt:lpstr>
      <vt:lpstr>HIRA 432 </vt:lpstr>
      <vt:lpstr>HIRA 432 </vt:lpstr>
      <vt:lpstr>HIRA 432 </vt:lpstr>
      <vt:lpstr>HIRA 432 </vt:lpstr>
      <vt:lpstr>HIRA 432 </vt:lpstr>
      <vt:lpstr>HIRA 432 </vt:lpstr>
      <vt:lpstr>HIRA 432 </vt:lpstr>
      <vt:lpstr>HIRA 432 </vt:lpstr>
      <vt:lpstr>HIRA 432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7</cp:revision>
  <dcterms:created xsi:type="dcterms:W3CDTF">2012-12-08T21:12:16Z</dcterms:created>
  <dcterms:modified xsi:type="dcterms:W3CDTF">2014-08-24T10:15:32Z</dcterms:modified>
</cp:coreProperties>
</file>