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0" r:id="rId2"/>
    <p:sldId id="271" r:id="rId3"/>
    <p:sldId id="272" r:id="rId4"/>
    <p:sldId id="273" r:id="rId5"/>
    <p:sldId id="274" r:id="rId6"/>
    <p:sldId id="275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6FD8E-854D-42C7-BCF1-55EE69E1011B}" type="datetimeFigureOut">
              <a:rPr lang="fr-FR" smtClean="0"/>
              <a:pPr/>
              <a:t>24/07/2013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2A3CF-86CD-4070-BE7A-ED1D185D7FB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148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214346" y="642918"/>
            <a:ext cx="1092998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1. Ry varavaran-danitra ô! 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Ampandrosoy ny Tomponao, 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Fa fandresena lehibe,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No efa vitany taty.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148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571480"/>
            <a:ext cx="942978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2. Moa iza izao Mpanjaka izao? 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Mpandresy iza re izao? 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Ny lazany manerana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Ny tany sy ny lanitra.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148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3. Io no Kristy </a:t>
            </a:r>
            <a:r>
              <a:rPr lang="sv-SE" sz="7000" dirty="0" smtClean="0">
                <a:latin typeface="Cambria" pitchFamily="18" charset="0"/>
              </a:rPr>
              <a:t>Mpamonjy </a:t>
            </a:r>
            <a:r>
              <a:rPr lang="sv-SE" sz="7000" dirty="0" smtClean="0">
                <a:latin typeface="Cambria" pitchFamily="18" charset="0"/>
              </a:rPr>
              <a:t>soa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Nisolo olo-meloka,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Ka satro-boninahitra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No mendrika ny lohany.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"ao an-danitra 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148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142876" y="642918"/>
            <a:ext cx="942978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4. Anjaranao ry foko oh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Hanompo sy hanaraka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Lay Kapiteny lehibe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Nialoha ao an-danitra ao</a:t>
            </a:r>
            <a:endParaRPr lang="sv-SE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148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5. Ry Kristy ô! Mpanavotray! 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Irinay mba ho hita koo 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Izany voninahitrao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Sy ny fiandriananao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148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214346" y="571480"/>
            <a:ext cx="1028704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6. Raha tapitra ny andronay, 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Vohay ny varavaranao,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Ny trano namboarinao 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Honenanay mandrakizay.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126</Words>
  <PresentationFormat>Affichage à l'écran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148</vt:lpstr>
      <vt:lpstr>Hira 148</vt:lpstr>
      <vt:lpstr>Hira 148</vt:lpstr>
      <vt:lpstr>Hira 148</vt:lpstr>
      <vt:lpstr>Hira 148</vt:lpstr>
      <vt:lpstr>Hira 148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M</cp:lastModifiedBy>
  <cp:revision>5</cp:revision>
  <dcterms:created xsi:type="dcterms:W3CDTF">2012-11-04T17:23:48Z</dcterms:created>
  <dcterms:modified xsi:type="dcterms:W3CDTF">2013-07-24T18:43:12Z</dcterms:modified>
</cp:coreProperties>
</file>