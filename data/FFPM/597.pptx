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1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1. Ô ry Jesosy Mpamonjy mahery!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Izaho maniry indrindra Anao,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 reraka aho ka mila ho very;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foko saronan'ny ratsy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Tompo, tsilovy,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lalan'ny saiko,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mba arovy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fo sy ny aiko!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428604"/>
            <a:ext cx="914400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2. Efa hanafotra ahy ny rano,</a:t>
            </a:r>
          </a:p>
          <a:p>
            <a:pPr>
              <a:buNone/>
            </a:pP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Faingàna, Jesosy</a:t>
            </a: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vonjeonao re!</a:t>
            </a:r>
          </a:p>
          <a:p>
            <a:pPr>
              <a:buNone/>
            </a:pP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Ho difotra aho, ry Tompo</a:t>
            </a: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ka tano,</a:t>
            </a:r>
          </a:p>
          <a:p>
            <a:pPr>
              <a:buNone/>
            </a:pPr>
            <a:r>
              <a:rPr lang="fi-FI" sz="5400" b="1" dirty="0" smtClean="0">
                <a:solidFill>
                  <a:srgbClr val="002060"/>
                </a:solidFill>
                <a:latin typeface="Cambria" pitchFamily="18" charset="0"/>
              </a:rPr>
              <a:t>Diovy, afaho ny foko anie!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Tompo, tsilovy,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lalan'ny saiko,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mba arovy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fo sy ny aiko!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3. Efa akaikin'ny lalina aho,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mila ho voa, hilentika ao;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Tompo malala, ny foko tanjaho,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mba hazavao hanalala Anao: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Tompo, tsilovy,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lalan'ny saiko,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mba arovy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fo sy ny aiko!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429784" cy="621508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4. Aiza izao Hianao, ry Mpamoniy,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Tokin'ny ory sy reraka ô,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No tsy mampiseho ny herin'ny vonjy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Hanafaka ahy, izay ory am-po?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Tompo, tsilovy,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lalan'ny saiko,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mba arovy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fo sy ny aiko!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5. Ô, ry Jesosy, izay naharara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onja namely ny sambo tary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Anivon'i Genesareta ho tsara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Toneo ny onjan'ny foko aty!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Tompo, tsilovy,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lalan'ny saiko,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Ka mba arovy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Ny fo sy ny aiko!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252</Words>
  <PresentationFormat>Affichage à l'écran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597</vt:lpstr>
      <vt:lpstr>HIRA 597</vt:lpstr>
      <vt:lpstr>HIRA 597</vt:lpstr>
      <vt:lpstr>HIRA 597</vt:lpstr>
      <vt:lpstr>HIRA 597</vt:lpstr>
      <vt:lpstr>HIRA 597</vt:lpstr>
      <vt:lpstr>HIRA 597</vt:lpstr>
      <vt:lpstr>HIRA 597</vt:lpstr>
      <vt:lpstr>HIRA 597</vt:lpstr>
      <vt:lpstr>HIRA 597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10</cp:revision>
  <dcterms:created xsi:type="dcterms:W3CDTF">2012-12-08T21:04:49Z</dcterms:created>
  <dcterms:modified xsi:type="dcterms:W3CDTF">2015-05-17T03:45:42Z</dcterms:modified>
</cp:coreProperties>
</file>