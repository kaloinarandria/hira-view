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63" r:id="rId3"/>
    <p:sldId id="264" r:id="rId4"/>
    <p:sldId id="265" r:id="rId5"/>
    <p:sldId id="266" r:id="rId6"/>
    <p:sldId id="267" r:id="rId7"/>
    <p:sldId id="268" r:id="rId8"/>
    <p:sldId id="269" r:id="rId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58" d="100"/>
          <a:sy n="58" d="100"/>
        </p:scale>
        <p:origin x="-336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183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714356"/>
            <a:ext cx="9429816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1.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Midina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Fanahy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o!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Midira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anaty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Ampio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mihafy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Hianao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Mpanome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No to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fahazavana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be;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183</a:t>
            </a:r>
            <a:endParaRPr lang="fr-FR" sz="4000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71406" y="642918"/>
            <a:ext cx="9501254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Na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vavanay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sokafy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	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hanao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Saotra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tsara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hanambara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Mpamonjy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	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satria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voavonjy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183</a:t>
            </a:r>
            <a:endParaRPr lang="fr-FR" sz="4000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0" y="642918"/>
            <a:ext cx="10501354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2. Ka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raha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re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teninao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Dia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avia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hazavao</a:t>
            </a:r>
            <a:endParaRPr lang="en-US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hevitry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teny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ambaraonao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aminay</a:t>
            </a:r>
            <a:endParaRPr lang="en-US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fomban'ny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Mpanavotray</a:t>
            </a:r>
            <a:endParaRPr lang="en-US" sz="60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183</a:t>
            </a:r>
            <a:endParaRPr lang="fr-FR" sz="4000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714356"/>
            <a:ext cx="9429816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Lazao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famonjeny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Izahay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Vory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eto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andreheto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Jiron'aina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Hialan'ny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aizin-tsaina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183</a:t>
            </a:r>
            <a:endParaRPr lang="fr-FR" sz="4000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-32" y="714356"/>
            <a:ext cx="9644130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3.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maizina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onenanay</a:t>
            </a:r>
            <a:endParaRPr lang="en-US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mety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afaka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aminay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tena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mahavery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Raha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Hianao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tonga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endParaRPr lang="en-US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Mitondra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filazam-baovao</a:t>
            </a:r>
            <a:endParaRPr lang="en-US" sz="60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183</a:t>
            </a:r>
            <a:endParaRPr lang="fr-FR" sz="4000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714356"/>
            <a:ext cx="9429816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toky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mampahery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Ovay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izahay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Hamasino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te-hino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Ampidiro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	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Eto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aminay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Jiro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183</a:t>
            </a:r>
            <a:endParaRPr lang="fr-FR" sz="4000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714356"/>
            <a:ext cx="9429816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4.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hafanao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re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izahay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Amio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hitiavanay</a:t>
            </a:r>
            <a:endParaRPr lang="en-US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Indrindra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Mpamonjy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rany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avotray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didiny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harahinay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endParaRPr lang="en-US" sz="60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183</a:t>
            </a:r>
            <a:endParaRPr lang="fr-FR" sz="4000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71406" y="714356"/>
            <a:ext cx="9429816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Hanananay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vonjy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Jeso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No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torio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bitsiho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an-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tsainay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hamelona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ainay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159</Words>
  <PresentationFormat>Affichage à l'écran (4:3)</PresentationFormat>
  <Paragraphs>48</Paragraphs>
  <Slides>8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9" baseType="lpstr">
      <vt:lpstr>Thème Office</vt:lpstr>
      <vt:lpstr>HIRA 183</vt:lpstr>
      <vt:lpstr>HIRA 183</vt:lpstr>
      <vt:lpstr>HIRA 183</vt:lpstr>
      <vt:lpstr>HIRA 183</vt:lpstr>
      <vt:lpstr>HIRA 183</vt:lpstr>
      <vt:lpstr>HIRA 183</vt:lpstr>
      <vt:lpstr>HIRA 183</vt:lpstr>
      <vt:lpstr>HIRA 183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177  </dc:title>
  <dc:creator>M</dc:creator>
  <cp:lastModifiedBy>M</cp:lastModifiedBy>
  <cp:revision>8</cp:revision>
  <dcterms:created xsi:type="dcterms:W3CDTF">2012-11-11T21:19:33Z</dcterms:created>
  <dcterms:modified xsi:type="dcterms:W3CDTF">2014-06-03T19:14:27Z</dcterms:modified>
</cp:coreProperties>
</file>