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1" r:id="rId5"/>
    <p:sldId id="259" r:id="rId6"/>
    <p:sldId id="262" r:id="rId7"/>
    <p:sldId id="260" r:id="rId8"/>
    <p:sldId id="263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8966" autoAdjust="0"/>
    <p:restoredTop sz="94660"/>
  </p:normalViewPr>
  <p:slideViewPr>
    <p:cSldViewPr>
      <p:cViewPr varScale="1">
        <p:scale>
          <a:sx n="60" d="100"/>
          <a:sy n="60" d="100"/>
        </p:scale>
        <p:origin x="-186" y="-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29/05/2014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29/05/2014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29/05/2014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29/05/2014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309A6D-C09C-4548-B29A-6CF363A7E532}" type="datetimeFigureOut">
              <a:rPr lang="fr-FR" smtClean="0"/>
              <a:pPr/>
              <a:t>29/05/2014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A309A6D-C09C-4548-B29A-6CF363A7E532}" type="datetimeFigureOut">
              <a:rPr lang="fr-FR" smtClean="0"/>
              <a:pPr/>
              <a:t>29/05/2014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815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1. 'Lay </a:t>
            </a:r>
            <a:r>
              <a:rPr lang="fr-FR" sz="6600" dirty="0" err="1" smtClean="0">
                <a:latin typeface="Cambria" pitchFamily="18" charset="0"/>
              </a:rPr>
              <a:t>ora</a:t>
            </a:r>
            <a:r>
              <a:rPr lang="fr-FR" sz="6600" dirty="0" smtClean="0">
                <a:latin typeface="Cambria" pitchFamily="18" charset="0"/>
              </a:rPr>
              <a:t> tao </a:t>
            </a:r>
            <a:r>
              <a:rPr lang="fr-FR" sz="6600" dirty="0" err="1" smtClean="0">
                <a:latin typeface="Cambria" pitchFamily="18" charset="0"/>
              </a:rPr>
              <a:t>Getsemane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Tsaroako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tsara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Fa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tia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lehibe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No </a:t>
            </a:r>
            <a:r>
              <a:rPr lang="fr-FR" sz="6600" dirty="0" err="1" smtClean="0">
                <a:latin typeface="Cambria" pitchFamily="18" charset="0"/>
              </a:rPr>
              <a:t>ory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loatra</a:t>
            </a:r>
            <a:r>
              <a:rPr lang="fr-FR" sz="6600" dirty="0" smtClean="0">
                <a:latin typeface="Cambria" pitchFamily="18" charset="0"/>
              </a:rPr>
              <a:t> tao;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815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Tsaroako</a:t>
            </a:r>
            <a:r>
              <a:rPr lang="fr-FR" sz="6600" dirty="0" smtClean="0">
                <a:latin typeface="Cambria" pitchFamily="18" charset="0"/>
              </a:rPr>
              <a:t> '</a:t>
            </a:r>
            <a:r>
              <a:rPr lang="fr-FR" sz="6600" dirty="0" err="1" smtClean="0">
                <a:latin typeface="Cambria" pitchFamily="18" charset="0"/>
              </a:rPr>
              <a:t>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Getsemane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'Zay </a:t>
            </a:r>
            <a:r>
              <a:rPr lang="fr-FR" sz="6600" dirty="0" err="1" smtClean="0">
                <a:latin typeface="Cambria" pitchFamily="18" charset="0"/>
              </a:rPr>
              <a:t>niaretanao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hadinoina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'Lay </a:t>
            </a:r>
            <a:r>
              <a:rPr lang="fr-FR" sz="6600" dirty="0" err="1" smtClean="0">
                <a:latin typeface="Cambria" pitchFamily="18" charset="0"/>
              </a:rPr>
              <a:t>fahoriana</a:t>
            </a:r>
            <a:r>
              <a:rPr lang="fr-FR" sz="6600" dirty="0" smtClean="0">
                <a:latin typeface="Cambria" pitchFamily="18" charset="0"/>
              </a:rPr>
              <a:t> tao.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815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 lnSpcReduction="10000"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2.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mpianatrao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malalanao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Natory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avokoa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Nafoin'izao</a:t>
            </a:r>
            <a:r>
              <a:rPr lang="fr-FR" sz="6600" dirty="0" smtClean="0">
                <a:latin typeface="Cambria" pitchFamily="18" charset="0"/>
              </a:rPr>
              <a:t>, </a:t>
            </a:r>
            <a:r>
              <a:rPr lang="fr-FR" sz="6600" dirty="0" err="1" smtClean="0">
                <a:latin typeface="Cambria" pitchFamily="18" charset="0"/>
              </a:rPr>
              <a:t>rehetra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izao</a:t>
            </a:r>
            <a:r>
              <a:rPr lang="fr-FR" sz="6600" dirty="0" smtClean="0">
                <a:latin typeface="Cambria" pitchFamily="18" charset="0"/>
              </a:rPr>
              <a:t>, 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Jesosy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Tompo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soa</a:t>
            </a:r>
            <a:r>
              <a:rPr lang="fr-FR" sz="6600" dirty="0" smtClean="0">
                <a:latin typeface="Cambria" pitchFamily="18" charset="0"/>
              </a:rPr>
              <a:t>;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815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Tsaroako</a:t>
            </a:r>
            <a:r>
              <a:rPr lang="fr-FR" sz="6600" dirty="0" smtClean="0">
                <a:latin typeface="Cambria" pitchFamily="18" charset="0"/>
              </a:rPr>
              <a:t> '</a:t>
            </a:r>
            <a:r>
              <a:rPr lang="fr-FR" sz="6600" dirty="0" err="1" smtClean="0">
                <a:latin typeface="Cambria" pitchFamily="18" charset="0"/>
              </a:rPr>
              <a:t>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Getsemane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'Zay </a:t>
            </a:r>
            <a:r>
              <a:rPr lang="fr-FR" sz="6600" dirty="0" err="1" smtClean="0">
                <a:latin typeface="Cambria" pitchFamily="18" charset="0"/>
              </a:rPr>
              <a:t>niaretanao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hadinoina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'Lay </a:t>
            </a:r>
            <a:r>
              <a:rPr lang="fr-FR" sz="6600" dirty="0" err="1" smtClean="0">
                <a:latin typeface="Cambria" pitchFamily="18" charset="0"/>
              </a:rPr>
              <a:t>fahoriana</a:t>
            </a:r>
            <a:r>
              <a:rPr lang="fr-FR" sz="6600" dirty="0" smtClean="0">
                <a:latin typeface="Cambria" pitchFamily="18" charset="0"/>
              </a:rPr>
              <a:t> tao.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815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3. </a:t>
            </a:r>
            <a:r>
              <a:rPr lang="fr-FR" sz="6600" dirty="0" err="1" smtClean="0">
                <a:latin typeface="Cambria" pitchFamily="18" charset="0"/>
              </a:rPr>
              <a:t>Nanjary</a:t>
            </a:r>
            <a:r>
              <a:rPr lang="fr-FR" sz="6600" dirty="0" smtClean="0">
                <a:latin typeface="Cambria" pitchFamily="18" charset="0"/>
              </a:rPr>
              <a:t> ra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dinitrao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Noho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helokay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Fadiranovana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Hianao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Nisolo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voina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anay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815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Tsaroako</a:t>
            </a:r>
            <a:r>
              <a:rPr lang="fr-FR" sz="6600" dirty="0" smtClean="0">
                <a:latin typeface="Cambria" pitchFamily="18" charset="0"/>
              </a:rPr>
              <a:t> '</a:t>
            </a:r>
            <a:r>
              <a:rPr lang="fr-FR" sz="6600" dirty="0" err="1" smtClean="0">
                <a:latin typeface="Cambria" pitchFamily="18" charset="0"/>
              </a:rPr>
              <a:t>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Getsemane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'Zay </a:t>
            </a:r>
            <a:r>
              <a:rPr lang="fr-FR" sz="6600" dirty="0" err="1" smtClean="0">
                <a:latin typeface="Cambria" pitchFamily="18" charset="0"/>
              </a:rPr>
              <a:t>niaretanao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hadinoina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'Lay </a:t>
            </a:r>
            <a:r>
              <a:rPr lang="fr-FR" sz="6600" dirty="0" err="1" smtClean="0">
                <a:latin typeface="Cambria" pitchFamily="18" charset="0"/>
              </a:rPr>
              <a:t>fahoriana</a:t>
            </a:r>
            <a:r>
              <a:rPr lang="fr-FR" sz="6600" dirty="0" smtClean="0">
                <a:latin typeface="Cambria" pitchFamily="18" charset="0"/>
              </a:rPr>
              <a:t> tao.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815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4. </a:t>
            </a:r>
            <a:r>
              <a:rPr lang="fr-FR" sz="6600" dirty="0" err="1" smtClean="0">
                <a:latin typeface="Cambria" pitchFamily="18" charset="0"/>
              </a:rPr>
              <a:t>Soraty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am</a:t>
            </a:r>
            <a:r>
              <a:rPr lang="fr-FR" sz="6600" dirty="0" smtClean="0">
                <a:latin typeface="Cambria" pitchFamily="18" charset="0"/>
              </a:rPr>
              <a:t>-</a:t>
            </a:r>
            <a:r>
              <a:rPr lang="fr-FR" sz="6600" dirty="0" err="1" smtClean="0">
                <a:latin typeface="Cambria" pitchFamily="18" charset="0"/>
              </a:rPr>
              <a:t>poko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Ho </a:t>
            </a:r>
            <a:r>
              <a:rPr lang="fr-FR" sz="6600" dirty="0" err="1" smtClean="0">
                <a:latin typeface="Cambria" pitchFamily="18" charset="0"/>
              </a:rPr>
              <a:t>sary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velona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Ny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sarin'i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Getsemane</a:t>
            </a:r>
            <a:endParaRPr lang="fr-FR" sz="6600" dirty="0" smtClean="0">
              <a:latin typeface="Cambria" pitchFamily="18" charset="0"/>
            </a:endParaRP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Zay </a:t>
            </a:r>
            <a:r>
              <a:rPr lang="fr-FR" sz="6600" dirty="0" err="1" smtClean="0">
                <a:latin typeface="Cambria" pitchFamily="18" charset="0"/>
              </a:rPr>
              <a:t>niaretanao</a:t>
            </a:r>
            <a:r>
              <a:rPr lang="fr-FR" sz="6600" dirty="0" smtClean="0">
                <a:latin typeface="Cambria" pitchFamily="18" charset="0"/>
              </a:rPr>
              <a:t>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re 3"/>
          <p:cNvSpPr>
            <a:spLocks noGrp="1"/>
          </p:cNvSpPr>
          <p:nvPr>
            <p:ph type="title"/>
          </p:nvPr>
        </p:nvSpPr>
        <p:spPr>
          <a:xfrm>
            <a:off x="457200" y="0"/>
            <a:ext cx="8229600" cy="785794"/>
          </a:xfrm>
        </p:spPr>
        <p:txBody>
          <a:bodyPr/>
          <a:lstStyle/>
          <a:p>
            <a:r>
              <a:rPr lang="fr-FR" dirty="0" smtClean="0"/>
              <a:t>HIRA 815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>
          <a:xfrm>
            <a:off x="214282" y="642918"/>
            <a:ext cx="8929718" cy="6215082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Tsaroako</a:t>
            </a:r>
            <a:r>
              <a:rPr lang="fr-FR" sz="6600" dirty="0" smtClean="0">
                <a:latin typeface="Cambria" pitchFamily="18" charset="0"/>
              </a:rPr>
              <a:t> '</a:t>
            </a:r>
            <a:r>
              <a:rPr lang="fr-FR" sz="6600" dirty="0" err="1" smtClean="0">
                <a:latin typeface="Cambria" pitchFamily="18" charset="0"/>
              </a:rPr>
              <a:t>zao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Getsemane</a:t>
            </a:r>
            <a:r>
              <a:rPr lang="fr-FR" sz="6600" dirty="0" smtClean="0">
                <a:latin typeface="Cambria" pitchFamily="18" charset="0"/>
              </a:rPr>
              <a:t> 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'Zay </a:t>
            </a:r>
            <a:r>
              <a:rPr lang="fr-FR" sz="6600" dirty="0" err="1" smtClean="0">
                <a:latin typeface="Cambria" pitchFamily="18" charset="0"/>
              </a:rPr>
              <a:t>niaretanao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err="1" smtClean="0">
                <a:latin typeface="Cambria" pitchFamily="18" charset="0"/>
              </a:rPr>
              <a:t>Tsy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haiko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hadinoina</a:t>
            </a:r>
            <a:r>
              <a:rPr lang="fr-FR" sz="6600" dirty="0" smtClean="0">
                <a:latin typeface="Cambria" pitchFamily="18" charset="0"/>
              </a:rPr>
              <a:t> </a:t>
            </a:r>
            <a:r>
              <a:rPr lang="fr-FR" sz="6600" dirty="0" err="1" smtClean="0">
                <a:latin typeface="Cambria" pitchFamily="18" charset="0"/>
              </a:rPr>
              <a:t>re</a:t>
            </a:r>
            <a:r>
              <a:rPr lang="fr-FR" sz="6600" dirty="0" smtClean="0">
                <a:latin typeface="Cambria" pitchFamily="18" charset="0"/>
              </a:rPr>
              <a:t>,</a:t>
            </a:r>
          </a:p>
          <a:p>
            <a:pPr>
              <a:buNone/>
            </a:pPr>
            <a:r>
              <a:rPr lang="fr-FR" sz="6600" dirty="0" smtClean="0">
                <a:latin typeface="Cambria" pitchFamily="18" charset="0"/>
              </a:rPr>
              <a:t>'Lay </a:t>
            </a:r>
            <a:r>
              <a:rPr lang="fr-FR" sz="6600" dirty="0" err="1" smtClean="0">
                <a:latin typeface="Cambria" pitchFamily="18" charset="0"/>
              </a:rPr>
              <a:t>fahoriana</a:t>
            </a:r>
            <a:r>
              <a:rPr lang="fr-FR" sz="6600" dirty="0" smtClean="0">
                <a:latin typeface="Cambria" pitchFamily="18" charset="0"/>
              </a:rPr>
              <a:t> tao.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124</TotalTime>
  <Words>148</Words>
  <PresentationFormat>Affichage à l'écran (4:3)</PresentationFormat>
  <Paragraphs>40</Paragraphs>
  <Slides>8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8</vt:i4>
      </vt:variant>
    </vt:vector>
  </HeadingPairs>
  <TitlesOfParts>
    <vt:vector size="9" baseType="lpstr">
      <vt:lpstr>Thème Office</vt:lpstr>
      <vt:lpstr>HIRA 815</vt:lpstr>
      <vt:lpstr>HIRA 815</vt:lpstr>
      <vt:lpstr>HIRA 815</vt:lpstr>
      <vt:lpstr>HIRA 815</vt:lpstr>
      <vt:lpstr>HIRA 815</vt:lpstr>
      <vt:lpstr>HIRA 815</vt:lpstr>
      <vt:lpstr>HIRA 815</vt:lpstr>
      <vt:lpstr>HIRA 815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HIRA 691</dc:title>
  <dc:creator>M</dc:creator>
  <cp:lastModifiedBy>M</cp:lastModifiedBy>
  <cp:revision>22</cp:revision>
  <dcterms:created xsi:type="dcterms:W3CDTF">2012-12-02T01:28:21Z</dcterms:created>
  <dcterms:modified xsi:type="dcterms:W3CDTF">2014-05-29T09:42:03Z</dcterms:modified>
</cp:coreProperties>
</file>