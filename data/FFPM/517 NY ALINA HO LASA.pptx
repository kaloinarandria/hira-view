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alina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lasa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Na </a:t>
            </a:r>
            <a:r>
              <a:rPr lang="en-US" sz="6000" dirty="0" err="1" smtClean="0">
                <a:latin typeface="Cambria" pitchFamily="18" charset="0"/>
              </a:rPr>
              <a:t>ela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aza</a:t>
            </a:r>
            <a:r>
              <a:rPr lang="en-US" sz="6000" dirty="0" smtClean="0"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Hipoaka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andro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Mahafinaritra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zavona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hisava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An-</a:t>
            </a:r>
            <a:r>
              <a:rPr lang="en-US" sz="6000" dirty="0" err="1" smtClean="0">
                <a:latin typeface="Cambria" pitchFamily="18" charset="0"/>
              </a:rPr>
              <a:t>tendrombohitra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vavahady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tsinjoko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sarotra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fiakarana</a:t>
            </a:r>
            <a:r>
              <a:rPr lang="en-US" sz="6000" dirty="0" smtClean="0">
                <a:latin typeface="Cambria" pitchFamily="18" charset="0"/>
              </a:rPr>
              <a:t> e 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Mamely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mafy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rivo-doza</a:t>
            </a:r>
            <a:r>
              <a:rPr lang="en-US" sz="6000" dirty="0" smtClean="0">
                <a:latin typeface="Cambria" pitchFamily="18" charset="0"/>
              </a:rPr>
              <a:t> be;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he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mpivahiny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trotraka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Tantanan'ny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Mpamonjy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solafaka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785794"/>
            <a:ext cx="850109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famonjen'i</a:t>
            </a:r>
            <a:r>
              <a:rPr lang="en-US" sz="6000" dirty="0" smtClean="0">
                <a:latin typeface="Cambria" pitchFamily="18" charset="0"/>
              </a:rPr>
              <a:t> Kristy,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fanavotany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No </a:t>
            </a:r>
            <a:r>
              <a:rPr lang="en-US" sz="6000" dirty="0" err="1" smtClean="0">
                <a:latin typeface="Cambria" pitchFamily="18" charset="0"/>
              </a:rPr>
              <a:t>loharano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Mangarangarana</a:t>
            </a:r>
            <a:r>
              <a:rPr lang="en-US" sz="6000" dirty="0" smtClean="0">
                <a:latin typeface="Cambria" pitchFamily="18" charset="0"/>
              </a:rPr>
              <a:t>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785794"/>
            <a:ext cx="8643966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Nandramako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sahady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nahazo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hery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Am-</a:t>
            </a:r>
            <a:r>
              <a:rPr lang="en-US" sz="6000" dirty="0" err="1" smtClean="0">
                <a:latin typeface="Cambria" pitchFamily="18" charset="0"/>
              </a:rPr>
              <a:t>pandehanana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785794"/>
            <a:ext cx="8643966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rano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hitànay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fefy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tsilo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lalana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mahàna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afaka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avokoa</a:t>
            </a:r>
            <a:r>
              <a:rPr lang="en-US" sz="6000" dirty="0" smtClean="0">
                <a:latin typeface="Cambria" pitchFamily="18" charset="0"/>
              </a:rPr>
              <a:t>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785794"/>
            <a:ext cx="8643966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dera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No </a:t>
            </a:r>
            <a:r>
              <a:rPr lang="en-US" sz="6000" dirty="0" err="1" smtClean="0">
                <a:latin typeface="Cambria" pitchFamily="18" charset="0"/>
              </a:rPr>
              <a:t>mendrika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hatao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Ambara-pahatonga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Am-</a:t>
            </a:r>
            <a:r>
              <a:rPr lang="en-US" sz="6000" dirty="0" err="1" smtClean="0">
                <a:latin typeface="Cambria" pitchFamily="18" charset="0"/>
              </a:rPr>
              <a:t>pitsaharana</a:t>
            </a:r>
            <a:r>
              <a:rPr lang="en-US" sz="600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130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517</vt:lpstr>
      <vt:lpstr>HIRA 517</vt:lpstr>
      <vt:lpstr>HIRA 517</vt:lpstr>
      <vt:lpstr>HIRA 517</vt:lpstr>
      <vt:lpstr>HIRA 517</vt:lpstr>
      <vt:lpstr>HIRA 517</vt:lpstr>
      <vt:lpstr>HIRA 517</vt:lpstr>
      <vt:lpstr>HIRA 517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2</cp:revision>
  <dcterms:created xsi:type="dcterms:W3CDTF">2012-12-02T11:05:16Z</dcterms:created>
  <dcterms:modified xsi:type="dcterms:W3CDTF">2013-01-12T21:29:35Z</dcterms:modified>
</cp:coreProperties>
</file>