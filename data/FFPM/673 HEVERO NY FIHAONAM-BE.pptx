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1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Hevero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fihaonam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Vahoaka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:,:He, </a:t>
            </a:r>
            <a:r>
              <a:rPr lang="fr-FR" sz="6600" dirty="0" err="1" smtClean="0">
                <a:latin typeface="Cambria" pitchFamily="18" charset="0"/>
              </a:rPr>
              <a:t>samy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 </a:t>
            </a:r>
            <a:r>
              <a:rPr lang="fr-FR" sz="6600" dirty="0" smtClean="0">
                <a:latin typeface="Cambria" pitchFamily="18" charset="0"/>
              </a:rPr>
              <a:t>2</a:t>
            </a:r>
            <a:r>
              <a:rPr lang="fr-FR" sz="6600" dirty="0" smtClean="0">
                <a:latin typeface="Cambria" pitchFamily="18" charset="0"/>
              </a:rPr>
              <a:t>. Ho </a:t>
            </a:r>
            <a:r>
              <a:rPr lang="fr-FR" sz="6600" dirty="0" err="1" smtClean="0">
                <a:latin typeface="Cambria" pitchFamily="18" charset="0"/>
              </a:rPr>
              <a:t>vory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iraky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bokatra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amboarany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:,:Am-</a:t>
            </a:r>
            <a:r>
              <a:rPr lang="fr-FR" sz="6600" dirty="0" err="1" smtClean="0">
                <a:latin typeface="Cambria" pitchFamily="18" charset="0"/>
              </a:rPr>
              <a:t>pihobiana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isam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pirenena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atÿ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samy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ninoany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</a:t>
            </a:r>
            <a:r>
              <a:rPr lang="fr-FR" sz="6600" dirty="0" err="1" smtClean="0">
                <a:latin typeface="Cambria" pitchFamily="18" charset="0"/>
              </a:rPr>
              <a:t>Tanteraka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feon'ny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fisaorany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toy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riana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iraisany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Ka </a:t>
            </a:r>
            <a:r>
              <a:rPr lang="fr-FR" sz="6600" dirty="0" err="1" smtClean="0">
                <a:latin typeface="Cambria" pitchFamily="18" charset="0"/>
              </a:rPr>
              <a:t>samy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mirana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lanitry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hobiny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Zanak'ondry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No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anivony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673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fitiavana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taominao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samy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tafangona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anatrehanao</a:t>
            </a:r>
            <a:r>
              <a:rPr lang="fr-FR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673</vt:lpstr>
      <vt:lpstr>Hira 673</vt:lpstr>
      <vt:lpstr>Hira 673</vt:lpstr>
      <vt:lpstr>Hira 673</vt:lpstr>
      <vt:lpstr>Hira 673</vt:lpstr>
      <vt:lpstr>Hira 673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7</cp:revision>
  <dcterms:created xsi:type="dcterms:W3CDTF">2012-11-26T19:13:07Z</dcterms:created>
  <dcterms:modified xsi:type="dcterms:W3CDTF">2014-07-05T13:08:45Z</dcterms:modified>
</cp:coreProperties>
</file>