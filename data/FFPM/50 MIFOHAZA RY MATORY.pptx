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Mifohaza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matory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re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feon'ny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Mpamory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Miantso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Miaingà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vovontany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he!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any, 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An-</a:t>
            </a:r>
            <a:r>
              <a:rPr lang="en-US" sz="6600" dirty="0" err="1" smtClean="0">
                <a:latin typeface="Cambria" pitchFamily="18" charset="0"/>
              </a:rPr>
              <a:t>danitra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hitsara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.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mbola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! 	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pasana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Mitsangàna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Miandrandrà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tapitra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2. Kristy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avy</a:t>
            </a:r>
            <a:r>
              <a:rPr lang="en-US" sz="6600" dirty="0" smtClean="0">
                <a:latin typeface="Cambria" pitchFamily="18" charset="0"/>
              </a:rPr>
              <a:t> any,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mangovitra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voninahiny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Hanatrika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Ilay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Mpitsara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Miandry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anjarany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Zarainy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roa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tafavory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; 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Horaisiny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ariany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ô! </a:t>
            </a:r>
            <a:r>
              <a:rPr lang="en-US" sz="6600" dirty="0" err="1" smtClean="0">
                <a:latin typeface="Cambria" pitchFamily="18" charset="0"/>
              </a:rPr>
              <a:t>izahay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mifaly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 marL="996696" indent="-914400">
              <a:buNone/>
            </a:pPr>
            <a:r>
              <a:rPr lang="en-US" sz="6600" dirty="0" smtClean="0">
                <a:latin typeface="Cambria" pitchFamily="18" charset="0"/>
              </a:rPr>
              <a:t>Na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be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mampijaly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mahaketraka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aty</a:t>
            </a:r>
            <a:r>
              <a:rPr lang="en-US" sz="6600" dirty="0" smtClean="0">
                <a:latin typeface="Cambria" pitchFamily="18" charset="0"/>
              </a:rPr>
              <a:t>: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144000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manova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fahorianay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lova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Mahafinaritra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ery</a:t>
            </a:r>
            <a:r>
              <a:rPr lang="en-US" sz="6600" dirty="0" smtClean="0"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8926808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50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876" y="785794"/>
            <a:ext cx="9858412" cy="6072206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fasa-maizina</a:t>
            </a:r>
            <a:r>
              <a:rPr lang="en-US" sz="6600" dirty="0" smtClean="0">
                <a:latin typeface="Cambria" pitchFamily="18" charset="0"/>
              </a:rPr>
              <a:t> ô!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fahavaloko</a:t>
            </a:r>
            <a:r>
              <a:rPr lang="en-US" sz="6600" dirty="0" smtClean="0">
                <a:latin typeface="Cambria" pitchFamily="18" charset="0"/>
              </a:rPr>
              <a:t>!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Aiza</a:t>
            </a:r>
            <a:r>
              <a:rPr lang="en-US" sz="6600" dirty="0" smtClean="0">
                <a:latin typeface="Cambria" pitchFamily="18" charset="0"/>
              </a:rPr>
              <a:t> moa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sabatrao</a:t>
            </a:r>
            <a:r>
              <a:rPr lang="en-US" sz="6600" dirty="0" smtClean="0">
                <a:latin typeface="Cambria" pitchFamily="18" charset="0"/>
              </a:rPr>
              <a:t>? </a:t>
            </a:r>
          </a:p>
          <a:p>
            <a:pPr marL="996696" indent="-914400">
              <a:buNone/>
            </a:pP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Mpandresy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149</Words>
  <PresentationFormat>Affichage à l'écran (4:3)</PresentationFormat>
  <Paragraphs>42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50</vt:lpstr>
      <vt:lpstr>Hira 50</vt:lpstr>
      <vt:lpstr>Hira 50</vt:lpstr>
      <vt:lpstr>Hira 50</vt:lpstr>
      <vt:lpstr>Hira 50</vt:lpstr>
      <vt:lpstr>Hira 50</vt:lpstr>
      <vt:lpstr>Hira 50</vt:lpstr>
      <vt:lpstr>Hira 50</vt:lpstr>
      <vt:lpstr>Hira 50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11</cp:revision>
  <dcterms:created xsi:type="dcterms:W3CDTF">2012-10-02T21:52:07Z</dcterms:created>
  <dcterms:modified xsi:type="dcterms:W3CDTF">2013-07-02T10:31:41Z</dcterms:modified>
</cp:coreProperties>
</file>