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957" autoAdjust="0"/>
    <p:restoredTop sz="94660"/>
  </p:normalViewPr>
  <p:slideViewPr>
    <p:cSldViewPr>
      <p:cViewPr varScale="1">
        <p:scale>
          <a:sx n="36" d="100"/>
          <a:sy n="36" d="100"/>
        </p:scale>
        <p:origin x="-90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Mivory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Avia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hanazava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Hinoanay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Maniry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mafy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Hihaona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Omeo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hosotroinay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40" y="857232"/>
            <a:ext cx="9143968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mofon'aina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zarao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Tahio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irakao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Ho </a:t>
            </a:r>
            <a:r>
              <a:rPr lang="en-US" sz="7200" dirty="0" err="1" smtClean="0">
                <a:latin typeface="Cambria" pitchFamily="18" charset="0"/>
              </a:rPr>
              <a:t>voninahitrao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atolotray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Omeo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Hanao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tapitra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andronay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voafetranao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ento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Ho any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smtClean="0">
                <a:latin typeface="Cambria" pitchFamily="18" charset="0"/>
              </a:rPr>
              <a:t> :,: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102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216 </vt:lpstr>
      <vt:lpstr>HIRA 216 </vt:lpstr>
      <vt:lpstr>HIRA 216 </vt:lpstr>
      <vt:lpstr>HIRA 216 </vt:lpstr>
      <vt:lpstr>HIRA 216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2014-05-05T07:57:23Z</dcterms:modified>
</cp:coreProperties>
</file>