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1. Hobio, ry tra-bonjy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Fa indro ny Mpamonjy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Miakatra indray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Tsinjovy Izy 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Mandray ny fanjakany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Ao an-kavanan-dRay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Ny hiran'ny anjely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Manako sy miely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Ary an-danitra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Injay, ny Ray Tsitoha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Miarahaba koa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Mandray ny Zanaka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3. O, miangà, ry foko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Fa aza mitoloko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Aty an-tany izao ;</a:t>
            </a:r>
          </a:p>
          <a:p>
            <a:pPr>
              <a:buNone/>
            </a:pP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Miandrandrà, jereo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Ilay voahombo teo !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Tsitoha Izy 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4. Naharitra ny mafy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Niady sy nihafy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Tomponao taty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Tahafonao izany,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Fa he ! ny fanjakany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Miandry anao 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157</vt:lpstr>
      <vt:lpstr>HIRA 157</vt:lpstr>
      <vt:lpstr>HIRA 157</vt:lpstr>
      <vt:lpstr>HIRA 157</vt:lpstr>
      <vt:lpstr>HIRA 157</vt:lpstr>
      <vt:lpstr>HIRA 157</vt:lpstr>
      <vt:lpstr>HIRA 157</vt:lpstr>
      <vt:lpstr>HIRA 157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13</cp:revision>
  <dcterms:created xsi:type="dcterms:W3CDTF">2012-10-03T08:15:06Z</dcterms:created>
  <dcterms:modified xsi:type="dcterms:W3CDTF">2013-07-25T18:08:16Z</dcterms:modified>
</cp:coreProperties>
</file>