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to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lvl="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simba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fahendrena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adala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Mahafaka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Loharanon'aina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Mahasasa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meloka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000108"/>
            <a:ext cx="814790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lovako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113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207</vt:lpstr>
      <vt:lpstr>HIRA 207</vt:lpstr>
      <vt:lpstr>HIRA 207</vt:lpstr>
      <vt:lpstr>HIRA 207</vt:lpstr>
      <vt:lpstr>HIRA 207</vt:lpstr>
      <vt:lpstr>HIRA 207</vt:lpstr>
      <vt:lpstr>HIRA 207</vt:lpstr>
      <vt:lpstr>HIRA 207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207: 2, 3</dc:title>
  <dc:creator>M</dc:creator>
  <cp:lastModifiedBy>M</cp:lastModifiedBy>
  <cp:revision>4</cp:revision>
  <dcterms:created xsi:type="dcterms:W3CDTF">2012-10-02T21:48:20Z</dcterms:created>
  <dcterms:modified xsi:type="dcterms:W3CDTF">2014-07-27T05:05:09Z</dcterms:modified>
</cp:coreProperties>
</file>