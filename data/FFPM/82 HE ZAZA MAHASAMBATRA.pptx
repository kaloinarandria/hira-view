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6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He, </a:t>
            </a:r>
            <a:r>
              <a:rPr lang="en-US" sz="7200" dirty="0" err="1" smtClean="0">
                <a:latin typeface="Cambria" pitchFamily="18" charset="0"/>
              </a:rPr>
              <a:t>Zaza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mahasambatra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omena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antsika</a:t>
            </a:r>
            <a:r>
              <a:rPr lang="en-US" sz="72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Virjina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niteraka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Andriamanitsika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71438" y="1071570"/>
            <a:ext cx="1028704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Nandao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voninahitra</a:t>
            </a:r>
            <a:r>
              <a:rPr lang="en-US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Hanavotra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very;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saotra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aterinay</a:t>
            </a:r>
            <a:r>
              <a:rPr lang="en-US" sz="7200" dirty="0" smtClean="0">
                <a:latin typeface="Cambria" pitchFamily="18" charset="0"/>
              </a:rPr>
              <a:t>, 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71438" y="1857364"/>
            <a:ext cx="9215438" cy="51435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Kristy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manan-kery</a:t>
            </a:r>
            <a:r>
              <a:rPr lang="en-US" sz="6600" dirty="0" smtClean="0">
                <a:latin typeface="Cambria" pitchFamily="18" charset="0"/>
              </a:rPr>
              <a:t>'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43</Words>
  <PresentationFormat>Affichage à l'écran 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82</vt:lpstr>
      <vt:lpstr>HIRA 82</vt:lpstr>
      <vt:lpstr>HIRA 82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11</cp:revision>
  <dcterms:created xsi:type="dcterms:W3CDTF">2012-12-08T21:27:25Z</dcterms:created>
  <dcterms:modified xsi:type="dcterms:W3CDTF">2013-07-02T16:26:00Z</dcterms:modified>
</cp:coreProperties>
</file>