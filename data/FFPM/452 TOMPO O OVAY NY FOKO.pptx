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624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452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Ovay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foko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mora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anarina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an'ny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zazakely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Tsotra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sady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marina,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452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214422"/>
            <a:ext cx="8858280" cy="564357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mialona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ctr"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maditra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ctr"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sitrakao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.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452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Zaza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ka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te-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hifidy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homenao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azoko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ampitso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Dia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ankinina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452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 algn="ctr">
              <a:buNone/>
            </a:pP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ctr"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manahy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ctr"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efa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niantohanao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.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452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84" y="571480"/>
            <a:ext cx="914400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Zaza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maharo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miankina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amin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dray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mahery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hendry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mahay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mandeha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452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 algn="ctr">
              <a:buNone/>
            </a:pP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ctr"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Raiko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ctr"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Raiko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be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fahari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-po. :,:</a:t>
            </a:r>
          </a:p>
          <a:p>
            <a:pPr algn="ctr"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112</Words>
  <PresentationFormat>Affichage à l'écran (4:3)</PresentationFormat>
  <Paragraphs>28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452 </vt:lpstr>
      <vt:lpstr>Hira 452 </vt:lpstr>
      <vt:lpstr>Hira 452 </vt:lpstr>
      <vt:lpstr>Hira 452 </vt:lpstr>
      <vt:lpstr>Hira 452 </vt:lpstr>
      <vt:lpstr>Hira 452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449 </dc:title>
  <dc:creator>M</dc:creator>
  <cp:lastModifiedBy>M</cp:lastModifiedBy>
  <cp:revision>4</cp:revision>
  <dcterms:created xsi:type="dcterms:W3CDTF">2012-11-26T19:32:36Z</dcterms:created>
  <dcterms:modified xsi:type="dcterms:W3CDTF">2015-04-12T09:37:15Z</dcterms:modified>
</cp:coreProperties>
</file>