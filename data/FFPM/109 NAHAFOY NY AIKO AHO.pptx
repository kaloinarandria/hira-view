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891" autoAdjust="0"/>
    <p:restoredTop sz="94660"/>
  </p:normalViewPr>
  <p:slideViewPr>
    <p:cSldViewPr>
      <p:cViewPr varScale="1">
        <p:scale>
          <a:sx n="60" d="100"/>
          <a:sy n="60" d="100"/>
        </p:scale>
        <p:origin x="-24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8586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109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928670"/>
            <a:ext cx="914406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Nahafoy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Hanavotako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nalatsako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Nisoloako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He!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nomeko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very e!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afoinao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Lapan-dRaiko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ambony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Voninahi-dehibe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nilaozako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hamonjy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hanafa-doza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vaofitaky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satana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nozoin-doza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be;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afoinao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mahagaga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natolotro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Famonjena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vidina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Famelana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otanao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Fitiavan-tsy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voafetra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Lova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afoinao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?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smtClean="0">
                <a:solidFill>
                  <a:srgbClr val="0070C0"/>
                </a:solidFill>
                <a:latin typeface="Cambria" pitchFamily="18" charset="0"/>
              </a:rPr>
              <a:t>HIRA 109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571480"/>
            <a:ext cx="9072626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omeko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tenako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foiko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Eso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latsa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ahoako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mpanomponao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No ho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zavatra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kendreko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200" b="1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en-US" sz="62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161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109</vt:lpstr>
      <vt:lpstr>HIRA 109</vt:lpstr>
      <vt:lpstr>HIRA 109</vt:lpstr>
      <vt:lpstr>HIRA 109</vt:lpstr>
      <vt:lpstr>HIRA 109</vt:lpstr>
      <vt:lpstr>HIRA 109</vt:lpstr>
      <vt:lpstr>HIRA 109</vt:lpstr>
      <vt:lpstr>HIRA 109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109</dc:title>
  <dc:creator>M</dc:creator>
  <cp:lastModifiedBy>M</cp:lastModifiedBy>
  <cp:revision>3</cp:revision>
  <dcterms:created xsi:type="dcterms:W3CDTF">2012-11-04T17:21:10Z</dcterms:created>
  <dcterms:modified xsi:type="dcterms:W3CDTF">2014-06-01T19:46:55Z</dcterms:modified>
</cp:coreProperties>
</file>