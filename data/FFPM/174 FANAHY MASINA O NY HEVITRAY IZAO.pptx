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27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32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174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071546"/>
            <a:ext cx="8858280" cy="55721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hevitray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Ovay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vao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32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174</a:t>
            </a:r>
            <a:endParaRPr lang="fr-FR" sz="40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071546"/>
            <a:ext cx="8858280" cy="55721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Vonoy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otanay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Diovinao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fanahinay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Onenonao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32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174</a:t>
            </a:r>
            <a:endParaRPr lang="fr-FR" sz="40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071546"/>
            <a:ext cx="8858280" cy="55721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Masino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Tsinjovinao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olonao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32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174</a:t>
            </a:r>
            <a:endParaRPr lang="fr-FR" sz="40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071546"/>
            <a:ext cx="8858280" cy="55721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Mpananatro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ô!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Ovay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eritreritray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hadisoanay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Esorinao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32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174</a:t>
            </a:r>
            <a:endParaRPr lang="fr-FR" sz="40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071546"/>
            <a:ext cx="8858280" cy="55721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hendry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Jereo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hazavao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32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174</a:t>
            </a:r>
            <a:endParaRPr lang="fr-FR" sz="40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071546"/>
            <a:ext cx="8858280" cy="55721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Adala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Manio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hevitray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atoroy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lalanao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32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174</a:t>
            </a:r>
            <a:endParaRPr lang="fr-FR" sz="40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071546"/>
            <a:ext cx="8858280" cy="55721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Masino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asehoy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antranao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32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174</a:t>
            </a:r>
            <a:endParaRPr lang="fr-FR" sz="40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7150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Be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tahotra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Henoy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hatakay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fanahinay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Ononinao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112</Words>
  <PresentationFormat>Affichage à l'écran (4:3)</PresentationFormat>
  <Paragraphs>36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174</vt:lpstr>
      <vt:lpstr>HIRA 174</vt:lpstr>
      <vt:lpstr>HIRA 174</vt:lpstr>
      <vt:lpstr>HIRA 174</vt:lpstr>
      <vt:lpstr>HIRA 174</vt:lpstr>
      <vt:lpstr>HIRA 174</vt:lpstr>
      <vt:lpstr>HIRA 174</vt:lpstr>
      <vt:lpstr>HIRA 174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171</dc:title>
  <dc:creator>M</dc:creator>
  <cp:lastModifiedBy>M</cp:lastModifiedBy>
  <cp:revision>7</cp:revision>
  <dcterms:created xsi:type="dcterms:W3CDTF">2012-11-26T18:36:51Z</dcterms:created>
  <dcterms:modified xsi:type="dcterms:W3CDTF">2014-06-03T19:26:37Z</dcterms:modified>
</cp:coreProperties>
</file>