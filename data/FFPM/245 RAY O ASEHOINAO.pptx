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646" autoAdjust="0"/>
    <p:restoredTop sz="94660"/>
  </p:normalViewPr>
  <p:slideViewPr>
    <p:cSldViewPr>
      <p:cViewPr varScale="1">
        <p:scale>
          <a:sx n="56" d="100"/>
          <a:sy n="56" d="100"/>
        </p:scale>
        <p:origin x="-90" y="-1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22/06/2014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imagesCACRMA0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014" y="0"/>
            <a:ext cx="9676014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42976" y="2285992"/>
            <a:ext cx="6357982" cy="2357454"/>
          </a:xfrm>
          <a:prstGeom prst="rect">
            <a:avLst/>
          </a:prstGeom>
          <a:solidFill>
            <a:schemeClr val="bg1"/>
          </a:solidFill>
          <a:effectLst>
            <a:outerShdw blurRad="1270000" dist="2540000" dir="20760000" sx="200000" sy="200000" algn="ctr" rotWithShape="0">
              <a:srgbClr val="000000">
                <a:alpha val="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800" dirty="0" smtClean="0">
                <a:solidFill>
                  <a:srgbClr val="FF0066"/>
                </a:solidFill>
                <a:effectLst>
                  <a:outerShdw dist="50800" dir="5400000" sx="104000" sy="104000" algn="ctr" rotWithShape="0">
                    <a:srgbClr val="0070C0">
                      <a:alpha val="96000"/>
                    </a:srgbClr>
                  </a:outerShdw>
                </a:effectLst>
              </a:rPr>
              <a:t>FANOLORAN-JAZA</a:t>
            </a:r>
            <a:endParaRPr lang="fr-FR" sz="8800" dirty="0">
              <a:solidFill>
                <a:srgbClr val="FF0066"/>
              </a:solidFill>
              <a:effectLst>
                <a:outerShdw dist="50800" dir="5400000" sx="104000" sy="104000" algn="ctr" rotWithShape="0">
                  <a:srgbClr val="0070C0">
                    <a:alpha val="96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245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428596" y="857232"/>
            <a:ext cx="8715404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1. Ray ô!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Asehoinao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antranao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Raisonao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Atsangano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245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Zanak'Andriamanitra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 ô </a:t>
            </a:r>
          </a:p>
          <a:p>
            <a:pPr>
              <a:buNone/>
            </a:pP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henoy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hatakay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Trotroinao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Taomy</a:t>
            </a:r>
            <a:r>
              <a:rPr lang="en-US" sz="6300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300" dirty="0" err="1" smtClean="0">
                <a:solidFill>
                  <a:srgbClr val="002060"/>
                </a:solidFill>
                <a:latin typeface="Cambria" pitchFamily="18" charset="0"/>
              </a:rPr>
              <a:t>mpanomponao</a:t>
            </a:r>
            <a:endParaRPr lang="en-US" sz="6300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245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285720" y="928670"/>
            <a:ext cx="885828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ô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Mitoera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aminay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Ampianaro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hazavao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857232"/>
          </a:xfrm>
        </p:spPr>
        <p:txBody>
          <a:bodyPr/>
          <a:lstStyle/>
          <a:p>
            <a:r>
              <a:rPr lang="fr-FR" b="1" dirty="0" err="1" smtClean="0">
                <a:solidFill>
                  <a:srgbClr val="0070C0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 245</a:t>
            </a:r>
            <a:endParaRPr lang="fr-FR" dirty="0">
              <a:solidFill>
                <a:srgbClr val="0070C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57158" y="928670"/>
            <a:ext cx="878684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Jehovah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Iray</a:t>
            </a:r>
            <a:endParaRPr lang="en-US" sz="7200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Telo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Ray,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Zanaka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tahio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dirty="0" err="1" smtClean="0">
                <a:solidFill>
                  <a:srgbClr val="002060"/>
                </a:solidFill>
                <a:latin typeface="Cambria" pitchFamily="18" charset="0"/>
              </a:rPr>
              <a:t>zanakay</a:t>
            </a:r>
            <a:r>
              <a:rPr lang="en-US" sz="7200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</Words>
  <PresentationFormat>Affichage à l'écran (4:3)</PresentationFormat>
  <Paragraphs>21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Diapositive 1</vt:lpstr>
      <vt:lpstr>Hira 245</vt:lpstr>
      <vt:lpstr>Hira 245</vt:lpstr>
      <vt:lpstr>Hira 245</vt:lpstr>
      <vt:lpstr>Hira 245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M</dc:creator>
  <cp:lastModifiedBy>M</cp:lastModifiedBy>
  <cp:revision>7</cp:revision>
  <dcterms:created xsi:type="dcterms:W3CDTF">2012-11-04T17:53:43Z</dcterms:created>
  <dcterms:modified xsi:type="dcterms:W3CDTF">2014-06-22T10:52:02Z</dcterms:modified>
</cp:coreProperties>
</file>