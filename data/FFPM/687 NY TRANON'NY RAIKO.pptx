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862" autoAdjust="0"/>
    <p:restoredTop sz="94660"/>
  </p:normalViewPr>
  <p:slideViewPr>
    <p:cSldViewPr>
      <p:cViewPr varScale="1">
        <p:scale>
          <a:sx n="51" d="100"/>
          <a:sy n="51" d="100"/>
        </p:scale>
        <p:origin x="-108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latin typeface="Cambria" pitchFamily="18" charset="0"/>
              </a:rPr>
              <a:t>1. </a:t>
            </a:r>
            <a:r>
              <a:rPr lang="fr-FR" sz="6600" b="1" dirty="0" err="1" smtClean="0">
                <a:latin typeface="Cambria" pitchFamily="18" charset="0"/>
              </a:rPr>
              <a:t>Ny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tranon'ny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Raiko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Trano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madio</a:t>
            </a:r>
            <a:r>
              <a:rPr lang="fr-FR" sz="6600" b="1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err="1" smtClean="0">
                <a:latin typeface="Cambria" pitchFamily="18" charset="0"/>
              </a:rPr>
              <a:t>Tsy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misy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mahory</a:t>
            </a:r>
            <a:r>
              <a:rPr lang="fr-FR" sz="6600" b="1" dirty="0" smtClean="0">
                <a:latin typeface="Cambria" pitchFamily="18" charset="0"/>
              </a:rPr>
              <a:t> na </a:t>
            </a:r>
            <a:r>
              <a:rPr lang="fr-FR" sz="6600" b="1" dirty="0" err="1" smtClean="0">
                <a:latin typeface="Cambria" pitchFamily="18" charset="0"/>
              </a:rPr>
              <a:t>zava</a:t>
            </a:r>
            <a:r>
              <a:rPr lang="fr-FR" sz="6600" b="1" dirty="0" smtClean="0">
                <a:latin typeface="Cambria" pitchFamily="18" charset="0"/>
              </a:rPr>
              <a:t>-</a:t>
            </a:r>
            <a:r>
              <a:rPr lang="fr-FR" sz="6600" b="1" dirty="0" err="1" smtClean="0">
                <a:latin typeface="Cambria" pitchFamily="18" charset="0"/>
              </a:rPr>
              <a:t>manjo</a:t>
            </a:r>
            <a:r>
              <a:rPr lang="fr-FR" sz="6600" b="1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latin typeface="Cambria" pitchFamily="18" charset="0"/>
              </a:rPr>
              <a:t>Avia</a:t>
            </a:r>
            <a:r>
              <a:rPr lang="fr-FR" sz="6600" b="1" dirty="0" smtClean="0">
                <a:latin typeface="Cambria" pitchFamily="18" charset="0"/>
              </a:rPr>
              <a:t>, </a:t>
            </a:r>
            <a:r>
              <a:rPr lang="fr-FR" sz="6600" b="1" dirty="0" err="1" smtClean="0">
                <a:latin typeface="Cambria" pitchFamily="18" charset="0"/>
              </a:rPr>
              <a:t>ry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malahelo</a:t>
            </a:r>
            <a:r>
              <a:rPr lang="fr-FR" sz="6600" b="1" dirty="0" smtClean="0">
                <a:latin typeface="Cambria" pitchFamily="18" charset="0"/>
              </a:rPr>
              <a:t>! </a:t>
            </a:r>
            <a:r>
              <a:rPr lang="fr-FR" sz="6600" b="1" dirty="0" err="1" smtClean="0">
                <a:latin typeface="Cambria" pitchFamily="18" charset="0"/>
              </a:rPr>
              <a:t>Hankao</a:t>
            </a:r>
            <a:r>
              <a:rPr lang="fr-FR" sz="6600" b="1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err="1" smtClean="0">
                <a:latin typeface="Cambria" pitchFamily="18" charset="0"/>
              </a:rPr>
              <a:t>Mizora</a:t>
            </a:r>
            <a:r>
              <a:rPr lang="fr-FR" sz="6600" b="1" dirty="0" smtClean="0">
                <a:latin typeface="Cambria" pitchFamily="18" charset="0"/>
              </a:rPr>
              <a:t>, fa </a:t>
            </a:r>
            <a:r>
              <a:rPr lang="fr-FR" sz="6600" b="1" dirty="0" err="1" smtClean="0">
                <a:latin typeface="Cambria" pitchFamily="18" charset="0"/>
              </a:rPr>
              <a:t>Izy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hampiditra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anao</a:t>
            </a:r>
            <a:r>
              <a:rPr lang="fr-FR" sz="6600" b="1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 :,: Sambatra re,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izay tonga ao:,: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:,: Faly tokoa :,: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izay tafiditra 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2. Mandalo izao fiainana izao,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Ka aza sondriana aty hianao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Ny ratsy izay mitaona reseo,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Ny any an-danitra no mba irio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 :,: Sambatra re,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izay tonga ao:,: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:,: Faly tokoa :,: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izay tafiditra 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3. He, ao no ho hitantsika tokoa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Ny tavan'ilay Zanakondry madio;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Ny mpino tety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no efa ao koa,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Maniry hihaona amintsika tokoa.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 :,: Sambatra re,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izay tonga ao:,: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:,: Faly tokoa :,: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izay tafiditra 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4. Tsy misy manjo izay afa-mankao,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Na andro mahory hitseran'ny fo;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latin typeface="Cambria" pitchFamily="18" charset="0"/>
              </a:rPr>
              <a:t>Fa any tsy misy alina koa, </a:t>
            </a:r>
          </a:p>
          <a:p>
            <a:pPr>
              <a:buNone/>
            </a:pPr>
            <a:r>
              <a:rPr lang="fi-FI" sz="6600" b="1" dirty="0" smtClean="0">
                <a:latin typeface="Cambria" pitchFamily="18" charset="0"/>
              </a:rPr>
              <a:t>Tanàna mazava, fonenana soa,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 :,: Sambatra re,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izay tonga ao:,: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:,: Faly tokoa :,: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izay tafiditra 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5. Ny mino rehetra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 ory tety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Tafakatra any ka faly tokoa,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Mihira ny famonjen'i Jeso,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Midera ny fiandrianan'ny Ray.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687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85831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 :,: Sambatra re,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izay tonga ao:,: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:,: Faly tokoa :,: </a:t>
            </a:r>
          </a:p>
          <a:p>
            <a:pPr>
              <a:buNone/>
            </a:pPr>
            <a:r>
              <a:rPr lang="pt-BR" sz="6600" b="1" dirty="0" smtClean="0">
                <a:latin typeface="Cambria" pitchFamily="18" charset="0"/>
              </a:rPr>
              <a:t>izay tafiditra 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243</Words>
  <PresentationFormat>Affichage à l'écran (4:3)</PresentationFormat>
  <Paragraphs>57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HIRA 687</vt:lpstr>
      <vt:lpstr>HIRA 687</vt:lpstr>
      <vt:lpstr>HIRA 687</vt:lpstr>
      <vt:lpstr>HIRA 687</vt:lpstr>
      <vt:lpstr>HIRA 687</vt:lpstr>
      <vt:lpstr>HIRA 687</vt:lpstr>
      <vt:lpstr>HIRA 687</vt:lpstr>
      <vt:lpstr>HIRA 687</vt:lpstr>
      <vt:lpstr>HIRA 687</vt:lpstr>
      <vt:lpstr>HIRA 687</vt:lpstr>
      <vt:lpstr>HIRA 687</vt:lpstr>
      <vt:lpstr>HIRA 687</vt:lpstr>
      <vt:lpstr>HIRA 687</vt:lpstr>
      <vt:lpstr>HIRA 687</vt:lpstr>
      <vt:lpstr>HIRA 687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11</cp:revision>
  <dcterms:created xsi:type="dcterms:W3CDTF">2012-12-02T01:28:21Z</dcterms:created>
  <dcterms:modified xsi:type="dcterms:W3CDTF">2015-02-02T09:13:38Z</dcterms:modified>
</cp:coreProperties>
</file>