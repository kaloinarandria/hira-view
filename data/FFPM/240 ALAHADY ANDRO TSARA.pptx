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66" r:id="rId4"/>
    <p:sldId id="267" r:id="rId5"/>
    <p:sldId id="264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79" autoAdjust="0"/>
    <p:restoredTop sz="94660"/>
  </p:normalViewPr>
  <p:slideViewPr>
    <p:cSldViewPr>
      <p:cViewPr varScale="1">
        <p:scale>
          <a:sx n="70" d="100"/>
          <a:sy n="70" d="100"/>
        </p:scale>
        <p:origin x="10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144064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Alahady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fitsaharanay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Nitsangananao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Andronao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Mpanavotray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857232"/>
            <a:ext cx="914406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fiangonanay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Hiderana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voninahitrao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79512" y="620688"/>
            <a:ext cx="9144064" cy="578645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Tovy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nataonao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fahizay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Tamin'ny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Apositoly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Fony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vory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toy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roa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Anarako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Vory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hiantso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hiangonako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."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soraty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ponay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didinao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Hiasanay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saina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anatrehanao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240 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017589"/>
            <a:ext cx="9144000" cy="534036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Tomoera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Hitandremanay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natokana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119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Thème Office</vt:lpstr>
      <vt:lpstr>Hira 240 </vt:lpstr>
      <vt:lpstr>Hira 240 </vt:lpstr>
      <vt:lpstr>Hira 240 </vt:lpstr>
      <vt:lpstr>Hira 240 </vt:lpstr>
      <vt:lpstr>Hira 240 </vt:lpstr>
      <vt:lpstr>Hira 240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240 </dc:title>
  <dc:creator>M</dc:creator>
  <cp:lastModifiedBy>c060</cp:lastModifiedBy>
  <cp:revision>4</cp:revision>
  <dcterms:created xsi:type="dcterms:W3CDTF">2012-11-11T20:52:59Z</dcterms:created>
  <dcterms:modified xsi:type="dcterms:W3CDTF">2016-07-03T01:24:57Z</dcterms:modified>
</cp:coreProperties>
</file>