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88" autoAdjust="0"/>
    <p:restoredTop sz="94660"/>
  </p:normalViewPr>
  <p:slideViewPr>
    <p:cSldViewPr>
      <p:cViewPr varScale="1">
        <p:scale>
          <a:sx n="59" d="100"/>
          <a:sy n="59" d="100"/>
        </p:scale>
        <p:origin x="-48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314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14356"/>
            <a:ext cx="8715404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latin typeface="Cambria" pitchFamily="18" charset="0"/>
              </a:rPr>
              <a:t>1. </a:t>
            </a:r>
            <a:r>
              <a:rPr lang="es-ES" sz="6600" b="1" dirty="0" err="1" smtClean="0">
                <a:latin typeface="Cambria" pitchFamily="18" charset="0"/>
              </a:rPr>
              <a:t>Injany</a:t>
            </a:r>
            <a:r>
              <a:rPr lang="es-ES" sz="6600" b="1" dirty="0" smtClean="0">
                <a:latin typeface="Cambria" pitchFamily="18" charset="0"/>
              </a:rPr>
              <a:t>, </a:t>
            </a:r>
            <a:r>
              <a:rPr lang="es-ES" sz="6600" b="1" dirty="0" err="1" smtClean="0">
                <a:latin typeface="Cambria" pitchFamily="18" charset="0"/>
              </a:rPr>
              <a:t>misy</a:t>
            </a:r>
            <a:r>
              <a:rPr lang="es-ES" sz="6600" b="1" dirty="0" smtClean="0">
                <a:latin typeface="Cambria" pitchFamily="18" charset="0"/>
              </a:rPr>
              <a:t> feo!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Ka</a:t>
            </a:r>
            <a:r>
              <a:rPr lang="es-ES" sz="6600" b="1" dirty="0" smtClean="0">
                <a:latin typeface="Cambria" pitchFamily="18" charset="0"/>
              </a:rPr>
              <a:t> iza no </a:t>
            </a:r>
            <a:r>
              <a:rPr lang="es-ES" sz="6600" b="1" dirty="0" err="1" smtClean="0">
                <a:latin typeface="Cambria" pitchFamily="18" charset="0"/>
              </a:rPr>
              <a:t>tsy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mandre</a:t>
            </a:r>
            <a:r>
              <a:rPr lang="es-ES" sz="6600" b="1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Ry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Kristiana</a:t>
            </a:r>
            <a:r>
              <a:rPr lang="es-ES" sz="6600" b="1" dirty="0" smtClean="0">
                <a:latin typeface="Cambria" pitchFamily="18" charset="0"/>
              </a:rPr>
              <a:t>, </a:t>
            </a:r>
            <a:r>
              <a:rPr lang="es-ES" sz="6600" b="1" dirty="0" err="1" smtClean="0">
                <a:latin typeface="Cambria" pitchFamily="18" charset="0"/>
              </a:rPr>
              <a:t>raiso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Adidy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lehibe</a:t>
            </a:r>
            <a:r>
              <a:rPr lang="es-ES" sz="6600" b="1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Manerana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tany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antso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avo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izao</a:t>
            </a:r>
            <a:r>
              <a:rPr lang="es-ES" sz="66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smtClean="0">
                <a:latin typeface="Cambria" pitchFamily="18" charset="0"/>
              </a:rPr>
              <a:t>Ho </a:t>
            </a:r>
            <a:r>
              <a:rPr lang="es-ES" sz="6600" b="1" dirty="0" err="1" smtClean="0">
                <a:latin typeface="Cambria" pitchFamily="18" charset="0"/>
              </a:rPr>
              <a:t>an'i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Jeso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Tompo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Izao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tontolo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izao</a:t>
            </a:r>
            <a:r>
              <a:rPr lang="es-ES" sz="6600" b="1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642918"/>
            <a:ext cx="8643966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Mihobia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Sy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mitoria</a:t>
            </a:r>
            <a:r>
              <a:rPr lang="es-ES" sz="6600" b="1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teny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mahafaly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Izay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voarainareo</a:t>
            </a:r>
            <a:endParaRPr lang="es-ES" sz="66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00042"/>
            <a:ext cx="9572660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Izao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smtClean="0">
                <a:latin typeface="Cambria" pitchFamily="18" charset="0"/>
              </a:rPr>
              <a:t>no tena </a:t>
            </a:r>
            <a:r>
              <a:rPr lang="es-ES" sz="6600" b="1" dirty="0" err="1" smtClean="0">
                <a:latin typeface="Cambria" pitchFamily="18" charset="0"/>
              </a:rPr>
              <a:t>fetra</a:t>
            </a:r>
            <a:r>
              <a:rPr lang="es-ES" sz="6600" b="1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600" b="1" dirty="0" smtClean="0">
                <a:latin typeface="Cambria" pitchFamily="18" charset="0"/>
              </a:rPr>
              <a:t>Ho </a:t>
            </a:r>
            <a:r>
              <a:rPr lang="es-ES" sz="6600" b="1" dirty="0" err="1" smtClean="0">
                <a:latin typeface="Cambria" pitchFamily="18" charset="0"/>
              </a:rPr>
              <a:t>an'i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Jeso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soa</a:t>
            </a:r>
            <a:r>
              <a:rPr lang="es-ES" sz="6600" b="1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olona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rehetra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ho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Azy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Avokoa</a:t>
            </a:r>
            <a:r>
              <a:rPr lang="es-ES" sz="6600" b="1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latin typeface="Cambria" pitchFamily="18" charset="0"/>
              </a:rPr>
              <a:t>2. </a:t>
            </a:r>
            <a:r>
              <a:rPr lang="es-ES" sz="6600" b="1" dirty="0" err="1" smtClean="0">
                <a:latin typeface="Cambria" pitchFamily="18" charset="0"/>
              </a:rPr>
              <a:t>Tsy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ho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antsika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irery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fahasoavam-be</a:t>
            </a:r>
            <a:r>
              <a:rPr lang="es-ES" sz="66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smtClean="0">
                <a:latin typeface="Cambria" pitchFamily="18" charset="0"/>
              </a:rPr>
              <a:t>Fa </a:t>
            </a:r>
            <a:r>
              <a:rPr lang="es-ES" sz="6600" b="1" dirty="0" err="1" smtClean="0">
                <a:latin typeface="Cambria" pitchFamily="18" charset="0"/>
              </a:rPr>
              <a:t>ho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an'ny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olom-bery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Tsy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an-kanavaka</a:t>
            </a:r>
            <a:r>
              <a:rPr lang="es-ES" sz="6600" b="1" dirty="0" smtClean="0">
                <a:latin typeface="Cambria" pitchFamily="18" charset="0"/>
              </a:rPr>
              <a:t> 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fiantran'ny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Tompo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Tsy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misy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fetra</a:t>
            </a:r>
            <a:r>
              <a:rPr lang="es-ES" sz="6600" b="1" dirty="0" smtClean="0">
                <a:latin typeface="Cambria" pitchFamily="18" charset="0"/>
              </a:rPr>
              <a:t>, </a:t>
            </a:r>
            <a:r>
              <a:rPr lang="es-ES" sz="6600" b="1" dirty="0" err="1" smtClean="0">
                <a:latin typeface="Cambria" pitchFamily="18" charset="0"/>
              </a:rPr>
              <a:t>koa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Lazaonareo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mpanompo</a:t>
            </a:r>
            <a:endParaRPr lang="es-E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smtClean="0">
                <a:latin typeface="Cambria" pitchFamily="18" charset="0"/>
              </a:rPr>
              <a:t>Lay </a:t>
            </a:r>
            <a:r>
              <a:rPr lang="es-ES" sz="6600" b="1" dirty="0" err="1" smtClean="0">
                <a:latin typeface="Cambria" pitchFamily="18" charset="0"/>
              </a:rPr>
              <a:t>fitiavan-tsoa</a:t>
            </a:r>
            <a:r>
              <a:rPr lang="es-ES" sz="6600" b="1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Miasà.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Ka milazà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Ny teny mampionona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Mahafa-po;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-32" y="571480"/>
            <a:ext cx="9715568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Voarainareo ny baiko: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Ho an'i Jeso soa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Ny olona rehetra ho Azy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Avokoa.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3. Ny Tompo no milaza: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"Andeha mitoria,"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Ka na dia sarotra aza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Ny asa, matokia;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Fa tsy mandeha irery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Izay mitondra soa,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Fa omban'Ilay Mahery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Ny irany tokoa,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Ka sahia.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Dia mitoria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Ny famonjena lehibe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Voarainareo;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-32" y="571480"/>
            <a:ext cx="9715568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Voatsangana ny saina: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Ho an'I Jeso soa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Ny olona rehetra ho Azy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Avokoa.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4. Ry Tompo sy Mpanjaka!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Ampio ny olonao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Hanoa sy hanahaka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Ka hankalazo Anao,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Dia aoka hokendreny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lzay katsahinao.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Ka hahita famonjena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lzao rehetra izao,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346" y="571480"/>
            <a:ext cx="914400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Ry Tsitoha!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Mba manehoa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Ny hery mahagaga izay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Anananao: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314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571480"/>
            <a:ext cx="921550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Tongava mba hanjaka,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Ka angony avokoa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Ny olona navotanao,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Ry Tompo soa!</a:t>
            </a:r>
          </a:p>
          <a:p>
            <a:pPr>
              <a:buNone/>
            </a:pPr>
            <a:r>
              <a:rPr lang="pl-PL" sz="6600" b="1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265</Words>
  <PresentationFormat>Affichage à l'écran (4:3)</PresentationFormat>
  <Paragraphs>81</Paragraphs>
  <Slides>16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Thème Office</vt:lpstr>
      <vt:lpstr>HIRA 314</vt:lpstr>
      <vt:lpstr>HIRA 314</vt:lpstr>
      <vt:lpstr>HIRA 314</vt:lpstr>
      <vt:lpstr>HIRA 314</vt:lpstr>
      <vt:lpstr>HIRA 314</vt:lpstr>
      <vt:lpstr>HIRA 314</vt:lpstr>
      <vt:lpstr>HIRA 314</vt:lpstr>
      <vt:lpstr>HIRA 314</vt:lpstr>
      <vt:lpstr>HIRA 314</vt:lpstr>
      <vt:lpstr>HIRA 314</vt:lpstr>
      <vt:lpstr>HIRA 314</vt:lpstr>
      <vt:lpstr>HIRA 314</vt:lpstr>
      <vt:lpstr>HIRA 314</vt:lpstr>
      <vt:lpstr>HIRA 314</vt:lpstr>
      <vt:lpstr>HIRA 314</vt:lpstr>
      <vt:lpstr>HIRA 314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298</dc:title>
  <dc:creator>M</dc:creator>
  <cp:lastModifiedBy>M</cp:lastModifiedBy>
  <cp:revision>7</cp:revision>
  <dcterms:created xsi:type="dcterms:W3CDTF">2012-11-04T17:25:30Z</dcterms:created>
  <dcterms:modified xsi:type="dcterms:W3CDTF">2014-09-14T04:06:34Z</dcterms:modified>
</cp:coreProperties>
</file>