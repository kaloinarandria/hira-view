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1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Inona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hahasaraka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Fahoriana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ahiahy</a:t>
            </a:r>
            <a:r>
              <a:rPr lang="en-US" sz="6000" dirty="0" smtClean="0">
                <a:latin typeface="Cambria" pitchFamily="18" charset="0"/>
              </a:rPr>
              <a:t>?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Fahantrana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famoizam-po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42978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mivadika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Inona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hahasaraka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?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Zo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fakampanahy</a:t>
            </a:r>
            <a:r>
              <a:rPr lang="en-US" sz="6000" dirty="0" smtClean="0">
                <a:latin typeface="Cambria" pitchFamily="18" charset="0"/>
              </a:rPr>
              <a:t>?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Sa </a:t>
            </a:r>
            <a:r>
              <a:rPr lang="en-US" sz="6000" dirty="0" err="1" smtClean="0">
                <a:latin typeface="Cambria" pitchFamily="18" charset="0"/>
              </a:rPr>
              <a:t>harena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zava-mora</a:t>
            </a:r>
            <a:r>
              <a:rPr lang="en-US" sz="6000" dirty="0" smtClean="0">
                <a:latin typeface="Cambria" pitchFamily="18" charset="0"/>
              </a:rPr>
              <a:t> lo?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42978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mivadika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Inona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hahasaraka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?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Sabatra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fanenjehamafy</a:t>
            </a:r>
            <a:r>
              <a:rPr lang="en-US" sz="60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Sa </a:t>
            </a:r>
            <a:r>
              <a:rPr lang="en-US" sz="6000" dirty="0" err="1" smtClean="0">
                <a:latin typeface="Cambria" pitchFamily="18" charset="0"/>
              </a:rPr>
              <a:t>mosary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ady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manjo</a:t>
            </a:r>
            <a:r>
              <a:rPr lang="en-US" sz="6000" dirty="0" smtClean="0">
                <a:latin typeface="Cambria" pitchFamily="18" charset="0"/>
              </a:rPr>
              <a:t>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42978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mivadika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Inona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hahasaraka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?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hampivadika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ahy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Loza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hery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fahefana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42978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mivadika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5. </a:t>
            </a:r>
            <a:r>
              <a:rPr lang="en-US" sz="5400" dirty="0" err="1" smtClean="0">
                <a:latin typeface="Cambria" pitchFamily="18" charset="0"/>
              </a:rPr>
              <a:t>Eny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izao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rehetra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izao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Tsy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hahasaraka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Aminao</a:t>
            </a:r>
            <a:r>
              <a:rPr lang="en-US" sz="5400" dirty="0" smtClean="0">
                <a:latin typeface="Cambria" pitchFamily="18" charset="0"/>
              </a:rPr>
              <a:t>!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Na </a:t>
            </a:r>
            <a:r>
              <a:rPr lang="en-US" sz="5400" dirty="0" err="1" smtClean="0">
                <a:latin typeface="Cambria" pitchFamily="18" charset="0"/>
              </a:rPr>
              <a:t>inona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hanjo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ity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mpanompo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Dia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hijoro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tsy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handao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Anao</a:t>
            </a:r>
            <a:r>
              <a:rPr lang="en-US" sz="5400" dirty="0" smtClean="0">
                <a:latin typeface="Cambria" pitchFamily="18" charset="0"/>
              </a:rPr>
              <a:t>!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486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mivadika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!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anaty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doria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foko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260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486</vt:lpstr>
      <vt:lpstr>HIRA 486</vt:lpstr>
      <vt:lpstr>HIRA 486</vt:lpstr>
      <vt:lpstr>HIRA 486</vt:lpstr>
      <vt:lpstr>HIRA 486</vt:lpstr>
      <vt:lpstr>HIRA 486</vt:lpstr>
      <vt:lpstr>HIRA 486</vt:lpstr>
      <vt:lpstr>HIRA 486</vt:lpstr>
      <vt:lpstr>HIRA 486</vt:lpstr>
      <vt:lpstr>HIRA 486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486</dc:title>
  <dc:creator>M</dc:creator>
  <cp:lastModifiedBy>M</cp:lastModifiedBy>
  <cp:revision>3</cp:revision>
  <dcterms:created xsi:type="dcterms:W3CDTF">2012-12-09T07:16:27Z</dcterms:created>
  <dcterms:modified xsi:type="dcterms:W3CDTF">2014-03-02T10:00:35Z</dcterms:modified>
</cp:coreProperties>
</file>