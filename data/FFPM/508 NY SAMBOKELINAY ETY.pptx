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8" y="-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sambonkelinay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Mitety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Misononoka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dafin'ony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be.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rivo-doza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hanjo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alondrano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mankato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Maherinay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Mamaky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onja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fitodiantsambonay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He!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tazanay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Irinay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Hilaozanay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Mitsena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Zokinay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(in-3)</a:t>
            </a:r>
          </a:p>
          <a:p>
            <a:pPr>
              <a:buNone/>
            </a:pPr>
            <a:r>
              <a:rPr lang="en-US" sz="6300" b="1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</Words>
  <PresentationFormat>Affichage à l'écran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508</vt:lpstr>
      <vt:lpstr>HIRA 508</vt:lpstr>
      <vt:lpstr>HIRA 508</vt:lpstr>
      <vt:lpstr>HIRA 508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3</cp:revision>
  <dcterms:created xsi:type="dcterms:W3CDTF">2012-12-02T11:05:16Z</dcterms:created>
  <dcterms:modified xsi:type="dcterms:W3CDTF">2015-02-28T19:09:12Z</dcterms:modified>
</cp:coreProperties>
</file>