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3881" autoAdjust="0"/>
    <p:restoredTop sz="94660"/>
  </p:normalViewPr>
  <p:slideViewPr>
    <p:cSldViewPr>
      <p:cViewPr varScale="1">
        <p:scale>
          <a:sx n="37" d="100"/>
          <a:sy n="37" d="100"/>
        </p:scale>
        <p:origin x="-96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232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alahady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andronao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Masina</a:t>
            </a:r>
            <a:r>
              <a:rPr lang="fr-FR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Fotoana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nitsangananao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maminay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mpianatrao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232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Anio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mivory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Tahaka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mpianatrao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enga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anie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hitanay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hazavan'ny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tavanao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232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844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Omeo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omeo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indray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Fanahinao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Havaozy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anatinay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'Lay </a:t>
            </a:r>
            <a:r>
              <a:rPr lang="fr-FR" sz="6600" dirty="0" err="1" smtClean="0">
                <a:latin typeface="Cambria" pitchFamily="18" charset="0"/>
              </a:rPr>
              <a:t>Pentekosta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fahizay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</Words>
  <PresentationFormat>Affichage à l'écran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Hira 232 </vt:lpstr>
      <vt:lpstr>Hira 232 </vt:lpstr>
      <vt:lpstr>Hira 232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7</cp:revision>
  <dcterms:created xsi:type="dcterms:W3CDTF">2012-11-11T21:23:20Z</dcterms:created>
  <dcterms:modified xsi:type="dcterms:W3CDTF">2014-05-05T09:01:50Z</dcterms:modified>
</cp:coreProperties>
</file>