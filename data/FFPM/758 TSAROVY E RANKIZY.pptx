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Tsarovy</a:t>
            </a:r>
            <a:r>
              <a:rPr lang="fr-FR" sz="6600" dirty="0" smtClean="0">
                <a:latin typeface="Cambria" pitchFamily="18" charset="0"/>
              </a:rPr>
              <a:t> e! </a:t>
            </a:r>
            <a:r>
              <a:rPr lang="fr-FR" sz="6600" dirty="0" err="1" smtClean="0">
                <a:latin typeface="Cambria" pitchFamily="18" charset="0"/>
              </a:rPr>
              <a:t>rankizy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tadiavo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Izy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Dieny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hitanao</a:t>
            </a:r>
            <a:r>
              <a:rPr lang="fr-FR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Dieny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mbola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kely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Tsarovy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rahateo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aza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manadino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Tsarovy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zatovo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Ilaozy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mpanota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Fandrao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manimba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Tsarovy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Jehovah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Namorona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Mampanantena</a:t>
            </a:r>
            <a:r>
              <a:rPr lang="fr-FR" sz="6600" dirty="0" smtClean="0">
                <a:latin typeface="Cambria" pitchFamily="18" charset="0"/>
              </a:rPr>
              <a:t> lova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nahatoy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Tsarovy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sakaiza</a:t>
            </a:r>
            <a:r>
              <a:rPr lang="fr-FR" sz="6600" dirty="0" smtClean="0">
                <a:latin typeface="Cambria" pitchFamily="18" charset="0"/>
              </a:rPr>
              <a:t>,	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Jehovah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Tomponao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Izy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mitaiza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manasoa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manadino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teniny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araho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Izy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Rainao</a:t>
            </a:r>
            <a:r>
              <a:rPr lang="fr-FR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96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758</vt:lpstr>
      <vt:lpstr>HIRA 758</vt:lpstr>
      <vt:lpstr>HIRA 758</vt:lpstr>
      <vt:lpstr>HIRA 758</vt:lpstr>
      <vt:lpstr>HIRA 758</vt:lpstr>
      <vt:lpstr>HIRA 758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9</cp:revision>
  <dcterms:created xsi:type="dcterms:W3CDTF">2012-12-02T01:28:21Z</dcterms:created>
  <dcterms:modified xsi:type="dcterms:W3CDTF">2013-10-16T13:45:25Z</dcterms:modified>
</cp:coreProperties>
</file>