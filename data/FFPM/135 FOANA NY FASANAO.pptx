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135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Tompon'aina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Tò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notontosaina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135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manan-kery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Gaga </a:t>
            </a:r>
            <a:r>
              <a:rPr lang="en-US" sz="6600" dirty="0" err="1" smtClean="0">
                <a:latin typeface="Cambria" pitchFamily="18" charset="0"/>
              </a:rPr>
              <a:t>teo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Resy'lay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135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novohana</a:t>
            </a:r>
            <a:r>
              <a:rPr lang="en-US" sz="6600" dirty="0" smtClean="0">
                <a:latin typeface="Cambria" pitchFamily="18" charset="0"/>
              </a:rPr>
              <a:t>!.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Maito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fatoranao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nahatana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135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Zanaky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nasehonao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Zava-maharavo</a:t>
            </a:r>
            <a:r>
              <a:rPr lang="en-US" sz="660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73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135</vt:lpstr>
      <vt:lpstr>HIRA 135</vt:lpstr>
      <vt:lpstr>HIRA 135</vt:lpstr>
      <vt:lpstr>HIRA 135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13</cp:revision>
  <dcterms:created xsi:type="dcterms:W3CDTF">2012-10-21T18:56:48Z</dcterms:created>
  <dcterms:modified xsi:type="dcterms:W3CDTF">2013-07-03T07:48:20Z</dcterms:modified>
</cp:coreProperties>
</file>