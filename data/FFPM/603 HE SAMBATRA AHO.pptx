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0" d="100"/>
          <a:sy n="60" d="100"/>
        </p:scale>
        <p:origin x="-180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26/07/2014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26/07/2014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26/07/2014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26/07/2014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26/07/2014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26/07/2014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26/07/2014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26/07/2014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26/07/2014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26/07/2014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26/07/2014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26/07/2014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4356"/>
          </a:xfrm>
        </p:spPr>
        <p:txBody>
          <a:bodyPr>
            <a:normAutofit fontScale="90000"/>
          </a:bodyPr>
          <a:lstStyle/>
          <a:p>
            <a:r>
              <a:rPr lang="fr-FR" b="1" dirty="0" smtClean="0">
                <a:latin typeface="Cambria" pitchFamily="18" charset="0"/>
              </a:rPr>
              <a:t>HIRA </a:t>
            </a:r>
            <a:r>
              <a:rPr lang="fr-FR" b="1" dirty="0" smtClean="0">
                <a:latin typeface="Cambria" pitchFamily="18" charset="0"/>
              </a:rPr>
              <a:t>603</a:t>
            </a:r>
            <a:endParaRPr lang="fr-FR" b="1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642918"/>
            <a:ext cx="9286940" cy="6215082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fi-FI" sz="6600" dirty="0" smtClean="0">
                <a:latin typeface="Cambria" pitchFamily="18" charset="0"/>
              </a:rPr>
              <a:t>1. He, sambatra Jesosy ô, </a:t>
            </a:r>
          </a:p>
          <a:p>
            <a:pPr>
              <a:spcBef>
                <a:spcPts val="0"/>
              </a:spcBef>
              <a:buNone/>
            </a:pPr>
            <a:r>
              <a:rPr lang="fi-FI" sz="6600" dirty="0" smtClean="0">
                <a:latin typeface="Cambria" pitchFamily="18" charset="0"/>
              </a:rPr>
              <a:t>Ny ondry vitsinao!</a:t>
            </a:r>
          </a:p>
          <a:p>
            <a:pPr>
              <a:spcBef>
                <a:spcPts val="0"/>
              </a:spcBef>
              <a:buNone/>
            </a:pPr>
            <a:r>
              <a:rPr lang="fi-FI" sz="6600" dirty="0" smtClean="0">
                <a:latin typeface="Cambria" pitchFamily="18" charset="0"/>
              </a:rPr>
              <a:t>Fa Hianao Mpiandry soa </a:t>
            </a:r>
          </a:p>
          <a:p>
            <a:pPr>
              <a:spcBef>
                <a:spcPts val="0"/>
              </a:spcBef>
              <a:buNone/>
            </a:pPr>
            <a:r>
              <a:rPr lang="fi-FI" sz="6600" dirty="0" smtClean="0">
                <a:latin typeface="Cambria" pitchFamily="18" charset="0"/>
              </a:rPr>
              <a:t>Maharo ny Anao.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4356"/>
          </a:xfrm>
        </p:spPr>
        <p:txBody>
          <a:bodyPr>
            <a:normAutofit fontScale="90000"/>
          </a:bodyPr>
          <a:lstStyle/>
          <a:p>
            <a:r>
              <a:rPr lang="fr-FR" b="1" dirty="0" smtClean="0">
                <a:latin typeface="Cambria" pitchFamily="18" charset="0"/>
              </a:rPr>
              <a:t>HIRA </a:t>
            </a:r>
            <a:r>
              <a:rPr lang="fr-FR" b="1" dirty="0" smtClean="0">
                <a:latin typeface="Cambria" pitchFamily="18" charset="0"/>
              </a:rPr>
              <a:t>603</a:t>
            </a:r>
            <a:endParaRPr lang="fr-FR" b="1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642918"/>
            <a:ext cx="9286940" cy="6215082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fi-FI" sz="6600" dirty="0" smtClean="0">
                <a:latin typeface="Cambria" pitchFamily="18" charset="0"/>
              </a:rPr>
              <a:t>Ny ainao no natolotrao, </a:t>
            </a:r>
          </a:p>
          <a:p>
            <a:pPr>
              <a:spcBef>
                <a:spcPts val="0"/>
              </a:spcBef>
              <a:buNone/>
            </a:pPr>
            <a:r>
              <a:rPr lang="fi-FI" sz="6600" dirty="0" smtClean="0">
                <a:latin typeface="Cambria" pitchFamily="18" charset="0"/>
              </a:rPr>
              <a:t>Ho an'ireo ondrinao, </a:t>
            </a:r>
          </a:p>
          <a:p>
            <a:pPr>
              <a:spcBef>
                <a:spcPts val="0"/>
              </a:spcBef>
              <a:buNone/>
            </a:pPr>
            <a:r>
              <a:rPr lang="fi-FI" sz="6600" dirty="0" smtClean="0">
                <a:latin typeface="Cambria" pitchFamily="18" charset="0"/>
              </a:rPr>
              <a:t>Ny very tadiavinao </a:t>
            </a:r>
          </a:p>
          <a:p>
            <a:pPr>
              <a:spcBef>
                <a:spcPts val="0"/>
              </a:spcBef>
              <a:buNone/>
            </a:pPr>
            <a:r>
              <a:rPr lang="fi-FI" sz="6600" dirty="0" smtClean="0">
                <a:latin typeface="Cambria" pitchFamily="18" charset="0"/>
              </a:rPr>
              <a:t>Hiaraka Aminao.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4356"/>
          </a:xfrm>
        </p:spPr>
        <p:txBody>
          <a:bodyPr>
            <a:normAutofit fontScale="90000"/>
          </a:bodyPr>
          <a:lstStyle/>
          <a:p>
            <a:r>
              <a:rPr lang="fr-FR" b="1" dirty="0" smtClean="0">
                <a:latin typeface="Cambria" pitchFamily="18" charset="0"/>
              </a:rPr>
              <a:t>HIRA </a:t>
            </a:r>
            <a:r>
              <a:rPr lang="fr-FR" b="1" dirty="0" smtClean="0">
                <a:latin typeface="Cambria" pitchFamily="18" charset="0"/>
              </a:rPr>
              <a:t>603</a:t>
            </a:r>
            <a:endParaRPr lang="fr-FR" b="1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642918"/>
            <a:ext cx="9286940" cy="6215082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fi-FI" sz="6600" dirty="0" smtClean="0">
                <a:latin typeface="Cambria" pitchFamily="18" charset="0"/>
              </a:rPr>
              <a:t>2. Izaho voamarika</a:t>
            </a:r>
          </a:p>
          <a:p>
            <a:pPr>
              <a:spcBef>
                <a:spcPts val="0"/>
              </a:spcBef>
              <a:buNone/>
            </a:pPr>
            <a:r>
              <a:rPr lang="fi-FI" sz="6600" dirty="0" smtClean="0">
                <a:latin typeface="Cambria" pitchFamily="18" charset="0"/>
              </a:rPr>
              <a:t>Ho isan'ny Anao,</a:t>
            </a:r>
          </a:p>
          <a:p>
            <a:pPr>
              <a:spcBef>
                <a:spcPts val="0"/>
              </a:spcBef>
              <a:buNone/>
            </a:pPr>
            <a:r>
              <a:rPr lang="fi-FI" sz="6600" dirty="0" smtClean="0">
                <a:latin typeface="Cambria" pitchFamily="18" charset="0"/>
              </a:rPr>
              <a:t>Anefa mba matahotra </a:t>
            </a:r>
          </a:p>
          <a:p>
            <a:pPr>
              <a:spcBef>
                <a:spcPts val="0"/>
              </a:spcBef>
              <a:buNone/>
            </a:pPr>
            <a:r>
              <a:rPr lang="fi-FI" sz="6600" dirty="0" smtClean="0">
                <a:latin typeface="Cambria" pitchFamily="18" charset="0"/>
              </a:rPr>
              <a:t>Sao dia lavinao,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4356"/>
          </a:xfrm>
        </p:spPr>
        <p:txBody>
          <a:bodyPr>
            <a:normAutofit fontScale="90000"/>
          </a:bodyPr>
          <a:lstStyle/>
          <a:p>
            <a:r>
              <a:rPr lang="fr-FR" b="1" dirty="0" smtClean="0">
                <a:latin typeface="Cambria" pitchFamily="18" charset="0"/>
              </a:rPr>
              <a:t>HIRA </a:t>
            </a:r>
            <a:r>
              <a:rPr lang="fr-FR" b="1" dirty="0" smtClean="0">
                <a:latin typeface="Cambria" pitchFamily="18" charset="0"/>
              </a:rPr>
              <a:t>603</a:t>
            </a:r>
            <a:endParaRPr lang="fr-FR" b="1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642918"/>
            <a:ext cx="9286940" cy="6215082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fi-FI" sz="6600" dirty="0" smtClean="0">
                <a:latin typeface="Cambria" pitchFamily="18" charset="0"/>
              </a:rPr>
              <a:t>Ka aoka mba hotairinao, </a:t>
            </a:r>
          </a:p>
          <a:p>
            <a:pPr>
              <a:spcBef>
                <a:spcPts val="0"/>
              </a:spcBef>
              <a:buNone/>
            </a:pPr>
            <a:r>
              <a:rPr lang="fi-FI" sz="6600" dirty="0" smtClean="0">
                <a:latin typeface="Cambria" pitchFamily="18" charset="0"/>
              </a:rPr>
              <a:t>Ny foko, raha hitanao </a:t>
            </a:r>
          </a:p>
          <a:p>
            <a:pPr>
              <a:spcBef>
                <a:spcPts val="0"/>
              </a:spcBef>
              <a:buNone/>
            </a:pPr>
            <a:r>
              <a:rPr lang="fi-FI" sz="6600" dirty="0" smtClean="0">
                <a:latin typeface="Cambria" pitchFamily="18" charset="0"/>
              </a:rPr>
              <a:t>Fa mila ho sondriana </a:t>
            </a:r>
          </a:p>
          <a:p>
            <a:pPr>
              <a:spcBef>
                <a:spcPts val="0"/>
              </a:spcBef>
              <a:buNone/>
            </a:pPr>
            <a:r>
              <a:rPr lang="fi-FI" sz="6600" dirty="0" smtClean="0">
                <a:latin typeface="Cambria" pitchFamily="18" charset="0"/>
              </a:rPr>
              <a:t>Sy diso làlana.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4356"/>
          </a:xfrm>
        </p:spPr>
        <p:txBody>
          <a:bodyPr>
            <a:normAutofit fontScale="90000"/>
          </a:bodyPr>
          <a:lstStyle/>
          <a:p>
            <a:r>
              <a:rPr lang="fr-FR" b="1" dirty="0" smtClean="0">
                <a:latin typeface="Cambria" pitchFamily="18" charset="0"/>
              </a:rPr>
              <a:t>HIRA </a:t>
            </a:r>
            <a:r>
              <a:rPr lang="fr-FR" b="1" dirty="0" smtClean="0">
                <a:latin typeface="Cambria" pitchFamily="18" charset="0"/>
              </a:rPr>
              <a:t>603</a:t>
            </a:r>
            <a:endParaRPr lang="fr-FR" b="1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642918"/>
            <a:ext cx="9286940" cy="6215082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fi-FI" sz="6600" dirty="0" smtClean="0">
                <a:latin typeface="Cambria" pitchFamily="18" charset="0"/>
              </a:rPr>
              <a:t>3. Ny hafanana mahamay </a:t>
            </a:r>
          </a:p>
          <a:p>
            <a:pPr>
              <a:spcBef>
                <a:spcPts val="0"/>
              </a:spcBef>
              <a:buNone/>
            </a:pPr>
            <a:r>
              <a:rPr lang="fi-FI" sz="6600" dirty="0" smtClean="0">
                <a:latin typeface="Cambria" pitchFamily="18" charset="0"/>
              </a:rPr>
              <a:t>No mahatrotraka, </a:t>
            </a:r>
          </a:p>
          <a:p>
            <a:pPr>
              <a:spcBef>
                <a:spcPts val="0"/>
              </a:spcBef>
              <a:buNone/>
            </a:pPr>
            <a:r>
              <a:rPr lang="fi-FI" sz="6600" dirty="0" smtClean="0">
                <a:latin typeface="Cambria" pitchFamily="18" charset="0"/>
              </a:rPr>
              <a:t>Anefa mbola tazanay </a:t>
            </a:r>
          </a:p>
          <a:p>
            <a:pPr>
              <a:spcBef>
                <a:spcPts val="0"/>
              </a:spcBef>
              <a:buNone/>
            </a:pPr>
            <a:r>
              <a:rPr lang="fi-FI" sz="6600" dirty="0" smtClean="0">
                <a:latin typeface="Cambria" pitchFamily="18" charset="0"/>
              </a:rPr>
              <a:t>Ny fitsaharana.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4356"/>
          </a:xfrm>
        </p:spPr>
        <p:txBody>
          <a:bodyPr>
            <a:normAutofit fontScale="90000"/>
          </a:bodyPr>
          <a:lstStyle/>
          <a:p>
            <a:r>
              <a:rPr lang="fr-FR" b="1" dirty="0" smtClean="0">
                <a:latin typeface="Cambria" pitchFamily="18" charset="0"/>
              </a:rPr>
              <a:t>HIRA </a:t>
            </a:r>
            <a:r>
              <a:rPr lang="fr-FR" b="1" dirty="0" smtClean="0">
                <a:latin typeface="Cambria" pitchFamily="18" charset="0"/>
              </a:rPr>
              <a:t>603</a:t>
            </a:r>
            <a:endParaRPr lang="fr-FR" b="1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642918"/>
            <a:ext cx="9286940" cy="6215082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fi-FI" sz="6600" dirty="0" smtClean="0">
                <a:latin typeface="Cambria" pitchFamily="18" charset="0"/>
              </a:rPr>
              <a:t>Ho avy faingana anie </a:t>
            </a:r>
          </a:p>
          <a:p>
            <a:pPr>
              <a:spcBef>
                <a:spcPts val="0"/>
              </a:spcBef>
              <a:buNone/>
            </a:pPr>
            <a:r>
              <a:rPr lang="fi-FI" sz="6600" dirty="0" smtClean="0">
                <a:latin typeface="Cambria" pitchFamily="18" charset="0"/>
              </a:rPr>
              <a:t>Ny andro soa lehibe, </a:t>
            </a:r>
          </a:p>
          <a:p>
            <a:pPr>
              <a:spcBef>
                <a:spcPts val="0"/>
              </a:spcBef>
              <a:buNone/>
            </a:pPr>
            <a:r>
              <a:rPr lang="fi-FI" sz="6600" dirty="0" smtClean="0">
                <a:latin typeface="Cambria" pitchFamily="18" charset="0"/>
              </a:rPr>
              <a:t>Izay hamelaranao ny lay </a:t>
            </a:r>
          </a:p>
          <a:p>
            <a:pPr>
              <a:spcBef>
                <a:spcPts val="0"/>
              </a:spcBef>
              <a:buNone/>
            </a:pPr>
            <a:r>
              <a:rPr lang="fi-FI" sz="6600" dirty="0" smtClean="0">
                <a:latin typeface="Cambria" pitchFamily="18" charset="0"/>
              </a:rPr>
              <a:t>Handrakotra anay.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60</TotalTime>
  <Words>110</Words>
  <PresentationFormat>Affichage à l'écran (4:3)</PresentationFormat>
  <Paragraphs>30</Paragraphs>
  <Slides>6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7" baseType="lpstr">
      <vt:lpstr>Thème Office</vt:lpstr>
      <vt:lpstr>HIRA 603</vt:lpstr>
      <vt:lpstr>HIRA 603</vt:lpstr>
      <vt:lpstr>HIRA 603</vt:lpstr>
      <vt:lpstr>HIRA 603</vt:lpstr>
      <vt:lpstr>HIRA 603</vt:lpstr>
      <vt:lpstr>HIRA 603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550</dc:title>
  <dc:creator>M</dc:creator>
  <cp:lastModifiedBy>M</cp:lastModifiedBy>
  <cp:revision>14</cp:revision>
  <dcterms:created xsi:type="dcterms:W3CDTF">2012-12-08T21:04:49Z</dcterms:created>
  <dcterms:modified xsi:type="dcterms:W3CDTF">2014-07-26T08:13:19Z</dcterms:modified>
</cp:coreProperties>
</file>