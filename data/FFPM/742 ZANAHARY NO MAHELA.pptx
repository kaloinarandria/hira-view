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13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HIRA 742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Zanahary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mahela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fe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taona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iainanay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miantra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mamela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Tombon'andro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anay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HIRA 742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it-IT" sz="6600" dirty="0" smtClean="0">
              <a:latin typeface="Cambria" pitchFamily="18" charset="0"/>
            </a:endParaRPr>
          </a:p>
          <a:p>
            <a:pPr algn="ctr">
              <a:buNone/>
            </a:pPr>
            <a:r>
              <a:rPr lang="it-IT" sz="6600" dirty="0" smtClean="0">
                <a:latin typeface="Cambria" pitchFamily="18" charset="0"/>
              </a:rPr>
              <a:t>:,: Nefa vitsy, :,:</a:t>
            </a:r>
          </a:p>
          <a:p>
            <a:pPr algn="ctr">
              <a:buNone/>
            </a:pPr>
            <a:r>
              <a:rPr lang="it-IT" sz="6600" dirty="0" smtClean="0">
                <a:latin typeface="Cambria" pitchFamily="18" charset="0"/>
              </a:rPr>
              <a:t>No ho andronay aty.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HIRA 742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Betsaka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andro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lany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Nanaranam</a:t>
            </a:r>
            <a:r>
              <a:rPr lang="fr-FR" sz="6600" dirty="0" smtClean="0">
                <a:latin typeface="Cambria" pitchFamily="18" charset="0"/>
              </a:rPr>
              <a:t>-po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Misy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manontany</a:t>
            </a:r>
            <a:r>
              <a:rPr lang="fr-FR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"Vita va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asanao</a:t>
            </a:r>
            <a:r>
              <a:rPr lang="fr-FR" sz="6600" dirty="0" smtClean="0">
                <a:latin typeface="Cambria" pitchFamily="18" charset="0"/>
              </a:rPr>
              <a:t>?"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HIRA 742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6600" dirty="0" smtClean="0">
              <a:latin typeface="Cambria" pitchFamily="18" charset="0"/>
            </a:endParaRPr>
          </a:p>
          <a:p>
            <a:pPr algn="ctr"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Miezaha</a:t>
            </a:r>
            <a:r>
              <a:rPr lang="en-US" sz="6600" dirty="0" smtClean="0">
                <a:latin typeface="Cambria" pitchFamily="18" charset="0"/>
              </a:rPr>
              <a:t> :,:</a:t>
            </a:r>
          </a:p>
          <a:p>
            <a:pPr algn="ctr">
              <a:buNone/>
            </a:pP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alim</a:t>
            </a:r>
            <a:r>
              <a:rPr lang="en-US" sz="6600" dirty="0" smtClean="0">
                <a:latin typeface="Cambria" pitchFamily="18" charset="0"/>
              </a:rPr>
              <a:t>-be.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HIRA 742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 fontScale="92500"/>
          </a:bodyPr>
          <a:lstStyle/>
          <a:p>
            <a:pPr algn="ctr"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Mamindrà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Zanahary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 algn="ctr">
              <a:buNone/>
            </a:pPr>
            <a:r>
              <a:rPr lang="en-US" sz="6600" dirty="0" err="1" smtClean="0">
                <a:latin typeface="Cambria" pitchFamily="18" charset="0"/>
              </a:rPr>
              <a:t>Mamelà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 algn="ctr">
              <a:buNone/>
            </a:pP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manary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algn="ctr">
              <a:buNone/>
            </a:pPr>
            <a:r>
              <a:rPr lang="en-US" sz="6600" dirty="0" smtClean="0">
                <a:latin typeface="Cambria" pitchFamily="18" charset="0"/>
              </a:rPr>
              <a:t>'</a:t>
            </a:r>
            <a:r>
              <a:rPr lang="en-US" sz="6600" dirty="0" err="1" smtClean="0">
                <a:latin typeface="Cambria" pitchFamily="18" charset="0"/>
              </a:rPr>
              <a:t>Ndrao</a:t>
            </a:r>
            <a:r>
              <a:rPr lang="en-US" sz="6600" dirty="0" smtClean="0">
                <a:latin typeface="Cambria" pitchFamily="18" charset="0"/>
              </a:rPr>
              <a:t> ho very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HIRA 742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6600" dirty="0" smtClean="0">
              <a:latin typeface="Cambria" pitchFamily="18" charset="0"/>
            </a:endParaRPr>
          </a:p>
          <a:p>
            <a:pPr algn="ctr"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Mihainoa</a:t>
            </a:r>
            <a:r>
              <a:rPr lang="en-US" sz="6600" dirty="0" smtClean="0">
                <a:latin typeface="Cambria" pitchFamily="18" charset="0"/>
              </a:rPr>
              <a:t> :,: </a:t>
            </a:r>
          </a:p>
          <a:p>
            <a:pPr algn="ctr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mifona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HIRA 742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 fontScale="92500"/>
          </a:bodyPr>
          <a:lstStyle/>
          <a:p>
            <a:pPr algn="ctr"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Jehovah! </a:t>
            </a:r>
            <a:r>
              <a:rPr lang="en-US" sz="6600" dirty="0" err="1" smtClean="0">
                <a:latin typeface="Cambria" pitchFamily="18" charset="0"/>
              </a:rPr>
              <a:t>Manomeza</a:t>
            </a:r>
            <a:endParaRPr lang="en-US" sz="6600" dirty="0" smtClean="0">
              <a:latin typeface="Cambria" pitchFamily="18" charset="0"/>
            </a:endParaRPr>
          </a:p>
          <a:p>
            <a:pPr algn="ctr"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ilainay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 algn="ctr">
              <a:buNone/>
            </a:pPr>
            <a:r>
              <a:rPr lang="en-US" sz="6600" dirty="0" err="1" smtClean="0">
                <a:latin typeface="Cambria" pitchFamily="18" charset="0"/>
              </a:rPr>
              <a:t>Mitahia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mampahereza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algn="ctr"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HIRA 742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6600" dirty="0" smtClean="0">
              <a:latin typeface="Cambria" pitchFamily="18" charset="0"/>
            </a:endParaRPr>
          </a:p>
          <a:p>
            <a:pPr algn="ctr">
              <a:buNone/>
            </a:pPr>
            <a:r>
              <a:rPr lang="en-US" sz="6600" dirty="0" smtClean="0">
                <a:latin typeface="Cambria" pitchFamily="18" charset="0"/>
              </a:rPr>
              <a:t>:,: Ka </a:t>
            </a:r>
            <a:r>
              <a:rPr lang="en-US" sz="6600" dirty="0" err="1" smtClean="0">
                <a:latin typeface="Cambria" pitchFamily="18" charset="0"/>
              </a:rPr>
              <a:t>hahazo</a:t>
            </a:r>
            <a:r>
              <a:rPr lang="en-US" sz="6600" dirty="0" smtClean="0">
                <a:latin typeface="Cambria" pitchFamily="18" charset="0"/>
              </a:rPr>
              <a:t> :,: </a:t>
            </a:r>
          </a:p>
          <a:p>
            <a:pPr algn="ctr">
              <a:buNone/>
            </a:pPr>
            <a:r>
              <a:rPr lang="en-US" sz="6600" dirty="0" err="1" smtClean="0">
                <a:latin typeface="Cambria" pitchFamily="18" charset="0"/>
              </a:rPr>
              <a:t>Satro-boninahitra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126</Words>
  <Application>Microsoft Office PowerPoint</Application>
  <PresentationFormat>Affichage à l'écran (4:3)</PresentationFormat>
  <Paragraphs>36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Thème Office</vt:lpstr>
      <vt:lpstr>HIRA 742</vt:lpstr>
      <vt:lpstr>HIRA 742</vt:lpstr>
      <vt:lpstr>HIRA 742</vt:lpstr>
      <vt:lpstr>HIRA 742</vt:lpstr>
      <vt:lpstr>HIRA 742</vt:lpstr>
      <vt:lpstr>HIRA 742</vt:lpstr>
      <vt:lpstr>HIRA 742</vt:lpstr>
      <vt:lpstr>HIRA 742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ME</cp:lastModifiedBy>
  <cp:revision>8</cp:revision>
  <dcterms:created xsi:type="dcterms:W3CDTF">2012-12-02T01:28:21Z</dcterms:created>
  <dcterms:modified xsi:type="dcterms:W3CDTF">2023-06-04T04:40:10Z</dcterms:modified>
</cp:coreProperties>
</file>