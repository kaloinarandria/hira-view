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6" r:id="rId5"/>
    <p:sldId id="262" r:id="rId6"/>
    <p:sldId id="267" r:id="rId7"/>
    <p:sldId id="263" r:id="rId8"/>
    <p:sldId id="268" r:id="rId9"/>
    <p:sldId id="258" r:id="rId10"/>
    <p:sldId id="26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 210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Zava-tsoa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</a:t>
            </a:r>
            <a:r>
              <a:rPr lang="en-US" sz="60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mahaso</a:t>
            </a:r>
            <a:r>
              <a:rPr lang="en-US" sz="60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i="1" dirty="0" err="1" smtClean="0">
                <a:solidFill>
                  <a:srgbClr val="002060"/>
                </a:solidFill>
                <a:latin typeface="Cambria" pitchFamily="18" charset="0"/>
              </a:rPr>
              <a:t>i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mano</a:t>
            </a:r>
            <a:r>
              <a:rPr lang="en-US" sz="60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0"/>
            <a:ext cx="864396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Iravoanay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Sarobidy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hafoy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411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 210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fantatray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Jiro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fanilon'ny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tongotray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Hankanesana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0"/>
            <a:ext cx="828677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Iravoanay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Sarobidy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hafoy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4110" cy="785794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 210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642918"/>
            <a:ext cx="842965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alaim-panahy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Sabatry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hanoheranay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hatrizay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0"/>
            <a:ext cx="864396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Iravoanay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Sarobidy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hafoy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4110" cy="785794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9144064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Fifalianay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odi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tahotray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Ray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tavanao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0"/>
            <a:ext cx="864396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Iravoanay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Sarobidy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hafoy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-24"/>
            <a:ext cx="8229600" cy="642942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571480"/>
            <a:ext cx="871540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Mpampianatray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hahaizanay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Hankato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0"/>
            <a:ext cx="864396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fitsipikao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Iravoanay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Sarobidy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hafoy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202</Words>
  <PresentationFormat>Affichage à l'écran (4:3)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 210</vt:lpstr>
      <vt:lpstr>Diapositive 2</vt:lpstr>
      <vt:lpstr>HIRA  210</vt:lpstr>
      <vt:lpstr>Diapositive 4</vt:lpstr>
      <vt:lpstr>HIRA  210</vt:lpstr>
      <vt:lpstr>Diapositive 6</vt:lpstr>
      <vt:lpstr>HIRA  210</vt:lpstr>
      <vt:lpstr>Diapositive 8</vt:lpstr>
      <vt:lpstr>HIRA  210</vt:lpstr>
      <vt:lpstr>Diapositive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 210: 1 , 5</dc:title>
  <dc:creator>M</dc:creator>
  <cp:lastModifiedBy>M</cp:lastModifiedBy>
  <cp:revision>10</cp:revision>
  <dcterms:created xsi:type="dcterms:W3CDTF">2012-10-03T07:27:05Z</dcterms:created>
  <dcterms:modified xsi:type="dcterms:W3CDTF">2014-06-01T19:35:52Z</dcterms:modified>
</cp:coreProperties>
</file>