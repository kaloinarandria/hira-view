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82" r:id="rId3"/>
    <p:sldId id="283" r:id="rId4"/>
    <p:sldId id="284" r:id="rId5"/>
    <p:sldId id="285" r:id="rId6"/>
    <p:sldId id="286" r:id="rId7"/>
    <p:sldId id="287" r:id="rId8"/>
    <p:sldId id="288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52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194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Andriananahary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Endrey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voninahitra</a:t>
            </a:r>
            <a:r>
              <a:rPr lang="en-US" sz="6600" b="1" i="1" dirty="0" err="1" smtClean="0">
                <a:solidFill>
                  <a:srgbClr val="002060"/>
                </a:solidFill>
                <a:latin typeface="Cambria" pitchFamily="18" charset="0"/>
              </a:rPr>
              <a:t>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Mamelatra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lazana</a:t>
            </a:r>
            <a:r>
              <a:rPr lang="en-US" sz="6600" b="1" i="1" dirty="0" err="1" smtClean="0">
                <a:solidFill>
                  <a:srgbClr val="002060"/>
                </a:solidFill>
                <a:latin typeface="Cambria" pitchFamily="18" charset="0"/>
              </a:rPr>
              <a:t>o</a:t>
            </a:r>
            <a:endParaRPr lang="fr-FR" sz="6600" b="1" i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194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sv-SE" sz="6600" b="1" dirty="0" smtClean="0">
                <a:solidFill>
                  <a:srgbClr val="002060"/>
                </a:solidFill>
                <a:latin typeface="Cambria" pitchFamily="18" charset="0"/>
              </a:rPr>
              <a:t>Ny asanao rehetra e!</a:t>
            </a:r>
          </a:p>
          <a:p>
            <a:pPr>
              <a:buNone/>
            </a:pPr>
            <a:r>
              <a:rPr lang="sv-SE" sz="6600" b="1" dirty="0" smtClean="0">
                <a:solidFill>
                  <a:srgbClr val="002060"/>
                </a:solidFill>
                <a:latin typeface="Cambria" pitchFamily="18" charset="0"/>
              </a:rPr>
              <a:t>Ny famonjena lehibe,</a:t>
            </a:r>
          </a:p>
          <a:p>
            <a:pPr>
              <a:buNone/>
            </a:pPr>
            <a:r>
              <a:rPr lang="sv-SE" sz="6600" b="1" dirty="0" smtClean="0">
                <a:solidFill>
                  <a:srgbClr val="002060"/>
                </a:solidFill>
                <a:latin typeface="Cambria" pitchFamily="18" charset="0"/>
              </a:rPr>
              <a:t>Mitari-dalana anay,</a:t>
            </a:r>
          </a:p>
          <a:p>
            <a:pPr>
              <a:buNone/>
            </a:pPr>
            <a:r>
              <a:rPr lang="sv-SE" sz="6600" b="1" dirty="0" smtClean="0">
                <a:solidFill>
                  <a:srgbClr val="002060"/>
                </a:solidFill>
                <a:latin typeface="Cambria" pitchFamily="18" charset="0"/>
              </a:rPr>
              <a:t>Hidera ny Anaranao.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194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07220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Zanak'ondry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isaoranay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He,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niantra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nentinao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otanay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194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sv-SE" sz="6600" b="1" dirty="0" smtClean="0">
                <a:solidFill>
                  <a:srgbClr val="002060"/>
                </a:solidFill>
                <a:latin typeface="Cambria" pitchFamily="18" charset="0"/>
              </a:rPr>
              <a:t>Ny menarana resinao,</a:t>
            </a:r>
          </a:p>
          <a:p>
            <a:pPr>
              <a:buNone/>
            </a:pPr>
            <a:r>
              <a:rPr lang="sv-SE" sz="6600" b="1" dirty="0" smtClean="0">
                <a:solidFill>
                  <a:srgbClr val="002060"/>
                </a:solidFill>
                <a:latin typeface="Cambria" pitchFamily="18" charset="0"/>
              </a:rPr>
              <a:t>Ny fasana vinakinao,</a:t>
            </a:r>
          </a:p>
          <a:p>
            <a:pPr>
              <a:buNone/>
            </a:pPr>
            <a:r>
              <a:rPr lang="sv-SE" sz="6600" b="1" dirty="0" smtClean="0">
                <a:solidFill>
                  <a:srgbClr val="002060"/>
                </a:solidFill>
                <a:latin typeface="Cambria" pitchFamily="18" charset="0"/>
              </a:rPr>
              <a:t>Ka Hianao nanokatra</a:t>
            </a:r>
          </a:p>
          <a:p>
            <a:pPr>
              <a:buNone/>
            </a:pPr>
            <a:r>
              <a:rPr lang="sv-SE" sz="6600" b="1" dirty="0" smtClean="0">
                <a:solidFill>
                  <a:srgbClr val="002060"/>
                </a:solidFill>
                <a:latin typeface="Cambria" pitchFamily="18" charset="0"/>
              </a:rPr>
              <a:t>Ny lanitra hidiranay.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194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Ô,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mitarika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Hanetry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hanaiky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mpanota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194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9072626" cy="60007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sv-SE" sz="6000" b="1" dirty="0" smtClean="0">
                <a:solidFill>
                  <a:srgbClr val="002060"/>
                </a:solidFill>
                <a:latin typeface="Cambria" pitchFamily="18" charset="0"/>
              </a:rPr>
              <a:t>Mitaona sy mananatra anay </a:t>
            </a:r>
          </a:p>
          <a:p>
            <a:pPr>
              <a:buNone/>
            </a:pPr>
            <a:r>
              <a:rPr lang="sv-SE" sz="6000" b="1" dirty="0" smtClean="0">
                <a:solidFill>
                  <a:srgbClr val="002060"/>
                </a:solidFill>
                <a:latin typeface="Cambria" pitchFamily="18" charset="0"/>
              </a:rPr>
              <a:t>Handray ny avotra,</a:t>
            </a:r>
          </a:p>
          <a:p>
            <a:pPr>
              <a:buNone/>
            </a:pPr>
            <a:r>
              <a:rPr lang="sv-SE" sz="6000" b="1" dirty="0" smtClean="0">
                <a:solidFill>
                  <a:srgbClr val="002060"/>
                </a:solidFill>
                <a:latin typeface="Cambria" pitchFamily="18" charset="0"/>
              </a:rPr>
              <a:t>Ka manamasina anay,</a:t>
            </a:r>
          </a:p>
          <a:p>
            <a:pPr>
              <a:buNone/>
            </a:pPr>
            <a:r>
              <a:rPr lang="sv-SE" sz="6000" b="1" dirty="0" smtClean="0">
                <a:solidFill>
                  <a:srgbClr val="002060"/>
                </a:solidFill>
                <a:latin typeface="Cambria" pitchFamily="18" charset="0"/>
              </a:rPr>
              <a:t>Mba raiso ny fisaoranay.</a:t>
            </a:r>
          </a:p>
          <a:p>
            <a:pPr>
              <a:buNone/>
            </a:pPr>
            <a:endParaRPr lang="sv-SE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194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857232"/>
            <a:ext cx="9215502" cy="585789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voavonjy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mbamin'ny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Anjely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mankasitraka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Mikambana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hanandratra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194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sv-SE" sz="6000" b="1" dirty="0" smtClean="0">
                <a:solidFill>
                  <a:srgbClr val="002060"/>
                </a:solidFill>
                <a:latin typeface="Cambria" pitchFamily="18" charset="0"/>
              </a:rPr>
              <a:t>Anao, ry Ray sy Zanaka, </a:t>
            </a:r>
          </a:p>
          <a:p>
            <a:pPr>
              <a:buNone/>
            </a:pPr>
            <a:r>
              <a:rPr lang="sv-SE" sz="6000" b="1" dirty="0" smtClean="0">
                <a:solidFill>
                  <a:srgbClr val="002060"/>
                </a:solidFill>
                <a:latin typeface="Cambria" pitchFamily="18" charset="0"/>
              </a:rPr>
              <a:t>Anao, Fanahy Masina,</a:t>
            </a:r>
          </a:p>
          <a:p>
            <a:pPr>
              <a:buNone/>
            </a:pPr>
            <a:r>
              <a:rPr lang="sv-SE" sz="6000" b="1" dirty="0" smtClean="0">
                <a:solidFill>
                  <a:srgbClr val="002060"/>
                </a:solidFill>
                <a:latin typeface="Cambria" pitchFamily="18" charset="0"/>
              </a:rPr>
              <a:t>Izay maneho famonjena</a:t>
            </a:r>
          </a:p>
          <a:p>
            <a:pPr>
              <a:buNone/>
            </a:pPr>
            <a:r>
              <a:rPr lang="sv-SE" sz="6000" b="1" dirty="0" smtClean="0">
                <a:solidFill>
                  <a:srgbClr val="002060"/>
                </a:solidFill>
                <a:latin typeface="Cambria" pitchFamily="18" charset="0"/>
              </a:rPr>
              <a:t>Feno fitiavana.</a:t>
            </a:r>
          </a:p>
          <a:p>
            <a:pPr>
              <a:buNone/>
            </a:pPr>
            <a:endParaRPr lang="sv-SE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154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194</vt:lpstr>
      <vt:lpstr>HIRA 194</vt:lpstr>
      <vt:lpstr>HIRA 194</vt:lpstr>
      <vt:lpstr>HIRA 194</vt:lpstr>
      <vt:lpstr>HIRA 194</vt:lpstr>
      <vt:lpstr>HIRA 194</vt:lpstr>
      <vt:lpstr>HIRA 194</vt:lpstr>
      <vt:lpstr>HIRA 194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3</cp:revision>
  <dcterms:created xsi:type="dcterms:W3CDTF">2012-10-03T08:17:13Z</dcterms:created>
  <dcterms:modified xsi:type="dcterms:W3CDTF">2014-12-06T20:57:07Z</dcterms:modified>
</cp:coreProperties>
</file>