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45" d="100"/>
          <a:sy n="45" d="100"/>
        </p:scale>
        <p:origin x="-534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15/12/2013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15/12/2013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15/12/2013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15/12/2013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15/12/2013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15/12/2013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15/12/2013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15/12/2013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15/12/2013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15/12/2013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15/12/2013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15/12/2013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4800" b="1" dirty="0" err="1" smtClean="0">
                <a:latin typeface="Cambria" pitchFamily="18" charset="0"/>
              </a:rPr>
              <a:t>Hira</a:t>
            </a:r>
            <a:r>
              <a:rPr lang="fr-FR" sz="4800" b="1" dirty="0" smtClean="0">
                <a:latin typeface="Cambria" pitchFamily="18" charset="0"/>
              </a:rPr>
              <a:t> </a:t>
            </a:r>
            <a:r>
              <a:rPr lang="fr-FR" sz="4800" b="1" dirty="0" smtClean="0">
                <a:latin typeface="Cambria" pitchFamily="18" charset="0"/>
              </a:rPr>
              <a:t>648</a:t>
            </a:r>
            <a:endParaRPr lang="fr-FR" sz="4800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500042"/>
            <a:ext cx="8858280" cy="635795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1.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Miambèna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fanahiko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Misy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rafinao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misaina</a:t>
            </a:r>
            <a:endParaRPr lang="fr-FR" sz="60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Hanangoly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malaina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Be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fandrika</a:t>
            </a:r>
            <a:endParaRPr lang="fr-FR" sz="60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Voavelatra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4800" b="1" dirty="0" err="1" smtClean="0">
                <a:latin typeface="Cambria" pitchFamily="18" charset="0"/>
              </a:rPr>
              <a:t>Hira</a:t>
            </a:r>
            <a:r>
              <a:rPr lang="fr-FR" sz="4800" b="1" dirty="0" smtClean="0">
                <a:latin typeface="Cambria" pitchFamily="18" charset="0"/>
              </a:rPr>
              <a:t> </a:t>
            </a:r>
            <a:r>
              <a:rPr lang="fr-FR" sz="4800" b="1" dirty="0" smtClean="0">
                <a:latin typeface="Cambria" pitchFamily="18" charset="0"/>
              </a:rPr>
              <a:t>648</a:t>
            </a:r>
            <a:endParaRPr lang="fr-FR" sz="4800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500042"/>
            <a:ext cx="8858280" cy="635795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2.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Miambena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fanahiko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ho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andevon'ota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Na ho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taomin'ny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mpanota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; </a:t>
            </a:r>
          </a:p>
          <a:p>
            <a:pPr>
              <a:buNone/>
            </a:pP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Mivavaha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fanahiko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4800" b="1" dirty="0" err="1" smtClean="0">
                <a:latin typeface="Cambria" pitchFamily="18" charset="0"/>
              </a:rPr>
              <a:t>Hira</a:t>
            </a:r>
            <a:r>
              <a:rPr lang="fr-FR" sz="4800" b="1" dirty="0" smtClean="0">
                <a:latin typeface="Cambria" pitchFamily="18" charset="0"/>
              </a:rPr>
              <a:t> </a:t>
            </a:r>
            <a:r>
              <a:rPr lang="fr-FR" sz="4800" b="1" dirty="0" smtClean="0">
                <a:latin typeface="Cambria" pitchFamily="18" charset="0"/>
              </a:rPr>
              <a:t>648</a:t>
            </a:r>
            <a:endParaRPr lang="fr-FR" sz="4800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500042"/>
            <a:ext cx="8858280" cy="635795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3.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Miambena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fanahiko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Ka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tohero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devoly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Raha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avy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manangoly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; </a:t>
            </a:r>
          </a:p>
          <a:p>
            <a:pPr>
              <a:buNone/>
            </a:pP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Kristy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raisonao</a:t>
            </a:r>
            <a:endParaRPr lang="fr-FR" sz="60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ho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aronao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4800" b="1" dirty="0" err="1" smtClean="0">
                <a:latin typeface="Cambria" pitchFamily="18" charset="0"/>
              </a:rPr>
              <a:t>Hira</a:t>
            </a:r>
            <a:r>
              <a:rPr lang="fr-FR" sz="4800" b="1" dirty="0" smtClean="0">
                <a:latin typeface="Cambria" pitchFamily="18" charset="0"/>
              </a:rPr>
              <a:t> </a:t>
            </a:r>
            <a:r>
              <a:rPr lang="fr-FR" sz="4800" b="1" dirty="0" smtClean="0">
                <a:latin typeface="Cambria" pitchFamily="18" charset="0"/>
              </a:rPr>
              <a:t>648</a:t>
            </a:r>
            <a:endParaRPr lang="fr-FR" sz="4800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500042"/>
            <a:ext cx="8858280" cy="635795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4.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Miambena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fanahiko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ho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ela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akory</a:t>
            </a:r>
            <a:endParaRPr lang="fr-FR" sz="60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Dia ho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lasa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mahory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Ka ho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afaka</a:t>
            </a:r>
            <a:endParaRPr lang="fr-FR" sz="60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mpiambina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4800" b="1" dirty="0" err="1" smtClean="0">
                <a:latin typeface="Cambria" pitchFamily="18" charset="0"/>
              </a:rPr>
              <a:t>Hira</a:t>
            </a:r>
            <a:r>
              <a:rPr lang="fr-FR" sz="4800" b="1" dirty="0" smtClean="0">
                <a:latin typeface="Cambria" pitchFamily="18" charset="0"/>
              </a:rPr>
              <a:t> </a:t>
            </a:r>
            <a:r>
              <a:rPr lang="fr-FR" sz="4800" b="1" dirty="0" smtClean="0">
                <a:latin typeface="Cambria" pitchFamily="18" charset="0"/>
              </a:rPr>
              <a:t>648</a:t>
            </a:r>
            <a:endParaRPr lang="fr-FR" sz="4800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0" y="500042"/>
            <a:ext cx="10215602" cy="635795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5.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Miambena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fanahiko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Fa ho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avy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indray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Tompo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hampody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mpanompo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Ho 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finaritra</a:t>
            </a:r>
            <a:endParaRPr lang="fr-FR" sz="60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Ao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 an-</a:t>
            </a:r>
            <a:r>
              <a:rPr lang="fr-FR" sz="6000" dirty="0" err="1" smtClean="0">
                <a:solidFill>
                  <a:srgbClr val="002060"/>
                </a:solidFill>
                <a:latin typeface="Cambria" pitchFamily="18" charset="0"/>
              </a:rPr>
              <a:t>danitra</a:t>
            </a:r>
            <a:r>
              <a:rPr lang="fr-FR" sz="6000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125</Words>
  <PresentationFormat>Affichage à l'écran (4:3)</PresentationFormat>
  <Paragraphs>35</Paragraphs>
  <Slides>5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6" baseType="lpstr">
      <vt:lpstr>Thème Office</vt:lpstr>
      <vt:lpstr>Hira 648</vt:lpstr>
      <vt:lpstr>Hira 648</vt:lpstr>
      <vt:lpstr>Hira 648</vt:lpstr>
      <vt:lpstr>Hira 648</vt:lpstr>
      <vt:lpstr>Hira 648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643</dc:title>
  <dc:creator>M</dc:creator>
  <cp:lastModifiedBy>M</cp:lastModifiedBy>
  <cp:revision>3</cp:revision>
  <dcterms:created xsi:type="dcterms:W3CDTF">2012-11-26T19:13:07Z</dcterms:created>
  <dcterms:modified xsi:type="dcterms:W3CDTF">2013-12-15T04:54:22Z</dcterms:modified>
</cp:coreProperties>
</file>