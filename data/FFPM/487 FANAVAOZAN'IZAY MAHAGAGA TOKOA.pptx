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487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Fanavaozan'izay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Nomen'i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Fahazavan'ny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mahafa-po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Nomen'i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0"/>
            <a:ext cx="8858280" cy="62865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fitepon'ny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323872"/>
            <a:ext cx="8643966" cy="624840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fiainako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siasia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taloha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Voaova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mihitsy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nahavoa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Voasasany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0"/>
            <a:ext cx="8929718" cy="685800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fitepon'ny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0"/>
            <a:ext cx="9144064" cy="685800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finoako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fanantenako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fatratra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fisalasalana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mandroso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50083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fitepon'ny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42852"/>
            <a:ext cx="8715404" cy="657227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4. Tonga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mamirapiratra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fatratra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aloky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tsinjoko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vavahady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tanàn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42852"/>
            <a:ext cx="8858280" cy="657227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fitepon'ny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85728"/>
            <a:ext cx="8929718" cy="657227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miato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mizotra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mankany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Hovantaniko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42852"/>
            <a:ext cx="8858280" cy="657227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Hatramin'izao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fitepon'ny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192</Words>
  <PresentationFormat>Affichage à l'écran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487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487</dc:title>
  <dc:creator>M</dc:creator>
  <cp:lastModifiedBy>M</cp:lastModifiedBy>
  <cp:revision>11</cp:revision>
  <dcterms:created xsi:type="dcterms:W3CDTF">2012-10-02T21:45:37Z</dcterms:created>
  <dcterms:modified xsi:type="dcterms:W3CDTF">2015-03-21T19:33:02Z</dcterms:modified>
</cp:coreProperties>
</file>