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59" d="100"/>
          <a:sy n="59" d="100"/>
        </p:scale>
        <p:origin x="-90" y="-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12/04/2015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57232"/>
          </a:xfrm>
        </p:spPr>
        <p:txBody>
          <a:bodyPr>
            <a:normAutofit/>
          </a:bodyPr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3</a:t>
            </a:r>
            <a:endParaRPr lang="fr-FR" b="1" dirty="0">
              <a:solidFill>
                <a:srgbClr val="00B0F0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928670"/>
            <a:ext cx="8401080" cy="557214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1.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Isaorana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anie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Andriamanitsika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fitahiam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-be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Omeny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ho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antsika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928670"/>
          </a:xfrm>
        </p:spPr>
        <p:txBody>
          <a:bodyPr/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3</a:t>
            </a:r>
            <a:endParaRPr lang="fr-FR" b="1" dirty="0">
              <a:solidFill>
                <a:srgbClr val="00B0F0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785794"/>
            <a:ext cx="8786842" cy="564357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Hatreo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am-</a:t>
            </a: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bohoka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endParaRPr lang="en-US" sz="66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Ka </a:t>
            </a: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mandraka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antitra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Isika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henika</a:t>
            </a:r>
            <a:endParaRPr lang="en-US" sz="66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Ny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soan'ny</a:t>
            </a:r>
            <a:r>
              <a:rPr lang="en-US" sz="66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6600" b="1" dirty="0" err="1" smtClean="0">
                <a:solidFill>
                  <a:srgbClr val="002060"/>
                </a:solidFill>
                <a:latin typeface="Cambria" pitchFamily="18" charset="0"/>
              </a:rPr>
              <a:t>lanitra</a:t>
            </a:r>
            <a:endParaRPr lang="en-US" sz="6600" b="1" dirty="0" smtClean="0">
              <a:solidFill>
                <a:srgbClr val="002060"/>
              </a:solidFill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928670"/>
          </a:xfrm>
        </p:spPr>
        <p:txBody>
          <a:bodyPr/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3</a:t>
            </a:r>
            <a:endParaRPr lang="fr-FR" b="1" dirty="0">
              <a:solidFill>
                <a:srgbClr val="00B0F0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4282" y="1071546"/>
            <a:ext cx="8686800" cy="528638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2.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Tsy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mety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tapitra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na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lany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hareny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Tsy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hita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faritra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sisa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izay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homeny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;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7158" y="0"/>
            <a:ext cx="8229600" cy="928670"/>
          </a:xfrm>
        </p:spPr>
        <p:txBody>
          <a:bodyPr/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3</a:t>
            </a:r>
            <a:endParaRPr lang="fr-FR" b="1" dirty="0">
              <a:solidFill>
                <a:srgbClr val="00B0F0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4282" y="1071546"/>
            <a:ext cx="8686800" cy="5357826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Fanahy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sambatra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Sy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fo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miadana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No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efa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santatra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Izay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ananana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928670"/>
          </a:xfrm>
        </p:spPr>
        <p:txBody>
          <a:bodyPr/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3</a:t>
            </a:r>
            <a:endParaRPr lang="fr-FR" b="1" dirty="0">
              <a:solidFill>
                <a:srgbClr val="00B0F0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4282" y="928670"/>
            <a:ext cx="8929718" cy="564357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3.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Ray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sy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Zanaka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sy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Fanahy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koa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Derain'ny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masina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ho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Tompo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iray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tokoa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/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3</a:t>
            </a:r>
            <a:endParaRPr lang="fr-FR" b="1" dirty="0">
              <a:solidFill>
                <a:srgbClr val="00B0F0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857232"/>
            <a:ext cx="8686800" cy="550070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Andriamanitray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Be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fahasoavana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No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anateranay</a:t>
            </a:r>
            <a:endParaRPr lang="en-US" sz="7200" b="1" dirty="0" smtClean="0">
              <a:solidFill>
                <a:srgbClr val="002060"/>
              </a:solidFill>
              <a:latin typeface="Cambria" pitchFamily="18" charset="0"/>
            </a:endParaRPr>
          </a:p>
          <a:p>
            <a:pPr>
              <a:buNone/>
            </a:pP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Izay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 </a:t>
            </a:r>
            <a:r>
              <a:rPr lang="en-US" sz="7200" b="1" dirty="0" err="1" smtClean="0">
                <a:solidFill>
                  <a:srgbClr val="002060"/>
                </a:solidFill>
                <a:latin typeface="Cambria" pitchFamily="18" charset="0"/>
              </a:rPr>
              <a:t>fisaorana</a:t>
            </a:r>
            <a:r>
              <a:rPr lang="en-US" sz="7200" b="1" dirty="0" smtClean="0">
                <a:solidFill>
                  <a:srgbClr val="002060"/>
                </a:solidFill>
                <a:latin typeface="Cambria" pitchFamily="18" charset="0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87</Words>
  <PresentationFormat>Affichage à l'écran (4:3)</PresentationFormat>
  <Paragraphs>24</Paragraphs>
  <Slides>6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7" baseType="lpstr">
      <vt:lpstr>Thème Office</vt:lpstr>
      <vt:lpstr>HIRA 3</vt:lpstr>
      <vt:lpstr>HIRA 3</vt:lpstr>
      <vt:lpstr>HIRA 3</vt:lpstr>
      <vt:lpstr>HIRA 3</vt:lpstr>
      <vt:lpstr>HIRA 3</vt:lpstr>
      <vt:lpstr>HIRA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Hira 7</dc:title>
  <dc:creator>M</dc:creator>
  <cp:lastModifiedBy>M</cp:lastModifiedBy>
  <cp:revision>7</cp:revision>
  <dcterms:created xsi:type="dcterms:W3CDTF">2012-10-21T19:49:29Z</dcterms:created>
  <dcterms:modified xsi:type="dcterms:W3CDTF">2015-04-12T07:49:08Z</dcterms:modified>
</cp:coreProperties>
</file>