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e du titre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12" name="Texte niveau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21" name="Texte niveau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e du titre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Texte du titre</a:t>
            </a:r>
          </a:p>
        </p:txBody>
      </p:sp>
      <p:sp>
        <p:nvSpPr>
          <p:cNvPr id="30" name="Texte niveau 1…"/>
          <p:cNvSpPr txBox="1"/>
          <p:nvPr>
            <p:ph type="body" sz="quarter" idx="1"/>
          </p:nvPr>
        </p:nvSpPr>
        <p:spPr>
          <a:xfrm>
            <a:off x="722312" y="2906713"/>
            <a:ext cx="7772401" cy="150019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39" name="Texte niveau 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48" name="Texte niveau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9" name="Espace réservé du texte 4"/>
          <p:cNvSpPr/>
          <p:nvPr>
            <p:ph type="body" sz="quarter" idx="21"/>
          </p:nvPr>
        </p:nvSpPr>
        <p:spPr>
          <a:xfrm>
            <a:off x="4645025" y="1535112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5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e du titre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Texte du titre</a:t>
            </a:r>
          </a:p>
        </p:txBody>
      </p:sp>
      <p:sp>
        <p:nvSpPr>
          <p:cNvPr id="73" name="Texte niveau 1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4" name="Espace réservé du texte 3"/>
          <p:cNvSpPr/>
          <p:nvPr>
            <p:ph type="body" sz="half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e du titre"/>
          <p:cNvSpPr txBox="1"/>
          <p:nvPr>
            <p:ph type="title"/>
          </p:nvPr>
        </p:nvSpPr>
        <p:spPr>
          <a:xfrm>
            <a:off x="1792288" y="4800600"/>
            <a:ext cx="5486403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Texte du titre</a:t>
            </a:r>
          </a:p>
        </p:txBody>
      </p:sp>
      <p:sp>
        <p:nvSpPr>
          <p:cNvPr id="83" name="Espace réservé pour une image  2"/>
          <p:cNvSpPr/>
          <p:nvPr>
            <p:ph type="pic" sz="half" idx="21"/>
          </p:nvPr>
        </p:nvSpPr>
        <p:spPr>
          <a:xfrm>
            <a:off x="1792288" y="612775"/>
            <a:ext cx="5486403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Texte niveau 1…"/>
          <p:cNvSpPr txBox="1"/>
          <p:nvPr>
            <p:ph type="body" sz="quarter" idx="1"/>
          </p:nvPr>
        </p:nvSpPr>
        <p:spPr>
          <a:xfrm>
            <a:off x="1792288" y="5367337"/>
            <a:ext cx="5486403" cy="80486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8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du titre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3" name="Texte niveau 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" name="Numéro de diapositive"/>
          <p:cNvSpPr txBox="1"/>
          <p:nvPr>
            <p:ph type="sldNum" sz="quarter" idx="2"/>
          </p:nvPr>
        </p:nvSpPr>
        <p:spPr>
          <a:xfrm>
            <a:off x="8428181" y="6414762"/>
            <a:ext cx="258620" cy="248301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re 1"/>
          <p:cNvSpPr txBox="1"/>
          <p:nvPr>
            <p:ph type="title"/>
          </p:nvPr>
        </p:nvSpPr>
        <p:spPr>
          <a:xfrm>
            <a:off x="457200" y="0"/>
            <a:ext cx="8229600" cy="8572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HIRA 3</a:t>
            </a:r>
          </a:p>
        </p:txBody>
      </p:sp>
      <p:sp>
        <p:nvSpPr>
          <p:cNvPr id="95" name="Espace réservé du contenu 2"/>
          <p:cNvSpPr txBox="1"/>
          <p:nvPr>
            <p:ph type="body" idx="1"/>
          </p:nvPr>
        </p:nvSpPr>
        <p:spPr>
          <a:xfrm>
            <a:off x="285719" y="928669"/>
            <a:ext cx="8401082" cy="5572141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1. Isaorana anie</a:t>
            </a:r>
          </a:p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Andriamanitsika</a:t>
            </a:r>
          </a:p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Fa fitahiam-be</a:t>
            </a:r>
          </a:p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Omeny ho antsika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re 1"/>
          <p:cNvSpPr txBox="1"/>
          <p:nvPr>
            <p:ph type="title"/>
          </p:nvPr>
        </p:nvSpPr>
        <p:spPr>
          <a:xfrm>
            <a:off x="500034" y="0"/>
            <a:ext cx="8229601" cy="92866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HIRA 3</a:t>
            </a:r>
          </a:p>
        </p:txBody>
      </p:sp>
      <p:sp>
        <p:nvSpPr>
          <p:cNvPr id="98" name="Espace réservé du contenu 2"/>
          <p:cNvSpPr txBox="1"/>
          <p:nvPr>
            <p:ph type="body" idx="1"/>
          </p:nvPr>
        </p:nvSpPr>
        <p:spPr>
          <a:xfrm>
            <a:off x="357158" y="785791"/>
            <a:ext cx="8786842" cy="564358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Hatreo am-bohoka </a:t>
            </a:r>
          </a:p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Ka mandraka antitra,</a:t>
            </a:r>
          </a:p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Isika henika</a:t>
            </a:r>
          </a:p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Ny soan'ny lanitra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re 1"/>
          <p:cNvSpPr txBox="1"/>
          <p:nvPr>
            <p:ph type="title"/>
          </p:nvPr>
        </p:nvSpPr>
        <p:spPr>
          <a:xfrm>
            <a:off x="428595" y="0"/>
            <a:ext cx="8229601" cy="92866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HIRA 3</a:t>
            </a:r>
          </a:p>
        </p:txBody>
      </p:sp>
      <p:sp>
        <p:nvSpPr>
          <p:cNvPr id="101" name="Espace réservé du contenu 2"/>
          <p:cNvSpPr txBox="1"/>
          <p:nvPr>
            <p:ph type="body" idx="1"/>
          </p:nvPr>
        </p:nvSpPr>
        <p:spPr>
          <a:xfrm>
            <a:off x="214282" y="1071544"/>
            <a:ext cx="8686801" cy="5286391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2. Tsy mety tapitra na</a:t>
            </a:r>
          </a:p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lany ny hareny,</a:t>
            </a:r>
          </a:p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Tsy hita faritra ny sisa</a:t>
            </a:r>
          </a:p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izay homeny;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re 1"/>
          <p:cNvSpPr txBox="1"/>
          <p:nvPr>
            <p:ph type="title"/>
          </p:nvPr>
        </p:nvSpPr>
        <p:spPr>
          <a:xfrm>
            <a:off x="357157" y="0"/>
            <a:ext cx="8229601" cy="92866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HIRA 3</a:t>
            </a:r>
          </a:p>
        </p:txBody>
      </p:sp>
      <p:sp>
        <p:nvSpPr>
          <p:cNvPr id="104" name="Espace réservé du contenu 2"/>
          <p:cNvSpPr txBox="1"/>
          <p:nvPr>
            <p:ph type="body" idx="1"/>
          </p:nvPr>
        </p:nvSpPr>
        <p:spPr>
          <a:xfrm>
            <a:off x="214282" y="1071544"/>
            <a:ext cx="8686801" cy="5357831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Fanahy sambatra</a:t>
            </a:r>
          </a:p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Sy fo miadana</a:t>
            </a:r>
          </a:p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No efa santatra</a:t>
            </a:r>
          </a:p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Izay ananana.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re 1"/>
          <p:cNvSpPr txBox="1"/>
          <p:nvPr>
            <p:ph type="title"/>
          </p:nvPr>
        </p:nvSpPr>
        <p:spPr>
          <a:xfrm>
            <a:off x="428595" y="0"/>
            <a:ext cx="8229601" cy="92866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HIRA 3</a:t>
            </a:r>
          </a:p>
        </p:txBody>
      </p:sp>
      <p:sp>
        <p:nvSpPr>
          <p:cNvPr id="107" name="Espace réservé du contenu 2"/>
          <p:cNvSpPr txBox="1"/>
          <p:nvPr>
            <p:ph type="body" idx="1"/>
          </p:nvPr>
        </p:nvSpPr>
        <p:spPr>
          <a:xfrm>
            <a:off x="214279" y="928667"/>
            <a:ext cx="8929724" cy="564358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3. Ny Ray sy Zanaka sy</a:t>
            </a:r>
          </a:p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ny Fanahy koa,</a:t>
            </a:r>
          </a:p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Derain'ny masina ho</a:t>
            </a:r>
          </a:p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Tompo iray tokoa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re 1"/>
          <p:cNvSpPr txBox="1"/>
          <p:nvPr>
            <p:ph type="title"/>
          </p:nvPr>
        </p:nvSpPr>
        <p:spPr>
          <a:xfrm>
            <a:off x="500034" y="-1"/>
            <a:ext cx="8229601" cy="10001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HIRA 3</a:t>
            </a:r>
          </a:p>
        </p:txBody>
      </p:sp>
      <p:sp>
        <p:nvSpPr>
          <p:cNvPr id="110" name="Espace réservé du contenu 2"/>
          <p:cNvSpPr txBox="1"/>
          <p:nvPr>
            <p:ph type="body" idx="1"/>
          </p:nvPr>
        </p:nvSpPr>
        <p:spPr>
          <a:xfrm>
            <a:off x="285720" y="857229"/>
            <a:ext cx="8686801" cy="5500708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Andriamanitray</a:t>
            </a:r>
          </a:p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Be fahasoavana</a:t>
            </a:r>
          </a:p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No anateranay</a:t>
            </a:r>
          </a:p>
          <a:p>
            <a:pPr>
              <a:spcBef>
                <a:spcPts val="1700"/>
              </a:spcBef>
              <a:buSzTx/>
              <a:buNone/>
              <a:defRPr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Izay fisaorana.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Thèm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hème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Thèm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hème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