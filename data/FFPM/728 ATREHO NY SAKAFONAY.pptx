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8862" autoAdjust="0"/>
    <p:restoredTop sz="94660"/>
  </p:normalViewPr>
  <p:slideViewPr>
    <p:cSldViewPr>
      <p:cViewPr varScale="1">
        <p:scale>
          <a:sx n="46" d="100"/>
          <a:sy n="46" d="100"/>
        </p:scale>
        <p:origin x="-90" y="-2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728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908" y="857232"/>
            <a:ext cx="9144000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Atreho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sakafonay</a:t>
            </a:r>
            <a:r>
              <a:rPr lang="fr-FR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Jehovah</a:t>
            </a:r>
            <a:r>
              <a:rPr lang="fr-FR" sz="6600" dirty="0" smtClean="0">
                <a:latin typeface="Cambria" pitchFamily="18" charset="0"/>
              </a:rPr>
              <a:t> , </a:t>
            </a:r>
            <a:r>
              <a:rPr lang="fr-FR" sz="6600" dirty="0" err="1" smtClean="0">
                <a:latin typeface="Cambria" pitchFamily="18" charset="0"/>
              </a:rPr>
              <a:t>Mpanome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soa</a:t>
            </a:r>
            <a:r>
              <a:rPr lang="fr-FR" sz="6600" dirty="0" smtClean="0">
                <a:latin typeface="Cambria" pitchFamily="18" charset="0"/>
              </a:rPr>
              <a:t>;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Velominao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tenanay</a:t>
            </a:r>
            <a:r>
              <a:rPr lang="fr-FR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sainay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hatanjaho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koa</a:t>
            </a: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20</Words>
  <PresentationFormat>Affichage à l'écran (4:3)</PresentationFormat>
  <Paragraphs>5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HIRA 728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691</dc:title>
  <dc:creator>M</dc:creator>
  <cp:lastModifiedBy>M</cp:lastModifiedBy>
  <cp:revision>16</cp:revision>
  <dcterms:created xsi:type="dcterms:W3CDTF">2012-12-02T01:28:21Z</dcterms:created>
  <dcterms:modified xsi:type="dcterms:W3CDTF">2013-10-16T14:05:33Z</dcterms:modified>
</cp:coreProperties>
</file>