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31" d="100"/>
          <a:sy n="31" d="100"/>
        </p:scale>
        <p:origin x="-1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Indro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mandondòna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ambaravaram-po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Injao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feony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mifona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haneho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indrafo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Aoka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hovohàna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mitondra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famelana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Hampahery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hitana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fanahinao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novidiny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lafo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afaka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hiara-misakafo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00174"/>
            <a:ext cx="9786974" cy="507209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Fahasoavana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zaraina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Lova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ampanantenaina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vatsy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Ndrey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hasambaranao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71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41</vt:lpstr>
      <vt:lpstr>HIRA 41</vt:lpstr>
      <vt:lpstr>HIRA 41</vt:lpstr>
      <vt:lpstr>HIRA 41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28: 1, 3</dc:title>
  <dc:creator>M</dc:creator>
  <cp:lastModifiedBy>M</cp:lastModifiedBy>
  <cp:revision>9</cp:revision>
  <dcterms:created xsi:type="dcterms:W3CDTF">2012-10-03T07:22:00Z</dcterms:created>
  <dcterms:modified xsi:type="dcterms:W3CDTF">2013-07-02T06:30:42Z</dcterms:modified>
</cp:coreProperties>
</file>