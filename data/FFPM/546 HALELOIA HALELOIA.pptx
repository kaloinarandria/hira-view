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633" autoAdjust="0"/>
    <p:restoredTop sz="99330" autoAdjust="0"/>
  </p:normalViewPr>
  <p:slideViewPr>
    <p:cSldViewPr>
      <p:cViewPr varScale="1">
        <p:scale>
          <a:sx n="60" d="100"/>
          <a:sy n="60" d="100"/>
        </p:scale>
        <p:origin x="-90" y="-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Mpamonjiko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heloko</a:t>
            </a:r>
            <a:r>
              <a:rPr lang="en-US" sz="60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tretrika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Ahy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Mpanavotra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Ravoravo</a:t>
            </a:r>
            <a:r>
              <a:rPr lang="en-US" sz="6000" dirty="0" smtClean="0">
                <a:latin typeface="Cambria" pitchFamily="18" charset="0"/>
              </a:rPr>
              <a:t> re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re no </a:t>
            </a:r>
            <a:r>
              <a:rPr lang="en-US" sz="6000" dirty="0" err="1" smtClean="0">
                <a:latin typeface="Cambria" pitchFamily="18" charset="0"/>
              </a:rPr>
              <a:t>soloko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Levona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otako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lovako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Matokia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solonao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mahatoky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very ô.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haleloia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Raiso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famindram-po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546</vt:lpstr>
      <vt:lpstr>Hira 546</vt:lpstr>
      <vt:lpstr>Hira 546</vt:lpstr>
      <vt:lpstr>Hira 546</vt:lpstr>
      <vt:lpstr>Hira 546</vt:lpstr>
      <vt:lpstr>Hira 546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545: 1</dc:title>
  <dc:creator>M</dc:creator>
  <cp:lastModifiedBy>M</cp:lastModifiedBy>
  <cp:revision>6</cp:revision>
  <dcterms:created xsi:type="dcterms:W3CDTF">2012-10-02T21:31:36Z</dcterms:created>
  <dcterms:modified xsi:type="dcterms:W3CDTF">2014-07-26T09:53:33Z</dcterms:modified>
</cp:coreProperties>
</file>