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4708" autoAdjust="0"/>
    <p:restoredTop sz="94660"/>
  </p:normalViewPr>
  <p:slideViewPr>
    <p:cSldViewPr>
      <p:cViewPr varScale="1">
        <p:scale>
          <a:sx n="35" d="100"/>
          <a:sy n="35" d="100"/>
        </p:scale>
        <p:origin x="-90" y="-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219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Mpampianatra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Fanahy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Mpanazava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Ampianaro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Handroso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lalandava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219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indrafon'ny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Velaro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imasonay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fantatray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mazava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219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Mivory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Handre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tenin'aina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hazavao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fantatray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hevitra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lazaina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219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10001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Ovay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sainay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Hamantatra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hankato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219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8572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Raha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hodimandry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anjara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Bitsiho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tsofinay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tokin'aina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219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84" y="1000132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Ataovy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hitanay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tavan'ny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Mpanavotray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mahavonjy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92</Words>
  <PresentationFormat>Affichage à l'écran (4:3)</PresentationFormat>
  <Paragraphs>27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219 </vt:lpstr>
      <vt:lpstr>HIRA 219 </vt:lpstr>
      <vt:lpstr>HIRA 219 </vt:lpstr>
      <vt:lpstr>HIRA 219 </vt:lpstr>
      <vt:lpstr>HIRA 219 </vt:lpstr>
      <vt:lpstr>HIRA 219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7</cp:revision>
  <dcterms:created xsi:type="dcterms:W3CDTF">2012-10-03T08:17:13Z</dcterms:created>
  <dcterms:modified xsi:type="dcterms:W3CDTF">2014-05-05T07:45:42Z</dcterms:modified>
</cp:coreProperties>
</file>