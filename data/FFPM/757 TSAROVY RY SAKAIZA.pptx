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  <p:sldId id="260" r:id="rId5"/>
    <p:sldId id="261" r:id="rId6"/>
    <p:sldId id="263" r:id="rId7"/>
    <p:sldId id="262" r:id="rId8"/>
    <p:sldId id="264" r:id="rId9"/>
    <p:sldId id="268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Tsarovy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sakaiza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Ray an-</a:t>
            </a:r>
            <a:r>
              <a:rPr lang="fr-FR" sz="6600" dirty="0" err="1" smtClean="0">
                <a:latin typeface="Cambria" pitchFamily="18" charset="0"/>
              </a:rPr>
              <a:t>danitra</a:t>
            </a:r>
            <a:r>
              <a:rPr lang="fr-FR" sz="6600" dirty="0" smtClean="0"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nitaiza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nahalehibe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raha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zaza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Nampitomboiny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na ho </a:t>
            </a:r>
            <a:r>
              <a:rPr lang="fr-FR" sz="6600" dirty="0" err="1" smtClean="0">
                <a:latin typeface="Cambria" pitchFamily="18" charset="0"/>
              </a:rPr>
              <a:t>antitra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aza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foiny</a:t>
            </a:r>
            <a:r>
              <a:rPr lang="fr-FR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safidy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Nomeny ho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tiany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hifidy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Tsarovy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tanora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avotrao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Mahay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mitondra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mora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Mitandrina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Miaraka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mambeta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fahoriana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dia </a:t>
            </a:r>
            <a:r>
              <a:rPr lang="fr-FR" sz="6600" dirty="0" err="1" smtClean="0">
                <a:latin typeface="Cambria" pitchFamily="18" charset="0"/>
              </a:rPr>
              <a:t>mahareta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hatrotrahana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miaro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mpianany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dia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fantaro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fitiavany</a:t>
            </a:r>
            <a:r>
              <a:rPr lang="fr-FR" sz="6600" dirty="0" smtClean="0">
                <a:latin typeface="Cambria" pitchFamily="18" charset="0"/>
              </a:rPr>
              <a:t>!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Tsarovy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zatovo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Mpanamasina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manovo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velona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mampandro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ta-</a:t>
            </a:r>
            <a:r>
              <a:rPr lang="fr-FR" sz="6600" dirty="0" err="1" smtClean="0">
                <a:latin typeface="Cambria" pitchFamily="18" charset="0"/>
              </a:rPr>
              <a:t>hadio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Lazainy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isan'andro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marina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to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'Ka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masirasira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Esoriny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aminao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maniratsira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halavironao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4. </a:t>
            </a:r>
            <a:r>
              <a:rPr lang="fr-FR" sz="7200" dirty="0" err="1" smtClean="0">
                <a:latin typeface="Cambria" pitchFamily="18" charset="0"/>
              </a:rPr>
              <a:t>Tohero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zatovo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mamitaka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Satana ta-</a:t>
            </a:r>
            <a:r>
              <a:rPr lang="fr-FR" sz="7200" dirty="0" err="1" smtClean="0">
                <a:latin typeface="Cambria" pitchFamily="18" charset="0"/>
              </a:rPr>
              <a:t>hamovo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miambina</a:t>
            </a:r>
            <a:r>
              <a:rPr lang="fr-FR" sz="7200" dirty="0" smtClean="0">
                <a:latin typeface="Cambria" pitchFamily="18" charset="0"/>
              </a:rPr>
              <a:t>: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nofo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mitsikilo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voninahitrao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Mamono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fanilo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tontolo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pPr>
              <a:tabLst>
                <a:tab pos="2066925" algn="l"/>
              </a:tabLst>
            </a:pP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757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ampinga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Alao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sabatra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mahakinga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te-ho </a:t>
            </a:r>
            <a:r>
              <a:rPr lang="fr-FR" sz="6600" dirty="0" err="1" smtClean="0">
                <a:latin typeface="Cambria" pitchFamily="18" charset="0"/>
              </a:rPr>
              <a:t>sambatra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202</Words>
  <PresentationFormat>Affichage à l'écran (4:3)</PresentationFormat>
  <Paragraphs>60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757</vt:lpstr>
      <vt:lpstr>HIRA 757</vt:lpstr>
      <vt:lpstr>HIRA 757</vt:lpstr>
      <vt:lpstr>HIRA 757</vt:lpstr>
      <vt:lpstr>HIRA 757</vt:lpstr>
      <vt:lpstr>HIRA 757</vt:lpstr>
      <vt:lpstr>HIRA 757</vt:lpstr>
      <vt:lpstr>HIRA 757</vt:lpstr>
      <vt:lpstr>HIRA 757</vt:lpstr>
      <vt:lpstr>HIRA 757</vt:lpstr>
      <vt:lpstr>HIRA 757</vt:lpstr>
      <vt:lpstr>HIRA 757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14</cp:revision>
  <dcterms:created xsi:type="dcterms:W3CDTF">2012-12-02T01:28:21Z</dcterms:created>
  <dcterms:modified xsi:type="dcterms:W3CDTF">2013-10-16T13:58:48Z</dcterms:modified>
</cp:coreProperties>
</file>