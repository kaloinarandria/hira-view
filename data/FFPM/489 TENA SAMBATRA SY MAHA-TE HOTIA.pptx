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4" r:id="rId5"/>
    <p:sldId id="258" r:id="rId6"/>
    <p:sldId id="265" r:id="rId7"/>
    <p:sldId id="262" r:id="rId8"/>
    <p:sldId id="266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283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04/06/2023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489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428604"/>
            <a:ext cx="9215502" cy="6357958"/>
          </a:xfrm>
        </p:spPr>
        <p:txBody>
          <a:bodyPr>
            <a:noAutofit/>
          </a:bodyPr>
          <a:lstStyle/>
          <a:p>
            <a:pPr marL="914400" indent="-914400">
              <a:spcBef>
                <a:spcPts val="0"/>
              </a:spcBef>
              <a:buAutoNum type="arabicPeriod"/>
            </a:pP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sambatra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maha-te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endParaRPr lang="fr-FR" sz="60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masina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madio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fisainana</a:t>
            </a:r>
            <a:endParaRPr lang="fr-FR" sz="60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miara-dalana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mifankatia</a:t>
            </a:r>
            <a:endParaRPr lang="fr-FR" sz="60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latin typeface="Cambria" pitchFamily="18" charset="0"/>
              </a:rPr>
              <a:t>Amin'Andriamanitra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Fiainana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489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Masina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r>
              <a:rPr lang="en-US" sz="5400" dirty="0" smtClean="0">
                <a:latin typeface="Cambria" pitchFamily="18" charset="0"/>
              </a:rPr>
              <a:t> re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Tompo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Tianay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masina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Saina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fanahy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fiainan-danitra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No </a:t>
            </a:r>
            <a:r>
              <a:rPr lang="en-US" sz="5400" dirty="0" err="1" smtClean="0">
                <a:latin typeface="Cambria" pitchFamily="18" charset="0"/>
              </a:rPr>
              <a:t>santarin'izay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Mino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manoa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489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921550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2. </a:t>
            </a:r>
            <a:r>
              <a:rPr lang="en-US" sz="5400" dirty="0" err="1" smtClean="0">
                <a:latin typeface="Cambria" pitchFamily="18" charset="0"/>
              </a:rPr>
              <a:t>lndro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mampahery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mahatoky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koa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Raha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mahitsy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fijery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soa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fo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Fa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madio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masina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r>
              <a:rPr lang="en-US" sz="5400" dirty="0" smtClean="0">
                <a:latin typeface="Cambria" pitchFamily="18" charset="0"/>
              </a:rPr>
              <a:t>: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Paradisa</a:t>
            </a:r>
            <a:r>
              <a:rPr lang="en-US" sz="5400" dirty="0" smtClean="0">
                <a:latin typeface="Cambria" pitchFamily="18" charset="0"/>
              </a:rPr>
              <a:t> an-</a:t>
            </a:r>
            <a:r>
              <a:rPr lang="en-US" sz="5400" dirty="0" err="1" smtClean="0">
                <a:latin typeface="Cambria" pitchFamily="18" charset="0"/>
              </a:rPr>
              <a:t>tany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feno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zava-tsoa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489: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Masina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r>
              <a:rPr lang="en-US" sz="5400" dirty="0" smtClean="0">
                <a:latin typeface="Cambria" pitchFamily="18" charset="0"/>
              </a:rPr>
              <a:t> re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Tompo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Tianay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masina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Saina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fanahy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fiainan-danitra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No </a:t>
            </a:r>
            <a:r>
              <a:rPr lang="en-US" sz="5400" dirty="0" err="1" smtClean="0">
                <a:latin typeface="Cambria" pitchFamily="18" charset="0"/>
              </a:rPr>
              <a:t>santarin'izay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Mino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manoa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489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642918"/>
            <a:ext cx="914400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5400" dirty="0" smtClean="0">
                <a:latin typeface="Cambria" pitchFamily="18" charset="0"/>
              </a:rPr>
              <a:t>3. Koa </a:t>
            </a:r>
            <a:r>
              <a:rPr lang="en-US" sz="5400" dirty="0" err="1" smtClean="0">
                <a:latin typeface="Cambria" pitchFamily="18" charset="0"/>
              </a:rPr>
              <a:t>halaviro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fitaoman-dratsy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fisaikazana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masina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5400" dirty="0" err="1" smtClean="0">
                <a:latin typeface="Cambria" pitchFamily="18" charset="0"/>
              </a:rPr>
              <a:t>Fa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tia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Tompo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dia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olon-tsoa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mitafy</a:t>
            </a:r>
            <a:endParaRPr lang="fr-FR" sz="54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5400" dirty="0" err="1" smtClean="0">
                <a:latin typeface="Cambria" pitchFamily="18" charset="0"/>
              </a:rPr>
              <a:t>Fahadiovan'ny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Fanahy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Masina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489: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Masina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r>
              <a:rPr lang="en-US" sz="5400" dirty="0" smtClean="0">
                <a:latin typeface="Cambria" pitchFamily="18" charset="0"/>
              </a:rPr>
              <a:t> re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Tompo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Tianay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masina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Saina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fanahy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fiainan-danitra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No </a:t>
            </a:r>
            <a:r>
              <a:rPr lang="en-US" sz="5400" dirty="0" err="1" smtClean="0">
                <a:latin typeface="Cambria" pitchFamily="18" charset="0"/>
              </a:rPr>
              <a:t>santarin'izay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Mino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manoa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489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5800" dirty="0" smtClean="0">
                <a:latin typeface="Cambria" pitchFamily="18" charset="0"/>
              </a:rPr>
              <a:t>4. </a:t>
            </a:r>
            <a:r>
              <a:rPr lang="en-US" sz="5800" dirty="0" err="1" smtClean="0">
                <a:latin typeface="Cambria" pitchFamily="18" charset="0"/>
              </a:rPr>
              <a:t>Miaraha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lalana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amin'i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jesosy</a:t>
            </a:r>
            <a:endParaRPr lang="en-US" sz="58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5800" dirty="0" err="1" smtClean="0">
                <a:latin typeface="Cambria" pitchFamily="18" charset="0"/>
              </a:rPr>
              <a:t>Fa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fahavalo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ta-hamotraka</a:t>
            </a:r>
            <a:r>
              <a:rPr lang="en-US" sz="5800" dirty="0" smtClean="0">
                <a:latin typeface="Cambria" pitchFamily="18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5800" dirty="0" err="1" smtClean="0">
                <a:latin typeface="Cambria" pitchFamily="18" charset="0"/>
              </a:rPr>
              <a:t>Mijoroa</a:t>
            </a:r>
            <a:r>
              <a:rPr lang="en-US" sz="5800" dirty="0" smtClean="0">
                <a:latin typeface="Cambria" pitchFamily="18" charset="0"/>
              </a:rPr>
              <a:t>, </a:t>
            </a:r>
            <a:r>
              <a:rPr lang="en-US" sz="5800" dirty="0" err="1" smtClean="0">
                <a:latin typeface="Cambria" pitchFamily="18" charset="0"/>
              </a:rPr>
              <a:t>reseo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toetra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mampihosina</a:t>
            </a:r>
            <a:endParaRPr lang="en-US" sz="5800" dirty="0" smtClean="0"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5800" dirty="0" err="1" smtClean="0">
                <a:latin typeface="Cambria" pitchFamily="18" charset="0"/>
              </a:rPr>
              <a:t>Ao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anaty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loto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sy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ny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5800" dirty="0" err="1" smtClean="0">
                <a:latin typeface="Cambria" pitchFamily="18" charset="0"/>
              </a:rPr>
              <a:t>fotaka</a:t>
            </a:r>
            <a:r>
              <a:rPr lang="en-US" sz="58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489: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Masina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r>
              <a:rPr lang="en-US" sz="5400" dirty="0" smtClean="0">
                <a:latin typeface="Cambria" pitchFamily="18" charset="0"/>
              </a:rPr>
              <a:t> re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Tompo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Tianay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masina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Saina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fanahy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fiainan-danitra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No </a:t>
            </a:r>
            <a:r>
              <a:rPr lang="en-US" sz="5400" dirty="0" err="1" smtClean="0">
                <a:latin typeface="Cambria" pitchFamily="18" charset="0"/>
              </a:rPr>
              <a:t>santarin'izay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Mino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manoa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213</Words>
  <Application>Microsoft Office PowerPoint</Application>
  <PresentationFormat>Affichage à l'écran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Thème Office</vt:lpstr>
      <vt:lpstr>Hira 489</vt:lpstr>
      <vt:lpstr>Hira 489</vt:lpstr>
      <vt:lpstr>Hira 489</vt:lpstr>
      <vt:lpstr>Hira 489: 3</vt:lpstr>
      <vt:lpstr>Hira 489</vt:lpstr>
      <vt:lpstr>Hira 489: 3</vt:lpstr>
      <vt:lpstr>Hira 489</vt:lpstr>
      <vt:lpstr>Hira 489: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489: 3</dc:title>
  <dc:creator>M</dc:creator>
  <cp:lastModifiedBy>ME</cp:lastModifiedBy>
  <cp:revision>8</cp:revision>
  <dcterms:created xsi:type="dcterms:W3CDTF">2012-10-02T21:36:53Z</dcterms:created>
  <dcterms:modified xsi:type="dcterms:W3CDTF">2023-06-04T04:48:50Z</dcterms:modified>
</cp:coreProperties>
</file>