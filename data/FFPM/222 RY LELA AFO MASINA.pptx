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686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ranon'aina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mahalonakany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Mangetana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sz="40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900118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Jereo ny tanimbolinao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tena mila io.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Ho feno voa ho Anao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Hatramin'ny anio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sz="40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sabatra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Maranitra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mamantatra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sz="40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785794"/>
            <a:ext cx="928687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Hetseho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O,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asehoy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Hamorona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aim-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baovao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sz="40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714356"/>
            <a:ext cx="928687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Fanilon-dianay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Noraisinay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lovana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fifalianay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216 </a:t>
            </a:r>
            <a:endParaRPr lang="fr-FR" sz="40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816" y="785794"/>
            <a:ext cx="9358282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Ampianaro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hitiavanay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216 </vt:lpstr>
      <vt:lpstr>HIRA 216 </vt:lpstr>
      <vt:lpstr>HIRA 216 </vt:lpstr>
      <vt:lpstr>HIRA 216 </vt:lpstr>
      <vt:lpstr>HIRA 216 </vt:lpstr>
      <vt:lpstr>HIRA 216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2014-06-03T19:42:10Z</dcterms:modified>
</cp:coreProperties>
</file>