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1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117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O,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Zanak'ondry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nijaly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voahombo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namaly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117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nalainao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iantrao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117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O,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Zanak'ondry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nijaly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voahombo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namaly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117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nalainao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iantrao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Ampiadanonao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smtClean="0">
                <a:latin typeface="Cambria" pitchFamily="18" charset="0"/>
              </a:rPr>
              <a:t>, re!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</Words>
  <PresentationFormat>Affichage à l'écran (4:3)</PresentationFormat>
  <Paragraphs>19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117</vt:lpstr>
      <vt:lpstr>HIRA 117</vt:lpstr>
      <vt:lpstr>HIRA 117</vt:lpstr>
      <vt:lpstr>HIRA 117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6</cp:revision>
  <dcterms:created xsi:type="dcterms:W3CDTF">2012-10-21T18:56:48Z</dcterms:created>
  <dcterms:modified xsi:type="dcterms:W3CDTF">2013-07-03T06:04:34Z</dcterms:modified>
</cp:coreProperties>
</file>