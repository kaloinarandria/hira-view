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714356"/>
            <a:ext cx="9286940" cy="614364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Mamin’ny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 !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famonjena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vitanao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hadisoako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navelanao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3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3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malala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 ! 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;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Velon-kanompo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Vonon-kanao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sitrakao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3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3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59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mahasaraka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  <a:endParaRPr lang="fr-FR" sz="59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Mbola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malemy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mania,</a:t>
            </a:r>
            <a:endParaRPr lang="fr-FR" sz="59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hifikitra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9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aminao</a:t>
            </a:r>
            <a:r>
              <a:rPr lang="en-US" sz="59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9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59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3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3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malala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 ! 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;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Velon-kanompo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Vonon-kanao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sitrakao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3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3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Hiara-mitepo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Aoka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saiko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sainao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safidy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300" b="1" dirty="0" smtClean="0">
                <a:solidFill>
                  <a:srgbClr val="0070C0"/>
                </a:solidFill>
                <a:latin typeface="Cambria" pitchFamily="18" charset="0"/>
              </a:rPr>
              <a:t>HIRA 480 </a:t>
            </a:r>
            <a:endParaRPr lang="fr-FR" sz="43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malala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 ! 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aiko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;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Velon-kanompo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velon-kanoa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Vonon-kanao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sitrakao</a:t>
            </a:r>
            <a:r>
              <a:rPr lang="en-US" sz="5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5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146</Words>
  <PresentationFormat>Affichage à l'écran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480 </vt:lpstr>
      <vt:lpstr>HIRA 480 </vt:lpstr>
      <vt:lpstr>HIRA 480 </vt:lpstr>
      <vt:lpstr>HIRA 480 </vt:lpstr>
      <vt:lpstr>HIRA 480 </vt:lpstr>
      <vt:lpstr>HIRA 480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480 </dc:title>
  <dc:creator>M</dc:creator>
  <cp:lastModifiedBy>M</cp:lastModifiedBy>
  <cp:revision>8</cp:revision>
  <dcterms:created xsi:type="dcterms:W3CDTF">2012-11-11T21:08:36Z</dcterms:created>
  <dcterms:modified xsi:type="dcterms:W3CDTF">2014-12-06T21:05:49Z</dcterms:modified>
</cp:coreProperties>
</file>