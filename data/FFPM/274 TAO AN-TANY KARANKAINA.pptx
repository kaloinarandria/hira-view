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428604"/>
          </a:xfrm>
        </p:spPr>
        <p:txBody>
          <a:bodyPr>
            <a:noAutofit/>
          </a:bodyPr>
          <a:lstStyle/>
          <a:p>
            <a:pPr algn="ctr"/>
            <a:r>
              <a:rPr lang="fr-FR" sz="3200" dirty="0" smtClean="0">
                <a:latin typeface="Cambria" pitchFamily="18" charset="0"/>
              </a:rPr>
              <a:t>HIRA </a:t>
            </a:r>
            <a:r>
              <a:rPr lang="fr-FR" sz="3200" dirty="0" smtClean="0">
                <a:latin typeface="Cambria" pitchFamily="18" charset="0"/>
              </a:rPr>
              <a:t>274 </a:t>
            </a:r>
            <a:endParaRPr lang="fr-FR" sz="32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42939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Tao an-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karankaina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olo-maro</a:t>
            </a:r>
            <a:r>
              <a:rPr lang="en-US" sz="6600" dirty="0" smtClean="0">
                <a:latin typeface="Cambria" pitchFamily="18" charset="0"/>
              </a:rPr>
              <a:t> be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nampodina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Tao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nanome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428604"/>
          </a:xfrm>
        </p:spPr>
        <p:txBody>
          <a:bodyPr>
            <a:noAutofit/>
          </a:bodyPr>
          <a:lstStyle/>
          <a:p>
            <a:pPr algn="ctr"/>
            <a:r>
              <a:rPr lang="fr-FR" sz="3200" dirty="0" smtClean="0">
                <a:latin typeface="Cambria" pitchFamily="18" charset="0"/>
              </a:rPr>
              <a:t>HIRA </a:t>
            </a:r>
            <a:r>
              <a:rPr lang="fr-FR" sz="3200" dirty="0" smtClean="0">
                <a:latin typeface="Cambria" pitchFamily="18" charset="0"/>
              </a:rPr>
              <a:t>274 </a:t>
            </a:r>
            <a:endParaRPr lang="fr-FR" sz="32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4293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Na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Tonga </a:t>
            </a:r>
            <a:r>
              <a:rPr lang="en-US" sz="6600" dirty="0" err="1" smtClean="0">
                <a:latin typeface="Cambria" pitchFamily="18" charset="0"/>
              </a:rPr>
              <a:t>nahavoky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nitombo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mahagaga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428604"/>
          </a:xfrm>
        </p:spPr>
        <p:txBody>
          <a:bodyPr>
            <a:noAutofit/>
          </a:bodyPr>
          <a:lstStyle/>
          <a:p>
            <a:pPr algn="ctr"/>
            <a:r>
              <a:rPr lang="fr-FR" sz="3200" dirty="0" smtClean="0">
                <a:latin typeface="Cambria" pitchFamily="18" charset="0"/>
              </a:rPr>
              <a:t>HIRA </a:t>
            </a:r>
            <a:r>
              <a:rPr lang="fr-FR" sz="3200" dirty="0" smtClean="0">
                <a:latin typeface="Cambria" pitchFamily="18" charset="0"/>
              </a:rPr>
              <a:t>274 </a:t>
            </a:r>
            <a:endParaRPr lang="fr-FR" sz="32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4293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herinao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fahizay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miasa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lalandava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Hahavoky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428604"/>
          </a:xfrm>
        </p:spPr>
        <p:txBody>
          <a:bodyPr>
            <a:noAutofit/>
          </a:bodyPr>
          <a:lstStyle/>
          <a:p>
            <a:pPr algn="ctr"/>
            <a:r>
              <a:rPr lang="fr-FR" sz="3200" dirty="0" smtClean="0">
                <a:latin typeface="Cambria" pitchFamily="18" charset="0"/>
              </a:rPr>
              <a:t>HIRA </a:t>
            </a:r>
            <a:r>
              <a:rPr lang="fr-FR" sz="3200" dirty="0" smtClean="0">
                <a:latin typeface="Cambria" pitchFamily="18" charset="0"/>
              </a:rPr>
              <a:t>274 </a:t>
            </a:r>
            <a:endParaRPr lang="fr-FR" sz="32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4293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tahio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fambolena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Hahavokatra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Miantrà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firenena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diso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zava-tsoa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428604"/>
          </a:xfrm>
        </p:spPr>
        <p:txBody>
          <a:bodyPr>
            <a:noAutofit/>
          </a:bodyPr>
          <a:lstStyle/>
          <a:p>
            <a:pPr algn="ctr"/>
            <a:r>
              <a:rPr lang="fr-FR" sz="3200" dirty="0" smtClean="0">
                <a:latin typeface="Cambria" pitchFamily="18" charset="0"/>
              </a:rPr>
              <a:t>HIRA </a:t>
            </a:r>
            <a:r>
              <a:rPr lang="fr-FR" sz="3200" dirty="0" smtClean="0">
                <a:latin typeface="Cambria" pitchFamily="18" charset="0"/>
              </a:rPr>
              <a:t>274 </a:t>
            </a:r>
            <a:endParaRPr lang="fr-FR" sz="32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06" y="428604"/>
            <a:ext cx="9715568" cy="64293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5</a:t>
            </a:r>
            <a:r>
              <a:rPr lang="en-US" sz="6600" dirty="0" smtClean="0">
                <a:latin typeface="Cambria" pitchFamily="18" charset="0"/>
              </a:rPr>
              <a:t>. </a:t>
            </a:r>
            <a:r>
              <a:rPr lang="en-US" sz="6000" dirty="0" smtClean="0">
                <a:latin typeface="Cambria" pitchFamily="18" charset="0"/>
              </a:rPr>
              <a:t>Na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voky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fatratra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Mora </a:t>
            </a:r>
            <a:r>
              <a:rPr lang="en-US" sz="6600" dirty="0" err="1" smtClean="0">
                <a:latin typeface="Cambria" pitchFamily="18" charset="0"/>
              </a:rPr>
              <a:t>reraka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ambony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mateza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Iankinan'ny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90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274 </vt:lpstr>
      <vt:lpstr>HIRA 274 </vt:lpstr>
      <vt:lpstr>HIRA 274 </vt:lpstr>
      <vt:lpstr>HIRA 274 </vt:lpstr>
      <vt:lpstr>HIRA 274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Alahady 30 Sept 2012</dc:title>
  <dc:creator>M</dc:creator>
  <cp:lastModifiedBy>M</cp:lastModifiedBy>
  <cp:revision>8</cp:revision>
  <dcterms:created xsi:type="dcterms:W3CDTF">2012-10-03T08:01:55Z</dcterms:created>
  <dcterms:modified xsi:type="dcterms:W3CDTF">2014-09-14T09:45:22Z</dcterms:modified>
</cp:coreProperties>
</file>