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4779" autoAdjust="0"/>
    <p:restoredTop sz="94660"/>
  </p:normalViewPr>
  <p:slideViewPr>
    <p:cSldViewPr>
      <p:cViewPr varScale="1">
        <p:scale>
          <a:sx n="39" d="100"/>
          <a:sy n="39" d="100"/>
        </p:scale>
        <p:origin x="-114" y="-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241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Jereo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Atreho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sao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variana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mahita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857232"/>
            <a:ext cx="9215502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Hazoninao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saina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Hijery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very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maina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fivoriana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>
              <a:buNone/>
            </a:pPr>
            <a:endParaRPr lang="fr-FR" sz="72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hamasino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toe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piainanay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Ka dia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ampidino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bitsika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mangina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Ataovinao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Hamelom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paniriana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sitrakao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Monena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Midira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manantena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misalasala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Ampaherezonao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taomy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hahalala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hatakay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mangina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valio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mitenena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ankehitrio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Mpanazava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dianay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Omany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lalandava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142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241 </vt:lpstr>
      <vt:lpstr>Hira 241 </vt:lpstr>
      <vt:lpstr>Hira 241 </vt:lpstr>
      <vt:lpstr>Hira 241 </vt:lpstr>
      <vt:lpstr>Hira 241 </vt:lpstr>
      <vt:lpstr>Hira 241 </vt:lpstr>
      <vt:lpstr>Hira 241 </vt:lpstr>
      <vt:lpstr>Hira 241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241</dc:title>
  <dc:creator>M</dc:creator>
  <cp:lastModifiedBy>M</cp:lastModifiedBy>
  <cp:revision>4</cp:revision>
  <dcterms:created xsi:type="dcterms:W3CDTF">2012-12-08T20:05:23Z</dcterms:created>
  <dcterms:modified xsi:type="dcterms:W3CDTF">2014-05-12T09:58:36Z</dcterms:modified>
</cp:coreProperties>
</file>