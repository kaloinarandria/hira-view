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718" autoAdjust="0"/>
    <p:restoredTop sz="94660"/>
  </p:normalViewPr>
  <p:slideViewPr>
    <p:cSldViewPr>
      <p:cViewPr varScale="1">
        <p:scale>
          <a:sx n="46" d="100"/>
          <a:sy n="46" d="100"/>
        </p:scale>
        <p:origin x="-96" y="-2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chemeClr val="accent1"/>
                </a:solidFill>
                <a:latin typeface="Cambria" pitchFamily="18" charset="0"/>
              </a:rPr>
              <a:t>HIRA 763</a:t>
            </a:r>
            <a:endParaRPr lang="fr-FR" b="1" dirty="0">
              <a:solidFill>
                <a:schemeClr val="accent1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1. </a:t>
            </a:r>
            <a:r>
              <a:rPr lang="fr-FR" sz="6600" dirty="0" err="1" smtClean="0">
                <a:latin typeface="Cambria" pitchFamily="18" charset="0"/>
              </a:rPr>
              <a:t>Henoy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antson'ny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Tompo</a:t>
            </a:r>
            <a:r>
              <a:rPr lang="fr-FR" sz="6600" dirty="0" smtClean="0"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Iza</a:t>
            </a:r>
            <a:r>
              <a:rPr lang="fr-FR" sz="6600" dirty="0" smtClean="0">
                <a:latin typeface="Cambria" pitchFamily="18" charset="0"/>
              </a:rPr>
              <a:t> no ho </a:t>
            </a:r>
            <a:r>
              <a:rPr lang="fr-FR" sz="6600" dirty="0" err="1" smtClean="0">
                <a:latin typeface="Cambria" pitchFamily="18" charset="0"/>
              </a:rPr>
              <a:t>irakay</a:t>
            </a:r>
            <a:r>
              <a:rPr lang="fr-FR" sz="6600" dirty="0" smtClean="0">
                <a:latin typeface="Cambria" pitchFamily="18" charset="0"/>
              </a:rPr>
              <a:t>?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Vonon</a:t>
            </a:r>
            <a:r>
              <a:rPr lang="fr-FR" sz="6600" dirty="0" smtClean="0">
                <a:latin typeface="Cambria" pitchFamily="18" charset="0"/>
              </a:rPr>
              <a:t>-</a:t>
            </a:r>
            <a:r>
              <a:rPr lang="fr-FR" sz="6600" dirty="0" err="1" smtClean="0">
                <a:latin typeface="Cambria" pitchFamily="18" charset="0"/>
              </a:rPr>
              <a:t>kandeha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hanompo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Hiasa</a:t>
            </a:r>
            <a:r>
              <a:rPr lang="fr-FR" sz="6600" dirty="0" smtClean="0">
                <a:latin typeface="Cambria" pitchFamily="18" charset="0"/>
              </a:rPr>
              <a:t> an-</a:t>
            </a:r>
            <a:r>
              <a:rPr lang="fr-FR" sz="6600" dirty="0" err="1" smtClean="0">
                <a:latin typeface="Cambria" pitchFamily="18" charset="0"/>
              </a:rPr>
              <a:t>tanihay</a:t>
            </a:r>
            <a:r>
              <a:rPr lang="fr-FR" sz="6600" dirty="0" smtClean="0">
                <a:latin typeface="Cambria" pitchFamily="18" charset="0"/>
              </a:rPr>
              <a:t>?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chemeClr val="accent1"/>
                </a:solidFill>
                <a:latin typeface="Cambria" pitchFamily="18" charset="0"/>
              </a:rPr>
              <a:t>HIRA 763</a:t>
            </a:r>
            <a:endParaRPr lang="fr-FR" b="1" dirty="0">
              <a:solidFill>
                <a:schemeClr val="accent1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642910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Adidy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sarotr'efaina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Asa </a:t>
            </a:r>
            <a:r>
              <a:rPr lang="fr-FR" sz="6600" dirty="0" err="1" smtClean="0">
                <a:latin typeface="Cambria" pitchFamily="18" charset="0"/>
              </a:rPr>
              <a:t>mangetana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re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Mety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handritra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aina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Iza</a:t>
            </a:r>
            <a:r>
              <a:rPr lang="fr-FR" sz="6600" dirty="0" smtClean="0">
                <a:latin typeface="Cambria" pitchFamily="18" charset="0"/>
              </a:rPr>
              <a:t> no </a:t>
            </a:r>
            <a:r>
              <a:rPr lang="fr-FR" sz="6600" dirty="0" err="1" smtClean="0">
                <a:latin typeface="Cambria" pitchFamily="18" charset="0"/>
              </a:rPr>
              <a:t>vonona</a:t>
            </a:r>
            <a:r>
              <a:rPr lang="fr-FR" sz="6600" dirty="0" smtClean="0">
                <a:latin typeface="Cambria" pitchFamily="18" charset="0"/>
              </a:rPr>
              <a:t> e!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chemeClr val="accent1"/>
                </a:solidFill>
                <a:latin typeface="Cambria" pitchFamily="18" charset="0"/>
              </a:rPr>
              <a:t>HIRA 763</a:t>
            </a:r>
            <a:endParaRPr lang="fr-FR" b="1" dirty="0">
              <a:solidFill>
                <a:schemeClr val="accent1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2. </a:t>
            </a: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didy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miendrika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baiko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Nefa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mahery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tokoa</a:t>
            </a:r>
            <a:r>
              <a:rPr lang="fr-FR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Nanindry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mafy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saiko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antsonao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Tompo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soa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chemeClr val="accent1"/>
                </a:solidFill>
                <a:latin typeface="Cambria" pitchFamily="18" charset="0"/>
              </a:rPr>
              <a:t>HIRA 763</a:t>
            </a:r>
            <a:endParaRPr lang="fr-FR" b="1" dirty="0">
              <a:solidFill>
                <a:schemeClr val="accent1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642910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Satriko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lavina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anefa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Manery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ahy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hanoa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Any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am</a:t>
            </a:r>
            <a:r>
              <a:rPr lang="fr-FR" sz="6600" dirty="0" smtClean="0">
                <a:latin typeface="Cambria" pitchFamily="18" charset="0"/>
              </a:rPr>
              <a:t>-po no </a:t>
            </a:r>
            <a:r>
              <a:rPr lang="fr-FR" sz="6600" dirty="0" err="1" smtClean="0">
                <a:latin typeface="Cambria" pitchFamily="18" charset="0"/>
              </a:rPr>
              <a:t>miantefa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ako, </a:t>
            </a:r>
            <a:r>
              <a:rPr lang="fr-FR" sz="6600" dirty="0" err="1" smtClean="0">
                <a:latin typeface="Cambria" pitchFamily="18" charset="0"/>
              </a:rPr>
              <a:t>onjany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koa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chemeClr val="accent1"/>
                </a:solidFill>
                <a:latin typeface="Cambria" pitchFamily="18" charset="0"/>
              </a:rPr>
              <a:t>HIRA 763</a:t>
            </a:r>
            <a:endParaRPr lang="fr-FR" b="1" dirty="0">
              <a:solidFill>
                <a:schemeClr val="accent1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3. </a:t>
            </a:r>
            <a:r>
              <a:rPr lang="fr-FR" sz="6600" dirty="0" err="1" smtClean="0">
                <a:latin typeface="Cambria" pitchFamily="18" charset="0"/>
              </a:rPr>
              <a:t>lnty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Tompo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malala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Izaho</a:t>
            </a:r>
            <a:r>
              <a:rPr lang="fr-FR" sz="6600" dirty="0" smtClean="0">
                <a:latin typeface="Cambria" pitchFamily="18" charset="0"/>
              </a:rPr>
              <a:t> ho </a:t>
            </a:r>
            <a:r>
              <a:rPr lang="fr-FR" sz="6600" dirty="0" err="1" smtClean="0">
                <a:latin typeface="Cambria" pitchFamily="18" charset="0"/>
              </a:rPr>
              <a:t>irakao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Nofo</a:t>
            </a:r>
            <a:r>
              <a:rPr lang="fr-FR" sz="6600" dirty="0" smtClean="0">
                <a:latin typeface="Cambria" pitchFamily="18" charset="0"/>
              </a:rPr>
              <a:t> ka </a:t>
            </a:r>
            <a:r>
              <a:rPr lang="fr-FR" sz="6600" dirty="0" err="1" smtClean="0">
                <a:latin typeface="Cambria" pitchFamily="18" charset="0"/>
              </a:rPr>
              <a:t>misalasala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Raha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tohananao</a:t>
            </a:r>
            <a:r>
              <a:rPr lang="fr-FR" sz="6600" dirty="0" smtClean="0">
                <a:latin typeface="Cambria" pitchFamily="18" charset="0"/>
              </a:rPr>
              <a:t>.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chemeClr val="accent1"/>
                </a:solidFill>
                <a:latin typeface="Cambria" pitchFamily="18" charset="0"/>
              </a:rPr>
              <a:t>HIRA 763</a:t>
            </a:r>
            <a:endParaRPr lang="fr-FR" b="1" dirty="0">
              <a:solidFill>
                <a:schemeClr val="accent1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642910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foko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omeo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fahendrena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Hanao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sitrakao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saiko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mora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mivena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Fenoy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hasoavanao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chemeClr val="accent1"/>
                </a:solidFill>
                <a:latin typeface="Cambria" pitchFamily="18" charset="0"/>
              </a:rPr>
              <a:t>HIRA 763</a:t>
            </a:r>
            <a:endParaRPr lang="fr-FR" b="1" dirty="0">
              <a:solidFill>
                <a:schemeClr val="accent1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4. </a:t>
            </a:r>
            <a:r>
              <a:rPr lang="fr-FR" sz="6600" dirty="0" err="1" smtClean="0">
                <a:latin typeface="Cambria" pitchFamily="18" charset="0"/>
              </a:rPr>
              <a:t>Vonona</a:t>
            </a:r>
            <a:r>
              <a:rPr lang="fr-FR" sz="6600" dirty="0" smtClean="0">
                <a:latin typeface="Cambria" pitchFamily="18" charset="0"/>
              </a:rPr>
              <a:t> ka </a:t>
            </a:r>
            <a:r>
              <a:rPr lang="fr-FR" sz="6600" dirty="0" err="1" smtClean="0">
                <a:latin typeface="Cambria" pitchFamily="18" charset="0"/>
              </a:rPr>
              <a:t>hamasino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Hanefa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irakao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Eny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Tompo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vimbino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Handia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làlanao</a:t>
            </a:r>
            <a:r>
              <a:rPr lang="fr-FR" sz="6600" dirty="0" smtClean="0">
                <a:latin typeface="Cambria" pitchFamily="18" charset="0"/>
              </a:rPr>
              <a:t>.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chemeClr val="accent1"/>
                </a:solidFill>
                <a:latin typeface="Cambria" pitchFamily="18" charset="0"/>
              </a:rPr>
              <a:t>HIRA 763</a:t>
            </a:r>
            <a:endParaRPr lang="fr-FR" b="1" dirty="0">
              <a:solidFill>
                <a:schemeClr val="accent1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642910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Sarotra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nefa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hataoko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smtClean="0">
                <a:latin typeface="Cambria" pitchFamily="18" charset="0"/>
              </a:rPr>
              <a:t>asa </a:t>
            </a:r>
            <a:r>
              <a:rPr lang="fr-FR" sz="6600" dirty="0" err="1" smtClean="0">
                <a:latin typeface="Cambria" pitchFamily="18" charset="0"/>
              </a:rPr>
              <a:t>atolotrao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sitrapo</a:t>
            </a:r>
            <a:r>
              <a:rPr lang="fr-FR" sz="6600" dirty="0" smtClean="0">
                <a:latin typeface="Cambria" pitchFamily="18" charset="0"/>
              </a:rPr>
              <a:t> dia </a:t>
            </a:r>
            <a:r>
              <a:rPr lang="fr-FR" sz="6600" dirty="0" err="1" smtClean="0">
                <a:latin typeface="Cambria" pitchFamily="18" charset="0"/>
              </a:rPr>
              <a:t>hafoiko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Tohano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herinao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152</Words>
  <PresentationFormat>Affichage à l'écran (4:3)</PresentationFormat>
  <Paragraphs>40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763</vt:lpstr>
      <vt:lpstr>HIRA 763</vt:lpstr>
      <vt:lpstr>HIRA 763</vt:lpstr>
      <vt:lpstr>HIRA 763</vt:lpstr>
      <vt:lpstr>HIRA 763</vt:lpstr>
      <vt:lpstr>HIRA 763</vt:lpstr>
      <vt:lpstr>HIRA 763</vt:lpstr>
      <vt:lpstr>HIRA 763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691</dc:title>
  <dc:creator>M</dc:creator>
  <cp:lastModifiedBy>M</cp:lastModifiedBy>
  <cp:revision>17</cp:revision>
  <dcterms:created xsi:type="dcterms:W3CDTF">2012-12-02T01:28:21Z</dcterms:created>
  <dcterms:modified xsi:type="dcterms:W3CDTF">2013-10-16T13:28:13Z</dcterms:modified>
</cp:coreProperties>
</file>