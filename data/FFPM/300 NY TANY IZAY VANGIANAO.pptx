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  <p:sldId id="30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04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300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1.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vangianao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Ry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Jeso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Masoandronay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Tsy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maintsy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lasanao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Jeso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hanjakoanao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avokoa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300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2.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vavaka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dera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koa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Tsy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manam-pitsaharana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Hiakatra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aminao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tokoa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Hitady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fiadanana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300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3. </a:t>
            </a:r>
            <a:r>
              <a:rPr lang="es-ES" sz="6000" dirty="0" err="1" smtClean="0">
                <a:latin typeface="Cambria" pitchFamily="18" charset="0"/>
              </a:rPr>
              <a:t>Ireo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olona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voaforona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ary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tokoa</a:t>
            </a:r>
            <a:r>
              <a:rPr lang="es-E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Hohasoavinao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ireo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Hanjary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masina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avokoa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300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4.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lasanao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Ho </a:t>
            </a:r>
            <a:r>
              <a:rPr lang="es-ES" sz="6000" dirty="0" err="1" smtClean="0">
                <a:latin typeface="Cambria" pitchFamily="18" charset="0"/>
              </a:rPr>
              <a:t>feno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fahasambarana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loza </a:t>
            </a:r>
            <a:r>
              <a:rPr lang="es-ES" sz="6000" dirty="0" err="1" smtClean="0">
                <a:latin typeface="Cambria" pitchFamily="18" charset="0"/>
              </a:rPr>
              <a:t>hosakananao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soa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hampidinina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300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5.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maty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hovelominao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ratsy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hohavaozina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very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hotadiavinao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diso</a:t>
            </a:r>
            <a:r>
              <a:rPr lang="es-ES" sz="6000" dirty="0" smtClean="0">
                <a:latin typeface="Cambria" pitchFamily="18" charset="0"/>
              </a:rPr>
              <a:t>, re, </a:t>
            </a:r>
            <a:r>
              <a:rPr lang="es-ES" sz="6000" dirty="0" err="1" smtClean="0">
                <a:latin typeface="Cambria" pitchFamily="18" charset="0"/>
              </a:rPr>
              <a:t>horaisina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300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6. </a:t>
            </a:r>
            <a:r>
              <a:rPr lang="es-ES" sz="6000" dirty="0" err="1" smtClean="0">
                <a:latin typeface="Cambria" pitchFamily="18" charset="0"/>
              </a:rPr>
              <a:t>Ry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vazan-tany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efatra</a:t>
            </a:r>
            <a:r>
              <a:rPr lang="es-E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Ry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Nosy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tanindrazanay</a:t>
            </a:r>
            <a:r>
              <a:rPr lang="es-E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raiso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Ilay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Mpanavotra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Ho </a:t>
            </a:r>
            <a:r>
              <a:rPr lang="es-ES" sz="6000" dirty="0" err="1" smtClean="0">
                <a:latin typeface="Cambria" pitchFamily="18" charset="0"/>
              </a:rPr>
              <a:t>Tomponao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madrakizay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124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300</vt:lpstr>
      <vt:lpstr>Hira 300</vt:lpstr>
      <vt:lpstr>Hira 300</vt:lpstr>
      <vt:lpstr>Hira 300</vt:lpstr>
      <vt:lpstr>Hira 300</vt:lpstr>
      <vt:lpstr>Hira 300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5</cp:revision>
  <dcterms:created xsi:type="dcterms:W3CDTF">2012-11-04T17:25:30Z</dcterms:created>
  <dcterms:modified xsi:type="dcterms:W3CDTF">2012-12-29T22:19:20Z</dcterms:modified>
</cp:coreProperties>
</file>