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336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Ampodio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, Jehovah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fitianao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336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500042"/>
            <a:ext cx="9572692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Na </a:t>
            </a: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haleha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vimbininao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smtClean="0">
                <a:latin typeface="Cambria" pitchFamily="18" charset="0"/>
              </a:rPr>
              <a:t>Ô! </a:t>
            </a:r>
            <a:r>
              <a:rPr lang="en-US" sz="7200" dirty="0" err="1" smtClean="0">
                <a:latin typeface="Cambria" pitchFamily="18" charset="0"/>
              </a:rPr>
              <a:t>ambino</a:t>
            </a:r>
            <a:r>
              <a:rPr lang="en-US" sz="7200" dirty="0" smtClean="0">
                <a:latin typeface="Cambria" pitchFamily="18" charset="0"/>
              </a:rPr>
              <a:t>,:,: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mpanomponao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336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785794"/>
            <a:ext cx="942981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renay</a:t>
            </a:r>
            <a:r>
              <a:rPr lang="en-US" sz="7200" dirty="0" smtClean="0">
                <a:latin typeface="Cambria" pitchFamily="18" charset="0"/>
              </a:rPr>
              <a:t> any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tadidy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hiasanay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Hahazoanay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336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 :,: </a:t>
            </a:r>
            <a:r>
              <a:rPr lang="en-US" sz="7200" dirty="0" err="1" smtClean="0">
                <a:latin typeface="Cambria" pitchFamily="18" charset="0"/>
              </a:rPr>
              <a:t>Isan'andro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hiainanay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</Words>
  <PresentationFormat>Affichage à l'écran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336</vt:lpstr>
      <vt:lpstr>Hira 336</vt:lpstr>
      <vt:lpstr>Hira 336</vt:lpstr>
      <vt:lpstr>Hira 336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4</cp:revision>
  <dcterms:created xsi:type="dcterms:W3CDTF">2012-11-04T17:09:04Z</dcterms:created>
  <dcterms:modified xsi:type="dcterms:W3CDTF">2013-07-14T16:50:33Z</dcterms:modified>
</cp:coreProperties>
</file>