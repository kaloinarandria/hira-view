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"</a:t>
            </a:r>
            <a:r>
              <a:rPr lang="en-US" sz="6600" dirty="0" err="1" smtClean="0">
                <a:latin typeface="Cambria" pitchFamily="18" charset="0"/>
              </a:rPr>
              <a:t>Ambarao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mpivahiny</a:t>
            </a:r>
            <a:r>
              <a:rPr lang="en-US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alehanao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!"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"</a:t>
            </a:r>
            <a:r>
              <a:rPr lang="en-US" sz="6600" dirty="0" err="1" smtClean="0">
                <a:latin typeface="Cambria" pitchFamily="18" charset="0"/>
              </a:rPr>
              <a:t>Fiakarana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mideza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Ihoaranay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anio</a:t>
            </a:r>
            <a:endParaRPr lang="en-U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985844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300" dirty="0" smtClean="0">
                <a:latin typeface="Cambria" pitchFamily="18" charset="0"/>
              </a:rPr>
              <a:t>Jesosy Tompo no miantso </a:t>
            </a:r>
          </a:p>
          <a:p>
            <a:pPr>
              <a:buNone/>
            </a:pPr>
            <a:r>
              <a:rPr lang="pt-BR" sz="6300" dirty="0" smtClean="0">
                <a:latin typeface="Cambria" pitchFamily="18" charset="0"/>
              </a:rPr>
              <a:t>:,:Mba ho ao an-tany soa;</a:t>
            </a:r>
          </a:p>
          <a:p>
            <a:pPr>
              <a:buNone/>
            </a:pPr>
            <a:r>
              <a:rPr lang="pt-BR" sz="6300" dirty="0" smtClean="0">
                <a:latin typeface="Cambria" pitchFamily="18" charset="0"/>
              </a:rPr>
              <a:t>:,:Mba ho ao an-tany soa;</a:t>
            </a:r>
          </a:p>
          <a:p>
            <a:pPr>
              <a:buNone/>
            </a:pPr>
            <a:r>
              <a:rPr lang="pt-BR" sz="6300" dirty="0" smtClean="0">
                <a:latin typeface="Cambria" pitchFamily="18" charset="0"/>
              </a:rPr>
              <a:t>Jeso no alehanay:,:".</a:t>
            </a:r>
            <a:endParaRPr lang="en-US" sz="63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"</a:t>
            </a:r>
            <a:r>
              <a:rPr lang="en-US" sz="6600" dirty="0" err="1" smtClean="0">
                <a:latin typeface="Cambria" pitchFamily="18" charset="0"/>
              </a:rPr>
              <a:t>Lozanao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mpivahiny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Lalàna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fantatrao</a:t>
            </a:r>
            <a:r>
              <a:rPr lang="en-US" sz="6600" dirty="0" smtClean="0">
                <a:latin typeface="Cambria" pitchFamily="18" charset="0"/>
              </a:rPr>
              <a:t>!"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"</a:t>
            </a:r>
            <a:r>
              <a:rPr lang="en-US" sz="6600" dirty="0" err="1" smtClean="0">
                <a:latin typeface="Cambria" pitchFamily="18" charset="0"/>
              </a:rPr>
              <a:t>Tsia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anjely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maro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miaraka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aminay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985844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300" dirty="0" smtClean="0">
                <a:latin typeface="Cambria" pitchFamily="18" charset="0"/>
              </a:rPr>
              <a:t>Jeso Tompo no mitondra,</a:t>
            </a:r>
          </a:p>
          <a:p>
            <a:pPr>
              <a:buNone/>
            </a:pPr>
            <a:r>
              <a:rPr lang="pt-BR" sz="6300" dirty="0" smtClean="0">
                <a:latin typeface="Cambria" pitchFamily="18" charset="0"/>
              </a:rPr>
              <a:t>Tsy hanjo anay ny loza,</a:t>
            </a:r>
          </a:p>
          <a:p>
            <a:pPr>
              <a:buNone/>
            </a:pPr>
            <a:r>
              <a:rPr lang="pt-BR" sz="6300" dirty="0" smtClean="0">
                <a:latin typeface="Cambria" pitchFamily="18" charset="0"/>
              </a:rPr>
              <a:t>Tsy hanjo anay ny loza,</a:t>
            </a:r>
          </a:p>
          <a:p>
            <a:pPr>
              <a:buNone/>
            </a:pPr>
            <a:r>
              <a:rPr lang="pt-BR" sz="6300" dirty="0" smtClean="0">
                <a:latin typeface="Cambria" pitchFamily="18" charset="0"/>
              </a:rPr>
              <a:t>:,:Tsy hanjo anay ny loza;</a:t>
            </a:r>
          </a:p>
          <a:p>
            <a:pPr>
              <a:buNone/>
            </a:pPr>
            <a:r>
              <a:rPr lang="pt-BR" sz="6300" dirty="0" smtClean="0">
                <a:latin typeface="Cambria" pitchFamily="18" charset="0"/>
              </a:rPr>
              <a:t>Izay no ampinganay:,:".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985844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300" dirty="0" smtClean="0">
                <a:latin typeface="Cambria" pitchFamily="18" charset="0"/>
              </a:rPr>
              <a:t>3. "</a:t>
            </a:r>
            <a:r>
              <a:rPr lang="en-US" sz="6300" dirty="0" err="1" smtClean="0">
                <a:latin typeface="Cambria" pitchFamily="18" charset="0"/>
              </a:rPr>
              <a:t>Inona</a:t>
            </a:r>
            <a:r>
              <a:rPr lang="en-US" sz="6300" dirty="0" smtClean="0">
                <a:latin typeface="Cambria" pitchFamily="18" charset="0"/>
              </a:rPr>
              <a:t>, </a:t>
            </a:r>
            <a:r>
              <a:rPr lang="en-US" sz="6300" dirty="0" err="1" smtClean="0">
                <a:latin typeface="Cambria" pitchFamily="18" charset="0"/>
              </a:rPr>
              <a:t>ry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mpivahiny</a:t>
            </a:r>
            <a:r>
              <a:rPr lang="en-US" sz="63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300" dirty="0" smtClean="0">
                <a:latin typeface="Cambria" pitchFamily="18" charset="0"/>
              </a:rPr>
              <a:t>No ho </a:t>
            </a:r>
            <a:r>
              <a:rPr lang="en-US" sz="6300" dirty="0" err="1" smtClean="0">
                <a:latin typeface="Cambria" pitchFamily="18" charset="0"/>
              </a:rPr>
              <a:t>azonao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ary</a:t>
            </a:r>
            <a:r>
              <a:rPr lang="en-US" sz="6300" dirty="0" smtClean="0">
                <a:latin typeface="Cambria" pitchFamily="18" charset="0"/>
              </a:rPr>
              <a:t>?"</a:t>
            </a:r>
          </a:p>
          <a:p>
            <a:pPr>
              <a:buNone/>
            </a:pPr>
            <a:r>
              <a:rPr lang="en-US" sz="6300" dirty="0" smtClean="0">
                <a:latin typeface="Cambria" pitchFamily="18" charset="0"/>
              </a:rPr>
              <a:t>"</a:t>
            </a:r>
            <a:r>
              <a:rPr lang="en-US" sz="6300" dirty="0" err="1" smtClean="0">
                <a:latin typeface="Cambria" pitchFamily="18" charset="0"/>
              </a:rPr>
              <a:t>Jeso</a:t>
            </a:r>
            <a:r>
              <a:rPr lang="en-US" sz="6300" dirty="0" smtClean="0">
                <a:latin typeface="Cambria" pitchFamily="18" charset="0"/>
              </a:rPr>
              <a:t> Kristy be </a:t>
            </a:r>
            <a:r>
              <a:rPr lang="en-US" sz="6300" dirty="0" err="1" smtClean="0">
                <a:latin typeface="Cambria" pitchFamily="18" charset="0"/>
              </a:rPr>
              <a:t>fitia</a:t>
            </a:r>
            <a:endParaRPr lang="en-US" sz="63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300" dirty="0" err="1" smtClean="0">
                <a:latin typeface="Cambria" pitchFamily="18" charset="0"/>
              </a:rPr>
              <a:t>Vonon-kanome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anay</a:t>
            </a:r>
            <a:endParaRPr lang="en-US" sz="63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985844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300" dirty="0" err="1" smtClean="0">
                <a:latin typeface="Cambria" pitchFamily="18" charset="0"/>
              </a:rPr>
              <a:t>Lamba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fotsy</a:t>
            </a:r>
            <a:r>
              <a:rPr lang="en-US" sz="6300" dirty="0" smtClean="0">
                <a:latin typeface="Cambria" pitchFamily="18" charset="0"/>
              </a:rPr>
              <a:t>, </a:t>
            </a:r>
            <a:r>
              <a:rPr lang="en-US" sz="6300" dirty="0" err="1" smtClean="0">
                <a:latin typeface="Cambria" pitchFamily="18" charset="0"/>
              </a:rPr>
              <a:t>zava-tsoa</a:t>
            </a:r>
            <a:r>
              <a:rPr lang="en-US" sz="63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300" dirty="0" err="1" smtClean="0">
                <a:latin typeface="Cambria" pitchFamily="18" charset="0"/>
              </a:rPr>
              <a:t>Ranon'aina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tsy</a:t>
            </a:r>
            <a:r>
              <a:rPr lang="en-US" sz="6300" dirty="0" smtClean="0">
                <a:latin typeface="Cambria" pitchFamily="18" charset="0"/>
              </a:rPr>
              <a:t> ho </a:t>
            </a:r>
            <a:r>
              <a:rPr lang="en-US" sz="6300" dirty="0" err="1" smtClean="0">
                <a:latin typeface="Cambria" pitchFamily="18" charset="0"/>
              </a:rPr>
              <a:t>lany</a:t>
            </a:r>
            <a:r>
              <a:rPr lang="en-US" sz="63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300" dirty="0" smtClean="0">
                <a:latin typeface="Cambria" pitchFamily="18" charset="0"/>
              </a:rPr>
              <a:t>:,:</a:t>
            </a:r>
            <a:r>
              <a:rPr lang="en-US" sz="6300" dirty="0" err="1" smtClean="0">
                <a:latin typeface="Cambria" pitchFamily="18" charset="0"/>
              </a:rPr>
              <a:t>Ranon'aina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tsy</a:t>
            </a:r>
            <a:r>
              <a:rPr lang="en-US" sz="6300" dirty="0" smtClean="0">
                <a:latin typeface="Cambria" pitchFamily="18" charset="0"/>
              </a:rPr>
              <a:t> ho </a:t>
            </a:r>
            <a:r>
              <a:rPr lang="en-US" sz="6300" dirty="0" err="1" smtClean="0">
                <a:latin typeface="Cambria" pitchFamily="18" charset="0"/>
              </a:rPr>
              <a:t>lany</a:t>
            </a:r>
            <a:r>
              <a:rPr lang="en-US" sz="63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300" dirty="0" err="1" smtClean="0">
                <a:latin typeface="Cambria" pitchFamily="18" charset="0"/>
              </a:rPr>
              <a:t>Jeso</a:t>
            </a:r>
            <a:r>
              <a:rPr lang="en-US" sz="6300" dirty="0" smtClean="0">
                <a:latin typeface="Cambria" pitchFamily="18" charset="0"/>
              </a:rPr>
              <a:t> no </a:t>
            </a:r>
            <a:r>
              <a:rPr lang="en-US" sz="6300" dirty="0" err="1" smtClean="0">
                <a:latin typeface="Cambria" pitchFamily="18" charset="0"/>
              </a:rPr>
              <a:t>hatoninay</a:t>
            </a:r>
            <a:r>
              <a:rPr lang="en-US" sz="6300" dirty="0" smtClean="0">
                <a:latin typeface="Cambria" pitchFamily="18" charset="0"/>
              </a:rPr>
              <a:t>:,:"</a:t>
            </a:r>
            <a:endParaRPr lang="en-US" sz="63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985844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300" dirty="0" smtClean="0">
                <a:latin typeface="Cambria" pitchFamily="18" charset="0"/>
              </a:rPr>
              <a:t>4. "</a:t>
            </a:r>
            <a:r>
              <a:rPr lang="en-US" sz="6300" dirty="0" err="1" smtClean="0">
                <a:latin typeface="Cambria" pitchFamily="18" charset="0"/>
              </a:rPr>
              <a:t>Tianay</a:t>
            </a:r>
            <a:r>
              <a:rPr lang="en-US" sz="6300" dirty="0" smtClean="0">
                <a:latin typeface="Cambria" pitchFamily="18" charset="0"/>
              </a:rPr>
              <a:t>, </a:t>
            </a:r>
            <a:r>
              <a:rPr lang="en-US" sz="6300" dirty="0" err="1" smtClean="0">
                <a:latin typeface="Cambria" pitchFamily="18" charset="0"/>
              </a:rPr>
              <a:t>ry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mpivahiny</a:t>
            </a:r>
            <a:r>
              <a:rPr lang="en-US" sz="63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300" dirty="0" err="1" smtClean="0">
                <a:latin typeface="Cambria" pitchFamily="18" charset="0"/>
              </a:rPr>
              <a:t>Mba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hiaraka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aminao</a:t>
            </a:r>
            <a:r>
              <a:rPr lang="en-US" sz="6300" dirty="0" smtClean="0">
                <a:latin typeface="Cambria" pitchFamily="18" charset="0"/>
              </a:rPr>
              <a:t>!"</a:t>
            </a:r>
          </a:p>
          <a:p>
            <a:pPr>
              <a:buNone/>
            </a:pPr>
            <a:r>
              <a:rPr lang="en-US" sz="6300" dirty="0" smtClean="0">
                <a:latin typeface="Cambria" pitchFamily="18" charset="0"/>
              </a:rPr>
              <a:t>"</a:t>
            </a:r>
            <a:r>
              <a:rPr lang="en-US" sz="6300" dirty="0" err="1" smtClean="0">
                <a:latin typeface="Cambria" pitchFamily="18" charset="0"/>
              </a:rPr>
              <a:t>Mandrosoa</a:t>
            </a:r>
            <a:r>
              <a:rPr lang="en-US" sz="6300" dirty="0" smtClean="0">
                <a:latin typeface="Cambria" pitchFamily="18" charset="0"/>
              </a:rPr>
              <a:t>, </a:t>
            </a:r>
            <a:r>
              <a:rPr lang="en-US" sz="6300" dirty="0" err="1" smtClean="0">
                <a:latin typeface="Cambria" pitchFamily="18" charset="0"/>
              </a:rPr>
              <a:t>ry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sakaiza</a:t>
            </a:r>
            <a:r>
              <a:rPr lang="en-US" sz="63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300" dirty="0" err="1" smtClean="0">
                <a:latin typeface="Cambria" pitchFamily="18" charset="0"/>
              </a:rPr>
              <a:t>Miaraha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aminay</a:t>
            </a:r>
            <a:r>
              <a:rPr lang="en-US" sz="6300" dirty="0" smtClean="0">
                <a:latin typeface="Cambria" pitchFamily="18" charset="0"/>
              </a:rPr>
              <a:t>:</a:t>
            </a:r>
            <a:endParaRPr lang="en-US" sz="63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504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9858444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300" dirty="0" err="1" smtClean="0">
                <a:latin typeface="Cambria" pitchFamily="18" charset="0"/>
              </a:rPr>
              <a:t>Fa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izay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mitady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tsara</a:t>
            </a:r>
            <a:endParaRPr lang="en-US" sz="63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300" dirty="0" err="1" smtClean="0">
                <a:latin typeface="Cambria" pitchFamily="18" charset="0"/>
              </a:rPr>
              <a:t>Tsy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mba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lavin'i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Jesosy</a:t>
            </a:r>
            <a:r>
              <a:rPr lang="en-US" sz="63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300" dirty="0" smtClean="0">
                <a:latin typeface="Cambria" pitchFamily="18" charset="0"/>
              </a:rPr>
              <a:t>:,:</a:t>
            </a:r>
            <a:r>
              <a:rPr lang="en-US" sz="6300" dirty="0" err="1" smtClean="0">
                <a:latin typeface="Cambria" pitchFamily="18" charset="0"/>
              </a:rPr>
              <a:t>Tsy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mba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lavin'i</a:t>
            </a:r>
            <a:r>
              <a:rPr lang="en-US" sz="6300" dirty="0" smtClean="0">
                <a:latin typeface="Cambria" pitchFamily="18" charset="0"/>
              </a:rPr>
              <a:t> </a:t>
            </a:r>
            <a:r>
              <a:rPr lang="en-US" sz="6300" dirty="0" err="1" smtClean="0">
                <a:latin typeface="Cambria" pitchFamily="18" charset="0"/>
              </a:rPr>
              <a:t>Jesosy</a:t>
            </a:r>
            <a:r>
              <a:rPr lang="en-US" sz="63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300" dirty="0" err="1" smtClean="0">
                <a:latin typeface="Cambria" pitchFamily="18" charset="0"/>
              </a:rPr>
              <a:t>Izy</a:t>
            </a:r>
            <a:r>
              <a:rPr lang="en-US" sz="6300" dirty="0" smtClean="0">
                <a:latin typeface="Cambria" pitchFamily="18" charset="0"/>
              </a:rPr>
              <a:t> no </a:t>
            </a:r>
            <a:r>
              <a:rPr lang="en-US" sz="6300" dirty="0" err="1" smtClean="0">
                <a:latin typeface="Cambria" pitchFamily="18" charset="0"/>
              </a:rPr>
              <a:t>hidiranay</a:t>
            </a:r>
            <a:r>
              <a:rPr lang="en-US" sz="6300" smtClean="0">
                <a:latin typeface="Cambria" pitchFamily="18" charset="0"/>
              </a:rPr>
              <a:t>:,:"</a:t>
            </a:r>
            <a:endParaRPr lang="en-US" sz="63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185</Words>
  <PresentationFormat>Affichage à l'écran 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504</vt:lpstr>
      <vt:lpstr>HIRA 504</vt:lpstr>
      <vt:lpstr>HIRA 504</vt:lpstr>
      <vt:lpstr>HIRA 504</vt:lpstr>
      <vt:lpstr>HIRA 504</vt:lpstr>
      <vt:lpstr>HIRA 504</vt:lpstr>
      <vt:lpstr>HIRA 504</vt:lpstr>
      <vt:lpstr>HIRA 504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515</dc:title>
  <dc:creator>M</dc:creator>
  <cp:lastModifiedBy>M</cp:lastModifiedBy>
  <cp:revision>6</cp:revision>
  <dcterms:created xsi:type="dcterms:W3CDTF">2012-12-02T11:05:16Z</dcterms:created>
  <dcterms:modified xsi:type="dcterms:W3CDTF">2013-10-16T18:00:34Z</dcterms:modified>
</cp:coreProperties>
</file>