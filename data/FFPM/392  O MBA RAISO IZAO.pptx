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7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392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428604"/>
            <a:ext cx="8929718" cy="64293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 O,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raiso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lovanao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Indro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miandry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helokao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be </a:t>
            </a:r>
          </a:p>
          <a:p>
            <a:pPr>
              <a:buNone/>
            </a:pP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navelany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e,</a:t>
            </a:r>
          </a:p>
          <a:p>
            <a:pPr>
              <a:buNone/>
            </a:pP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fiainana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omeny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57166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392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357166"/>
            <a:ext cx="8858280" cy="650083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Novidiny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hianao</a:t>
            </a:r>
            <a:r>
              <a:rPr lang="en-US" sz="6000" b="1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Ka </a:t>
            </a:r>
            <a:r>
              <a:rPr lang="en-US" sz="6000" b="1" dirty="0" err="1" smtClean="0">
                <a:latin typeface="Cambria" pitchFamily="18" charset="0"/>
              </a:rPr>
              <a:t>ekeo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hatrizao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Izay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omen'i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Jesosy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anao</a:t>
            </a:r>
            <a:r>
              <a:rPr lang="en-US" sz="6000" b="1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O, </a:t>
            </a:r>
            <a:r>
              <a:rPr lang="en-US" sz="6000" b="1" dirty="0" err="1" smtClean="0">
                <a:latin typeface="Cambria" pitchFamily="18" charset="0"/>
              </a:rPr>
              <a:t>mba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raiso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izao</a:t>
            </a:r>
            <a:r>
              <a:rPr lang="en-US" sz="6000" b="1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Misy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lovanao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ao</a:t>
            </a:r>
            <a:r>
              <a:rPr lang="en-US" sz="60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Indro</a:t>
            </a:r>
            <a:r>
              <a:rPr lang="en-US" sz="6000" b="1" dirty="0" smtClean="0">
                <a:latin typeface="Cambria" pitchFamily="18" charset="0"/>
              </a:rPr>
              <a:t>! </a:t>
            </a:r>
            <a:r>
              <a:rPr lang="en-US" sz="6000" b="1" dirty="0" err="1" smtClean="0">
                <a:latin typeface="Cambria" pitchFamily="18" charset="0"/>
              </a:rPr>
              <a:t>Jeso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miandry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anao</a:t>
            </a:r>
            <a:r>
              <a:rPr lang="en-US" sz="6000" b="1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392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357166"/>
            <a:ext cx="8858280" cy="650083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Moa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hadinonao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va</a:t>
            </a:r>
            <a:endParaRPr lang="en-US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olo-mandà</a:t>
            </a:r>
            <a:endParaRPr lang="en-US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tra-nenina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rahatrizay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ataonao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aty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Hotsaraina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ary</a:t>
            </a:r>
            <a:endParaRPr lang="en-US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ovana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indray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392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660" y="428604"/>
            <a:ext cx="8715340" cy="64293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Mpamonjy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hatony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hihaino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Moa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hadinonao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va</a:t>
            </a:r>
            <a:endParaRPr lang="en-US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olo-mandà</a:t>
            </a:r>
            <a:endParaRPr lang="en-US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tra-nenina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rahatrizay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392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428604"/>
            <a:ext cx="9501254" cy="64293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tontolo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mamitaka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afoizo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fandrao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manindao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He,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nandao</a:t>
            </a:r>
            <a:endParaRPr lang="en-US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tontolo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miantso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392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428604"/>
            <a:ext cx="9501254" cy="64293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tonga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indray</a:t>
            </a:r>
            <a:endParaRPr lang="en-US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an-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dapan'ny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Ray,</a:t>
            </a:r>
          </a:p>
          <a:p>
            <a:pPr>
              <a:buNone/>
            </a:pP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ho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velona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mandrakizay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tontolo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en-US" sz="6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Dia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mamitaka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afoizo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fandrao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manindao</a:t>
            </a: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165</Words>
  <PresentationFormat>Affichage à l'écran (4:3)</PresentationFormat>
  <Paragraphs>43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392</vt:lpstr>
      <vt:lpstr>HIRA 392</vt:lpstr>
      <vt:lpstr>HIRA 392</vt:lpstr>
      <vt:lpstr>HIRA 392</vt:lpstr>
      <vt:lpstr>HIRA 392</vt:lpstr>
      <vt:lpstr>HIRA 392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</dc:title>
  <dc:creator>M</dc:creator>
  <cp:lastModifiedBy>M</cp:lastModifiedBy>
  <cp:revision>3</cp:revision>
  <dcterms:created xsi:type="dcterms:W3CDTF">2012-12-09T07:21:48Z</dcterms:created>
  <dcterms:modified xsi:type="dcterms:W3CDTF">2014-06-14T18:43:01Z</dcterms:modified>
</cp:coreProperties>
</file>