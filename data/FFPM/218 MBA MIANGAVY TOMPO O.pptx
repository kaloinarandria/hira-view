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568" autoAdjust="0"/>
    <p:restoredTop sz="94660"/>
  </p:normalViewPr>
  <p:slideViewPr>
    <p:cSldViewPr>
      <p:cViewPr varScale="1">
        <p:scale>
          <a:sx n="36" d="100"/>
          <a:sy n="36" d="100"/>
        </p:scale>
        <p:origin x="-96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32"/>
            <a:ext cx="914403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400" dirty="0" smtClean="0">
                <a:latin typeface="Cambria" pitchFamily="18" charset="0"/>
              </a:rPr>
              <a:t>1. </a:t>
            </a:r>
            <a:r>
              <a:rPr lang="en-US" sz="6400" dirty="0" err="1" smtClean="0">
                <a:latin typeface="Cambria" pitchFamily="18" charset="0"/>
              </a:rPr>
              <a:t>Mba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miangavy</a:t>
            </a:r>
            <a:r>
              <a:rPr lang="en-US" sz="6400" dirty="0" smtClean="0">
                <a:latin typeface="Cambria" pitchFamily="18" charset="0"/>
              </a:rPr>
              <a:t>, </a:t>
            </a:r>
            <a:r>
              <a:rPr lang="en-US" sz="6400" dirty="0" err="1" smtClean="0">
                <a:latin typeface="Cambria" pitchFamily="18" charset="0"/>
              </a:rPr>
              <a:t>Tompo</a:t>
            </a:r>
            <a:r>
              <a:rPr lang="en-US" sz="64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Iraho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ny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Fanahinao</a:t>
            </a:r>
            <a:r>
              <a:rPr lang="en-US" sz="6400" dirty="0" smtClean="0"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Vangio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ny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mpanomponao</a:t>
            </a:r>
            <a:endParaRPr lang="en-US" sz="6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Ampianaro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izy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izao</a:t>
            </a:r>
            <a:endParaRPr lang="fr-FR" sz="6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32"/>
            <a:ext cx="914403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Ampaladio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sofinay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Handraisanay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Tendreo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lelanay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Hahaizanay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32"/>
            <a:ext cx="914403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Hiely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Ambara-pahatonganao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Hampody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navotanao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218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857232"/>
            <a:ext cx="914403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fisaoranay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rahatrizay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77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218 </vt:lpstr>
      <vt:lpstr>HIRA 218 </vt:lpstr>
      <vt:lpstr>HIRA 218 </vt:lpstr>
      <vt:lpstr>HIRA 218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2014-05-05T07:41:25Z</dcterms:modified>
</cp:coreProperties>
</file>