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1646" autoAdjust="0"/>
    <p:restoredTop sz="94660"/>
  </p:normalViewPr>
  <p:slideViewPr>
    <p:cSldViewPr>
      <p:cViewPr varScale="1">
        <p:scale>
          <a:sx n="56" d="100"/>
          <a:sy n="56" d="100"/>
        </p:scale>
        <p:origin x="-84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417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571480"/>
            <a:ext cx="9358314" cy="6000768"/>
          </a:xfrm>
        </p:spPr>
        <p:txBody>
          <a:bodyPr>
            <a:noAutofit/>
          </a:bodyPr>
          <a:lstStyle/>
          <a:p>
            <a:pPr marL="1143000" indent="-1143000">
              <a:buAutoNum type="arabicPeriod"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Nandao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ela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Raiko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 marL="1143000" indent="-1143000"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te-hody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 marL="1143000" indent="-1143000"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Maniry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hiankina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tratranao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te-hody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417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346" y="1071546"/>
            <a:ext cx="8715372" cy="4929222"/>
          </a:xfrm>
        </p:spPr>
        <p:txBody>
          <a:bodyPr>
            <a:noAutofit/>
          </a:bodyPr>
          <a:lstStyle/>
          <a:p>
            <a:pPr marL="1143000" indent="-1143000" algn="ctr"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:,: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Inty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tamy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 marL="1143000" indent="-1143000" algn="ctr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Raiko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malala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ô,</a:t>
            </a:r>
          </a:p>
          <a:p>
            <a:pPr marL="1143000" indent="-1143000" algn="ctr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Raiso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tanako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417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-32" y="642918"/>
            <a:ext cx="9358314" cy="6215082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Maniry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hanana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fiadanam-po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te-hody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hivesatra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zioganao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te-hody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417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346" y="1071546"/>
            <a:ext cx="8715372" cy="4929222"/>
          </a:xfrm>
        </p:spPr>
        <p:txBody>
          <a:bodyPr>
            <a:noAutofit/>
          </a:bodyPr>
          <a:lstStyle/>
          <a:p>
            <a:pPr marL="1143000" indent="-1143000" algn="ctr"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:,: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Inty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tamy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 marL="1143000" indent="-1143000" algn="ctr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Raiko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malala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ô,</a:t>
            </a:r>
          </a:p>
          <a:p>
            <a:pPr marL="1143000" indent="-1143000" algn="ctr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Raiso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tanako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417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346" y="785794"/>
            <a:ext cx="9144000" cy="6072206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Itambesaran’ny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ota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natao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‘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te-hody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Matoky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anefa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horaisinao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‘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te-hody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417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346" y="1071546"/>
            <a:ext cx="8715372" cy="4929222"/>
          </a:xfrm>
        </p:spPr>
        <p:txBody>
          <a:bodyPr>
            <a:noAutofit/>
          </a:bodyPr>
          <a:lstStyle/>
          <a:p>
            <a:pPr marL="1143000" indent="-1143000" algn="ctr"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:,: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Inty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tamy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 marL="1143000" indent="-1143000" algn="ctr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Raiko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malala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ô,</a:t>
            </a:r>
          </a:p>
          <a:p>
            <a:pPr marL="1143000" indent="-1143000" algn="ctr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Raiso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tanako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417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346" y="714356"/>
            <a:ext cx="9144000" cy="6000768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mendrika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zanakao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te-hody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Ataovy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isan'ny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mpanomponao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te-hody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417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346" y="1071546"/>
            <a:ext cx="8715372" cy="4929222"/>
          </a:xfrm>
        </p:spPr>
        <p:txBody>
          <a:bodyPr>
            <a:noAutofit/>
          </a:bodyPr>
          <a:lstStyle/>
          <a:p>
            <a:pPr marL="1143000" indent="-1143000" algn="ctr"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:,: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Inty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tamy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 marL="1143000" indent="-1143000" algn="ctr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Raiko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malala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ô,</a:t>
            </a:r>
          </a:p>
          <a:p>
            <a:pPr marL="1143000" indent="-1143000" algn="ctr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Raiso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tanako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417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346" y="714356"/>
            <a:ext cx="9144000" cy="6143644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Indro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tazako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sandrinao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te-hody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Mitsotra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hisakambina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re,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te-hody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417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346" y="1071546"/>
            <a:ext cx="8715372" cy="4929222"/>
          </a:xfrm>
        </p:spPr>
        <p:txBody>
          <a:bodyPr>
            <a:noAutofit/>
          </a:bodyPr>
          <a:lstStyle/>
          <a:p>
            <a:pPr marL="1143000" indent="-1143000" algn="ctr"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:,: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Inty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tamy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 marL="1143000" indent="-1143000" algn="ctr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Raiko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malala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ô,</a:t>
            </a:r>
          </a:p>
          <a:p>
            <a:pPr marL="1143000" indent="-1143000" algn="ctr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Raiso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tanako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205</Words>
  <PresentationFormat>Affichage à l'écran (4:3)</PresentationFormat>
  <Paragraphs>46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417</vt:lpstr>
      <vt:lpstr>HIRA 417</vt:lpstr>
      <vt:lpstr>HIRA 417</vt:lpstr>
      <vt:lpstr>HIRA 417</vt:lpstr>
      <vt:lpstr>HIRA 417</vt:lpstr>
      <vt:lpstr>HIRA 417</vt:lpstr>
      <vt:lpstr>HIRA 417</vt:lpstr>
      <vt:lpstr>HIRA 417</vt:lpstr>
      <vt:lpstr>HIRA 417</vt:lpstr>
      <vt:lpstr>HIRA 417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417: 1, 3</dc:title>
  <dc:creator>M</dc:creator>
  <cp:lastModifiedBy>M</cp:lastModifiedBy>
  <cp:revision>9</cp:revision>
  <dcterms:created xsi:type="dcterms:W3CDTF">2012-11-26T19:02:01Z</dcterms:created>
  <dcterms:modified xsi:type="dcterms:W3CDTF">2015-03-21T19:29:56Z</dcterms:modified>
</cp:coreProperties>
</file>