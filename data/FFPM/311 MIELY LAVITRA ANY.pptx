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4" r:id="rId4"/>
    <p:sldId id="285" r:id="rId5"/>
    <p:sldId id="286" r:id="rId6"/>
    <p:sldId id="287" r:id="rId7"/>
    <p:sldId id="288" r:id="rId8"/>
    <p:sldId id="28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Miely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lavitra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marobe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lza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hankany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Hanorina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sekoly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Hitory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Hamaky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Baiboly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Milaza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tsoa</a:t>
            </a:r>
            <a:r>
              <a:rPr lang="fr-FR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lndreny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Tsinjovy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zareo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mpitory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hafoinareo</a:t>
            </a:r>
            <a:r>
              <a:rPr lang="fr-FR" sz="6600" dirty="0" smtClean="0">
                <a:latin typeface="Cambria" pitchFamily="18" charset="0"/>
              </a:rPr>
              <a:t>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Nandao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lapa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hanompo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Nanolotra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Lohan'ny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mpiandry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Tendreo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irakao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reraka</a:t>
            </a:r>
            <a:r>
              <a:rPr lang="fr-FR" sz="6600" dirty="0" smtClean="0">
                <a:latin typeface="Cambria" pitchFamily="18" charset="0"/>
              </a:rPr>
              <a:t> ka </a:t>
            </a:r>
            <a:r>
              <a:rPr lang="fr-FR" sz="6600" dirty="0" err="1" smtClean="0">
                <a:latin typeface="Cambria" pitchFamily="18" charset="0"/>
              </a:rPr>
              <a:t>mandry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ondrikelinao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mpitory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Handeha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ankehitrio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akory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veloma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famonjena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Miaramila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manolo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iraka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Na </a:t>
            </a:r>
            <a:r>
              <a:rPr lang="fr-FR" sz="6600" dirty="0" err="1" smtClean="0">
                <a:latin typeface="Cambria" pitchFamily="18" charset="0"/>
              </a:rPr>
              <a:t>lavitra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Hanendry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hoe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"</a:t>
            </a: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hankany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Iraho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e!"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146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311</vt:lpstr>
      <vt:lpstr>HIRA 311</vt:lpstr>
      <vt:lpstr>HIRA 311</vt:lpstr>
      <vt:lpstr>HIRA 311</vt:lpstr>
      <vt:lpstr>HIRA 311</vt:lpstr>
      <vt:lpstr>HIRA 311</vt:lpstr>
      <vt:lpstr>HIRA 311</vt:lpstr>
      <vt:lpstr>HIRA 311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3</cp:revision>
  <dcterms:created xsi:type="dcterms:W3CDTF">2012-11-04T17:25:30Z</dcterms:created>
  <dcterms:modified xsi:type="dcterms:W3CDTF">2012-12-28T20:33:48Z</dcterms:modified>
</cp:coreProperties>
</file>