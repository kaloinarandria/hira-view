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Ry Jeso Mpamonjy malala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Indreto ny </a:t>
            </a:r>
            <a:r>
              <a:rPr lang="fi-FI" sz="6600" dirty="0" smtClean="0">
                <a:latin typeface="Cambria" pitchFamily="18" charset="0"/>
              </a:rPr>
              <a:t>mpanomponao</a:t>
            </a: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misy izay </a:t>
            </a:r>
            <a:r>
              <a:rPr lang="fi-FI" sz="6600" dirty="0" smtClean="0">
                <a:latin typeface="Cambria" pitchFamily="18" charset="0"/>
              </a:rPr>
              <a:t>mankahala</a:t>
            </a: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Matoky fa manana Anao.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</a:t>
            </a:r>
            <a:r>
              <a:rPr lang="fi-FI" sz="6600" dirty="0" smtClean="0">
                <a:latin typeface="Cambria" pitchFamily="18" charset="0"/>
              </a:rPr>
              <a:t>Jereo, jereo!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vonon-kanaraka Anao.:,: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Ny tafika ataon’i Satana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Milofo hamotraka anay;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Avia, ry Jeso! Mitantana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mioman-kandresy izahay.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</a:t>
            </a:r>
            <a:r>
              <a:rPr lang="fi-FI" sz="6600" dirty="0" smtClean="0">
                <a:latin typeface="Cambria" pitchFamily="18" charset="0"/>
              </a:rPr>
              <a:t>Jereo, jereo!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vonon-kanaraka Anao.:,: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3. Na zovy mioman-kandrafy, 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Irianay hanaraka Anao; 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Na iza hisakana mafy,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Hijoro, fa manana Anao.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</a:t>
            </a:r>
            <a:r>
              <a:rPr lang="fi-FI" sz="6600" dirty="0" smtClean="0">
                <a:latin typeface="Cambria" pitchFamily="18" charset="0"/>
              </a:rPr>
              <a:t>Jereo, jereo!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vonon-kanaraka Anao.:,: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4. Ireo nentinao voatantara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No feo mampahery anay;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Ny tokin'ireo Maritiora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Faneva mitarika anay: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638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:,:</a:t>
            </a:r>
            <a:r>
              <a:rPr lang="fi-FI" sz="6600" dirty="0" smtClean="0">
                <a:latin typeface="Cambria" pitchFamily="18" charset="0"/>
              </a:rPr>
              <a:t>Jereo, jereo!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vonon-kanaraka Anao.:,: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128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638</vt:lpstr>
      <vt:lpstr>HIRA 638</vt:lpstr>
      <vt:lpstr>HIRA 638</vt:lpstr>
      <vt:lpstr>HIRA 638</vt:lpstr>
      <vt:lpstr>HIRA 638</vt:lpstr>
      <vt:lpstr>HIRA 638</vt:lpstr>
      <vt:lpstr>HIRA 638</vt:lpstr>
      <vt:lpstr>HIRA 638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8</cp:revision>
  <dcterms:created xsi:type="dcterms:W3CDTF">2012-12-08T21:04:49Z</dcterms:created>
  <dcterms:modified xsi:type="dcterms:W3CDTF">2013-01-18T19:42:04Z</dcterms:modified>
</cp:coreProperties>
</file>