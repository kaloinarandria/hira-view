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62" r:id="rId5"/>
    <p:sldId id="263" r:id="rId6"/>
    <p:sldId id="260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0" d="100"/>
          <a:sy n="60" d="100"/>
        </p:scale>
        <p:origin x="-27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03/06/2014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714356"/>
          </a:xfrm>
        </p:spPr>
        <p:txBody>
          <a:bodyPr>
            <a:no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9215502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Alina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Tonga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Mpanavotra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teraka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Bethlehema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286412" cy="1143000"/>
          </a:xfrm>
        </p:spPr>
        <p:txBody>
          <a:bodyPr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sz="4000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00108"/>
            <a:ext cx="8072494" cy="5715016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Mpanjakan'i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Jerosalema</a:t>
            </a:r>
            <a:endParaRPr lang="fr-F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  <a:endParaRPr lang="fr-FR" sz="72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000792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358246" cy="5786454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2. Alina masina,</a:t>
            </a:r>
          </a:p>
          <a:p>
            <a:pPr marL="996696" indent="-914400"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Ny anjely midina</a:t>
            </a:r>
          </a:p>
          <a:p>
            <a:pPr marL="996696" indent="-914400"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Ka miara-mihoby hoe </a:t>
            </a: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:</a:t>
            </a:r>
            <a:endParaRPr lang="pt-BR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6000792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8929718" cy="5572140"/>
          </a:xfrm>
        </p:spPr>
        <p:txBody>
          <a:bodyPr>
            <a:noAutofit/>
          </a:bodyPr>
          <a:lstStyle/>
          <a:p>
            <a:pPr marL="996696" indent="-914400" algn="ctr"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Indro </a:t>
            </a: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ny </a:t>
            </a: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fiadanam-be</a:t>
            </a:r>
            <a:endParaRPr lang="pt-BR" sz="72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 marL="996696" indent="-914400" algn="ctr">
              <a:buNone/>
            </a:pPr>
            <a:r>
              <a:rPr lang="pt-BR" sz="7200" b="1" dirty="0" smtClean="0">
                <a:solidFill>
                  <a:srgbClr val="002060"/>
                </a:solidFill>
                <a:latin typeface="Cambria" pitchFamily="18" charset="0"/>
              </a:rPr>
              <a:t>:,: Jeso teraka izao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35785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857892"/>
          </a:xfrm>
        </p:spPr>
        <p:txBody>
          <a:bodyPr>
            <a:noAutofit/>
          </a:bodyPr>
          <a:lstStyle/>
          <a:p>
            <a:pPr marL="996696" indent="-914400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Alina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masina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96696" indent="-914400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Nisehon'ny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Zanaka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96696" indent="-914400">
              <a:buNone/>
            </a:pP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mazava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niposaka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  <a:endParaRPr lang="en-US" sz="72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428728" y="0"/>
            <a:ext cx="5357850" cy="114300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58</a:t>
            </a:r>
            <a:endParaRPr lang="fr-FR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357298"/>
            <a:ext cx="8929718" cy="5357826"/>
          </a:xfrm>
        </p:spPr>
        <p:txBody>
          <a:bodyPr>
            <a:noAutofit/>
          </a:bodyPr>
          <a:lstStyle/>
          <a:p>
            <a:pPr marL="996696" indent="-914400"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tahotra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afaka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 marL="996696" indent="-914400" algn="ctr">
              <a:buNone/>
            </a:pP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Mifalia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72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n-US" sz="72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73</Words>
  <PresentationFormat>Affichage à l'écran (4:3)</PresentationFormat>
  <Paragraphs>21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58</vt:lpstr>
      <vt:lpstr>HIRA 58</vt:lpstr>
      <vt:lpstr>HIRA 58</vt:lpstr>
      <vt:lpstr>HIRA 58</vt:lpstr>
      <vt:lpstr>HIRA 58</vt:lpstr>
      <vt:lpstr>HIRA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44</dc:title>
  <dc:creator>M</dc:creator>
  <cp:lastModifiedBy>M</cp:lastModifiedBy>
  <cp:revision>14</cp:revision>
  <dcterms:created xsi:type="dcterms:W3CDTF">2012-10-02T21:52:07Z</dcterms:created>
  <dcterms:modified xsi:type="dcterms:W3CDTF">2014-06-03T19:49:56Z</dcterms:modified>
</cp:coreProperties>
</file>