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1" r:id="rId4"/>
    <p:sldId id="256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80"/>
            <a:ext cx="1007275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mitsaoka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80"/>
            <a:ext cx="1042991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Ray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Tongava</a:t>
            </a:r>
            <a:r>
              <a:rPr lang="en-US" sz="6600" dirty="0" smtClean="0">
                <a:latin typeface="Cambria" pitchFamily="18" charset="0"/>
              </a:rPr>
              <a:t> re, 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tahio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000108"/>
            <a:ext cx="1021563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Kristy ô,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fìtia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haja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56"/>
            <a:ext cx="950125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</a:t>
            </a:r>
            <a:r>
              <a:rPr lang="en-US" sz="6600" dirty="0" smtClean="0">
                <a:latin typeface="Cambria" pitchFamily="18" charset="0"/>
              </a:rPr>
              <a:t>.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Sasao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voadio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hanara-dia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70"/>
            <a:ext cx="1042991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mitsahatra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Tsitoha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Ray,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122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169</vt:lpstr>
      <vt:lpstr>HIRA 169</vt:lpstr>
      <vt:lpstr>HIRA 169</vt:lpstr>
      <vt:lpstr>HIRA 169</vt:lpstr>
      <vt:lpstr>HIRA 169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167: 1, 2, 3</dc:title>
  <dc:creator>M</dc:creator>
  <cp:lastModifiedBy>M</cp:lastModifiedBy>
  <cp:revision>10</cp:revision>
  <dcterms:created xsi:type="dcterms:W3CDTF">2012-10-02T21:12:01Z</dcterms:created>
  <dcterms:modified xsi:type="dcterms:W3CDTF">2013-07-25T18:58:47Z</dcterms:modified>
</cp:coreProperties>
</file>