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64" autoAdjust="0"/>
    <p:restoredTop sz="94660"/>
  </p:normalViewPr>
  <p:slideViewPr>
    <p:cSldViewPr>
      <p:cViewPr varScale="1">
        <p:scale>
          <a:sx n="39" d="100"/>
          <a:sy n="39" d="100"/>
        </p:scale>
        <p:origin x="-102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235 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Tafavory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anatrehanao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hivavaka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2. Te-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hianatra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vavakay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Manampia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3. Fa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mangataka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Fanampiana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ampianao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Dia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diso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4. 'Zay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anananay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Entinay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midera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hazoto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235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handroso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hifaly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fitianao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235 </vt:lpstr>
      <vt:lpstr>Hira 235 </vt:lpstr>
      <vt:lpstr>Hira 235 </vt:lpstr>
      <vt:lpstr>Hira 235 </vt:lpstr>
      <vt:lpstr>Hira 235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4</cp:revision>
  <dcterms:created xsi:type="dcterms:W3CDTF">2012-11-26T19:15:45Z</dcterms:created>
  <dcterms:modified xsi:type="dcterms:W3CDTF">2014-05-12T09:16:07Z</dcterms:modified>
</cp:coreProperties>
</file>