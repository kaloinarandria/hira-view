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21/05/2013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301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es-ES" sz="6600" dirty="0" smtClean="0">
                <a:latin typeface="Cambria" pitchFamily="18" charset="0"/>
              </a:rPr>
              <a:t>He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sahanao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Mpamonjy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smtClean="0">
                <a:latin typeface="Cambria" pitchFamily="18" charset="0"/>
              </a:rPr>
              <a:t>ô! 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rehetra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be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vokatra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Fa </a:t>
            </a:r>
            <a:r>
              <a:rPr lang="es-ES" sz="6600" dirty="0" err="1" smtClean="0">
                <a:latin typeface="Cambria" pitchFamily="18" charset="0"/>
              </a:rPr>
              <a:t>vitsy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mpanao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301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s-ES" sz="6600" dirty="0" smtClean="0">
                <a:latin typeface="Cambria" pitchFamily="18" charset="0"/>
              </a:rPr>
              <a:t>2. </a:t>
            </a:r>
            <a:r>
              <a:rPr lang="es-ES" sz="6600" dirty="0" err="1" smtClean="0">
                <a:latin typeface="Cambria" pitchFamily="18" charset="0"/>
              </a:rPr>
              <a:t>Indreto</a:t>
            </a:r>
            <a:r>
              <a:rPr lang="es-ES" sz="6600" dirty="0" smtClean="0">
                <a:latin typeface="Cambria" pitchFamily="18" charset="0"/>
              </a:rPr>
              <a:t>, tonga </a:t>
            </a:r>
            <a:r>
              <a:rPr lang="es-ES" sz="6600" dirty="0" err="1" smtClean="0">
                <a:latin typeface="Cambria" pitchFamily="18" charset="0"/>
              </a:rPr>
              <a:t>izahay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Hivavaka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Hanolotra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tenanay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Hiasa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301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s-ES" sz="6600" dirty="0" smtClean="0">
                <a:latin typeface="Cambria" pitchFamily="18" charset="0"/>
              </a:rPr>
              <a:t>3.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firenena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marobe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nosy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tahio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Indrindra</a:t>
            </a:r>
            <a:r>
              <a:rPr lang="es-ES" sz="6600" dirty="0" smtClean="0">
                <a:latin typeface="Cambria" pitchFamily="18" charset="0"/>
              </a:rPr>
              <a:t> fa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Nosinay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</a:t>
            </a:r>
            <a:r>
              <a:rPr lang="es-ES" sz="6600" dirty="0" smtClean="0">
                <a:latin typeface="Cambria" pitchFamily="18" charset="0"/>
              </a:rPr>
              <a:t> ô, </a:t>
            </a:r>
            <a:r>
              <a:rPr lang="es-ES" sz="6600" dirty="0" err="1" smtClean="0">
                <a:latin typeface="Cambria" pitchFamily="18" charset="0"/>
              </a:rPr>
              <a:t>ahio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301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s-ES" sz="6600" dirty="0" smtClean="0">
                <a:latin typeface="Cambria" pitchFamily="18" charset="0"/>
              </a:rPr>
              <a:t>4. </a:t>
            </a:r>
            <a:r>
              <a:rPr lang="es-ES" sz="6600" dirty="0" err="1" smtClean="0">
                <a:latin typeface="Cambria" pitchFamily="18" charset="0"/>
              </a:rPr>
              <a:t>Vimbinonao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irakao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feony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hamamio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Indrindra</a:t>
            </a:r>
            <a:r>
              <a:rPr lang="es-ES" sz="6600" dirty="0" smtClean="0">
                <a:latin typeface="Cambria" pitchFamily="18" charset="0"/>
              </a:rPr>
              <a:t> fa </a:t>
            </a:r>
            <a:r>
              <a:rPr lang="es-ES" sz="6600" dirty="0" err="1" smtClean="0">
                <a:latin typeface="Cambria" pitchFamily="18" charset="0"/>
              </a:rPr>
              <a:t>omeonao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zotom-po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madio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</a:t>
            </a:r>
            <a:r>
              <a:rPr lang="fr-FR" sz="4800" b="1" dirty="0" smtClean="0">
                <a:solidFill>
                  <a:srgbClr val="0070C0"/>
                </a:solidFill>
              </a:rPr>
              <a:t>301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s-ES" sz="6600" dirty="0" smtClean="0">
                <a:latin typeface="Cambria" pitchFamily="18" charset="0"/>
              </a:rPr>
              <a:t>5. </a:t>
            </a:r>
            <a:r>
              <a:rPr lang="es-ES" sz="6600" dirty="0" err="1" smtClean="0">
                <a:latin typeface="Cambria" pitchFamily="18" charset="0"/>
              </a:rPr>
              <a:t>Tahio</a:t>
            </a:r>
            <a:r>
              <a:rPr lang="es-ES" sz="6600" dirty="0" smtClean="0">
                <a:latin typeface="Cambria" pitchFamily="18" charset="0"/>
              </a:rPr>
              <a:t> re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olonao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Hihaino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hanoa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hahitany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aminao</a:t>
            </a:r>
            <a:endParaRPr lang="es-E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antra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mahasoa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  <a:p>
            <a:pPr marL="1143000" indent="-1143000">
              <a:buNone/>
            </a:pPr>
            <a:r>
              <a:rPr lang="es-E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104</Words>
  <PresentationFormat>Affichage à l'écran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301</vt:lpstr>
      <vt:lpstr>Hira 301</vt:lpstr>
      <vt:lpstr>Hira 301</vt:lpstr>
      <vt:lpstr>Hira 301</vt:lpstr>
      <vt:lpstr>Hira 301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M</cp:lastModifiedBy>
  <cp:revision>6</cp:revision>
  <dcterms:created xsi:type="dcterms:W3CDTF">2012-11-04T17:25:30Z</dcterms:created>
  <dcterms:modified xsi:type="dcterms:W3CDTF">2013-05-21T16:38:30Z</dcterms:modified>
</cp:coreProperties>
</file>