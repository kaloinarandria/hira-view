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0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deraina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Andriamanitray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fototr'aina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Mpikarakara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zavaboahary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tananao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tena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lavorary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fandaharanao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deraina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Mpamonjinay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Nijaly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noratraina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maty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solonay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naharesy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fahavalonay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Natsangana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handresy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fiainanay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deraina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Fanahy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herinao</a:t>
            </a:r>
            <a:r>
              <a:rPr lang="fr-FR" sz="7200" dirty="0" smtClean="0">
                <a:latin typeface="Cambria" pitchFamily="18" charset="0"/>
              </a:rPr>
              <a:t>, no </a:t>
            </a:r>
            <a:r>
              <a:rPr lang="fr-FR" sz="7200" dirty="0" err="1" smtClean="0">
                <a:latin typeface="Cambria" pitchFamily="18" charset="0"/>
              </a:rPr>
              <a:t>aina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Hamelona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tokoa</a:t>
            </a:r>
            <a:r>
              <a:rPr lang="fr-FR" sz="7200" dirty="0" smtClean="0">
                <a:latin typeface="Cambria" pitchFamily="18" charset="0"/>
              </a:rPr>
              <a:t>;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mikarakara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fiangonanao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Manova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manatsara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tontolo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deraina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Telo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Iray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Hobina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hiraina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Andriamanitray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He,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foto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tsoa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lainanay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aty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ho </a:t>
            </a:r>
            <a:r>
              <a:rPr lang="fr-FR" sz="7200" dirty="0" err="1" smtClean="0">
                <a:latin typeface="Cambria" pitchFamily="18" charset="0"/>
              </a:rPr>
              <a:t>izany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koa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Mandrakizay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doria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197</vt:lpstr>
      <vt:lpstr>HIRA 197</vt:lpstr>
      <vt:lpstr>HIRA 197</vt:lpstr>
      <vt:lpstr>HIRA 197</vt:lpstr>
      <vt:lpstr>HIRA 197</vt:lpstr>
      <vt:lpstr>HIRA 197</vt:lpstr>
      <vt:lpstr>HIRA 197</vt:lpstr>
      <vt:lpstr>HIRA 197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2013-11-29T10:14:12Z</dcterms:modified>
</cp:coreProperties>
</file>