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0" d="100"/>
          <a:sy n="60" d="100"/>
        </p:scale>
        <p:origin x="-210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26/07/2014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26/07/2014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26/07/2014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26/07/2014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26/07/2014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26/07/2014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26/07/2014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26/07/2014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26/07/2014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26/07/2014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26/07/2014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26/07/2014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500042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latin typeface="Cambria" pitchFamily="18" charset="0"/>
              </a:rPr>
              <a:t>HIRA 640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1. Misy fahavalo maro,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Te-hiady aminay,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Faly sy miravoravo,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Raha mamotraka anay;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571480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latin typeface="Cambria" pitchFamily="18" charset="0"/>
              </a:rPr>
              <a:t>HIRA 640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Izahay tsy manan-kery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Handresenay azy ireo;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Ry Mpamonjy olom-bery!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Jeso Tompo ô! Vonjeo.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571480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latin typeface="Cambria" pitchFamily="18" charset="0"/>
              </a:rPr>
              <a:t>HIRA 640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2. He! Mibaiko ny devoly,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Ilay mpihaza aina soa,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Ka mikendry hanangoly 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Sy handatsaka aina koa;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428604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latin typeface="Cambria" pitchFamily="18" charset="0"/>
              </a:rPr>
              <a:t>HIRA 640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Tsy mba misy izay hanampy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Hampandositra azy izao;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Hianao no tsy manary 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Jeso Tompo ô! Vonjeo.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500042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latin typeface="Cambria" pitchFamily="18" charset="0"/>
              </a:rPr>
              <a:t>HIRA 640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3. Indreo ny fandrika harato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Izay mivelatra avokoa, 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Tsara sy milantolanto,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Toa fiainana tokoa;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latin typeface="Cambria" pitchFamily="18" charset="0"/>
              </a:rPr>
              <a:t>HIRA 640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Kanjo, indrisy ny mahazo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Izay fatoran'izy ireo;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Tsy mba hainy ny miala: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Jeso Tompo ô! Vonjeo.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500042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latin typeface="Cambria" pitchFamily="18" charset="0"/>
              </a:rPr>
              <a:t>HIRA 640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4. Miomàna, ry sakaiza!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Be </a:t>
            </a:r>
            <a:r>
              <a:rPr lang="fi-FI" sz="6600" smtClean="0">
                <a:latin typeface="Cambria" pitchFamily="18" charset="0"/>
              </a:rPr>
              <a:t>ny fahavalonao</a:t>
            </a:r>
            <a:endParaRPr lang="fi-FI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Mitandrema sy mahaiza,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Sarotra ny làlanao;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latin typeface="Cambria" pitchFamily="18" charset="0"/>
              </a:rPr>
              <a:t>HIRA 640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Aza mba matoky tena,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Fa ny Tompo no jereo; 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Indrisy re ny halemena: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Jeso Tompo ô! </a:t>
            </a:r>
            <a:r>
              <a:rPr lang="fi-FI" sz="6600" smtClean="0">
                <a:latin typeface="Cambria" pitchFamily="18" charset="0"/>
              </a:rPr>
              <a:t>Vonjeo.</a:t>
            </a:r>
            <a:endParaRPr lang="fi-FI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169</Words>
  <PresentationFormat>Affichage à l'écran (4:3)</PresentationFormat>
  <Paragraphs>40</Paragraphs>
  <Slides>8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9" baseType="lpstr">
      <vt:lpstr>Thème Office</vt:lpstr>
      <vt:lpstr>HIRA 640</vt:lpstr>
      <vt:lpstr>HIRA 640</vt:lpstr>
      <vt:lpstr>HIRA 640</vt:lpstr>
      <vt:lpstr>HIRA 640</vt:lpstr>
      <vt:lpstr>HIRA 640</vt:lpstr>
      <vt:lpstr>HIRA 640</vt:lpstr>
      <vt:lpstr>HIRA 640</vt:lpstr>
      <vt:lpstr>HIRA 640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550</dc:title>
  <dc:creator>M</dc:creator>
  <cp:lastModifiedBy>M</cp:lastModifiedBy>
  <cp:revision>13</cp:revision>
  <dcterms:created xsi:type="dcterms:W3CDTF">2012-12-08T21:04:49Z</dcterms:created>
  <dcterms:modified xsi:type="dcterms:W3CDTF">2014-07-26T10:29:50Z</dcterms:modified>
</cp:coreProperties>
</file>