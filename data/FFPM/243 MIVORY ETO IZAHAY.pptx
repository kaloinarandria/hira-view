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42910" y="928670"/>
            <a:ext cx="850109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Mivory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hambara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Tolory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fahendrena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irakao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71472" y="714356"/>
            <a:ext cx="857252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fon'izay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mihaino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Sokafy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rahateo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hirakitra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243</vt:lpstr>
      <vt:lpstr>Hira 243</vt:lpstr>
      <vt:lpstr>Hira 243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</dc:creator>
  <cp:lastModifiedBy>M</cp:lastModifiedBy>
  <cp:revision>4</cp:revision>
  <dcterms:created xsi:type="dcterms:W3CDTF">2012-11-04T17:53:43Z</dcterms:created>
  <dcterms:modified xsi:type="dcterms:W3CDTF">2014-07-26T18:25:33Z</dcterms:modified>
</cp:coreProperties>
</file>