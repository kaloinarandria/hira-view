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4" r:id="rId2"/>
    <p:sldId id="275" r:id="rId3"/>
    <p:sldId id="276" r:id="rId4"/>
    <p:sldId id="277" r:id="rId5"/>
    <p:sldId id="278" r:id="rId6"/>
    <p:sldId id="279" r:id="rId7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22179" autoAdjust="0"/>
    <p:restoredTop sz="94660"/>
  </p:normalViewPr>
  <p:slideViewPr>
    <p:cSldViewPr>
      <p:cViewPr varScale="1">
        <p:scale>
          <a:sx n="37" d="100"/>
          <a:sy n="37" d="100"/>
        </p:scale>
        <p:origin x="-72" y="-4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05/05/2014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05/05/2014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05/05/2014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05/05/2014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05/05/2014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05/05/2014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05/05/2014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642918"/>
          </a:xfrm>
        </p:spPr>
        <p:txBody>
          <a:bodyPr>
            <a:normAutofit fontScale="90000"/>
          </a:bodyPr>
          <a:lstStyle/>
          <a:p>
            <a:pPr algn="ctr"/>
            <a:r>
              <a:rPr lang="fr-FR" sz="5400" b="1" dirty="0" smtClean="0">
                <a:solidFill>
                  <a:srgbClr val="0070C0"/>
                </a:solidFill>
                <a:latin typeface="Cambria" pitchFamily="18" charset="0"/>
              </a:rPr>
              <a:t>HIRA </a:t>
            </a:r>
            <a:r>
              <a:rPr lang="fr-FR" sz="5400" b="1" dirty="0" smtClean="0">
                <a:solidFill>
                  <a:srgbClr val="0070C0"/>
                </a:solidFill>
                <a:latin typeface="Cambria" pitchFamily="18" charset="0"/>
              </a:rPr>
              <a:t>217</a:t>
            </a:r>
            <a:endParaRPr lang="fr-FR" sz="54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42908" y="857232"/>
            <a:ext cx="9144000" cy="59293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1. </a:t>
            </a:r>
            <a:r>
              <a:rPr lang="en-US" sz="6600" dirty="0" err="1" smtClean="0">
                <a:latin typeface="Cambria" pitchFamily="18" charset="0"/>
              </a:rPr>
              <a:t>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Jesosy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Tomponay</a:t>
            </a:r>
            <a:r>
              <a:rPr lang="en-US" sz="6600" dirty="0" smtClean="0"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Indreto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izahay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mivory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Nefa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mahay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mandray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Izay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ambaranao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akory</a:t>
            </a:r>
            <a:endParaRPr lang="en-US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642918"/>
          </a:xfrm>
        </p:spPr>
        <p:txBody>
          <a:bodyPr>
            <a:normAutofit fontScale="90000"/>
          </a:bodyPr>
          <a:lstStyle/>
          <a:p>
            <a:pPr algn="ctr"/>
            <a:r>
              <a:rPr lang="fr-FR" sz="5400" b="1" dirty="0" smtClean="0">
                <a:solidFill>
                  <a:srgbClr val="0070C0"/>
                </a:solidFill>
                <a:latin typeface="Cambria" pitchFamily="18" charset="0"/>
              </a:rPr>
              <a:t>HIRA </a:t>
            </a:r>
            <a:r>
              <a:rPr lang="fr-FR" sz="5400" b="1" dirty="0" smtClean="0">
                <a:solidFill>
                  <a:srgbClr val="0070C0"/>
                </a:solidFill>
                <a:latin typeface="Cambria" pitchFamily="18" charset="0"/>
              </a:rPr>
              <a:t>217</a:t>
            </a:r>
            <a:endParaRPr lang="fr-FR" sz="54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346" y="1285860"/>
            <a:ext cx="9144000" cy="550070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Ka </a:t>
            </a:r>
            <a:r>
              <a:rPr lang="en-US" sz="6600" dirty="0" err="1" smtClean="0">
                <a:latin typeface="Cambria" pitchFamily="18" charset="0"/>
              </a:rPr>
              <a:t>iraho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Fanahy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Mba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hanampy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hitahy</a:t>
            </a:r>
            <a:endParaRPr lang="fr-FR" sz="6600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642918"/>
          </a:xfrm>
        </p:spPr>
        <p:txBody>
          <a:bodyPr>
            <a:normAutofit fontScale="90000"/>
          </a:bodyPr>
          <a:lstStyle/>
          <a:p>
            <a:pPr algn="ctr"/>
            <a:r>
              <a:rPr lang="fr-FR" sz="5400" b="1" dirty="0" smtClean="0">
                <a:solidFill>
                  <a:srgbClr val="0070C0"/>
                </a:solidFill>
                <a:latin typeface="Cambria" pitchFamily="18" charset="0"/>
              </a:rPr>
              <a:t>HIRA </a:t>
            </a:r>
            <a:r>
              <a:rPr lang="fr-FR" sz="5400" b="1" dirty="0" smtClean="0">
                <a:solidFill>
                  <a:srgbClr val="0070C0"/>
                </a:solidFill>
                <a:latin typeface="Cambria" pitchFamily="18" charset="0"/>
              </a:rPr>
              <a:t>217</a:t>
            </a:r>
            <a:endParaRPr lang="fr-FR" sz="54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42908" y="857232"/>
            <a:ext cx="9144000" cy="59293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2. </a:t>
            </a:r>
            <a:r>
              <a:rPr lang="en-US" sz="6600" dirty="0" err="1" smtClean="0">
                <a:latin typeface="Cambria" pitchFamily="18" charset="0"/>
              </a:rPr>
              <a:t>Maizin-tsaina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izahay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Fa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taranaka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mpanota</a:t>
            </a:r>
            <a:r>
              <a:rPr lang="en-US" sz="6600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Simba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fanahinay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Tena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voasaron'ota</a:t>
            </a:r>
            <a:r>
              <a:rPr lang="en-US" sz="6600" dirty="0" smtClean="0">
                <a:latin typeface="Cambria" pitchFamily="18" charset="0"/>
              </a:rPr>
              <a:t>,</a:t>
            </a:r>
            <a:endParaRPr lang="en-US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642918"/>
          </a:xfrm>
        </p:spPr>
        <p:txBody>
          <a:bodyPr>
            <a:normAutofit fontScale="90000"/>
          </a:bodyPr>
          <a:lstStyle/>
          <a:p>
            <a:pPr algn="ctr"/>
            <a:r>
              <a:rPr lang="fr-FR" sz="5400" b="1" dirty="0" smtClean="0">
                <a:solidFill>
                  <a:srgbClr val="0070C0"/>
                </a:solidFill>
                <a:latin typeface="Cambria" pitchFamily="18" charset="0"/>
              </a:rPr>
              <a:t>HIRA </a:t>
            </a:r>
            <a:r>
              <a:rPr lang="fr-FR" sz="5400" b="1" dirty="0" smtClean="0">
                <a:solidFill>
                  <a:srgbClr val="0070C0"/>
                </a:solidFill>
                <a:latin typeface="Cambria" pitchFamily="18" charset="0"/>
              </a:rPr>
              <a:t>217</a:t>
            </a:r>
            <a:endParaRPr lang="fr-FR" sz="54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346" y="1285860"/>
            <a:ext cx="9144000" cy="550070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Tompo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tsara</a:t>
            </a:r>
            <a:r>
              <a:rPr lang="en-US" sz="6600" dirty="0" smtClean="0">
                <a:latin typeface="Cambria" pitchFamily="18" charset="0"/>
              </a:rPr>
              <a:t> ô, </a:t>
            </a:r>
            <a:r>
              <a:rPr lang="en-US" sz="6600" dirty="0" err="1" smtClean="0">
                <a:latin typeface="Cambria" pitchFamily="18" charset="0"/>
              </a:rPr>
              <a:t>tongava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Aposahy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mazava</a:t>
            </a:r>
            <a:r>
              <a:rPr lang="en-US" sz="6600" dirty="0" smtClean="0">
                <a:latin typeface="Cambria" pitchFamily="18" charset="0"/>
              </a:rPr>
              <a:t>.</a:t>
            </a:r>
            <a:endParaRPr lang="en-US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642918"/>
          </a:xfrm>
        </p:spPr>
        <p:txBody>
          <a:bodyPr>
            <a:normAutofit fontScale="90000"/>
          </a:bodyPr>
          <a:lstStyle/>
          <a:p>
            <a:pPr algn="ctr"/>
            <a:r>
              <a:rPr lang="fr-FR" sz="5400" b="1" dirty="0" smtClean="0">
                <a:solidFill>
                  <a:srgbClr val="0070C0"/>
                </a:solidFill>
                <a:latin typeface="Cambria" pitchFamily="18" charset="0"/>
              </a:rPr>
              <a:t>HIRA </a:t>
            </a:r>
            <a:r>
              <a:rPr lang="fr-FR" sz="5400" b="1" dirty="0" smtClean="0">
                <a:solidFill>
                  <a:srgbClr val="0070C0"/>
                </a:solidFill>
                <a:latin typeface="Cambria" pitchFamily="18" charset="0"/>
              </a:rPr>
              <a:t>217</a:t>
            </a:r>
            <a:endParaRPr lang="fr-FR" sz="54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42908" y="857232"/>
            <a:ext cx="9144000" cy="59293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3. </a:t>
            </a:r>
            <a:r>
              <a:rPr lang="en-US" sz="6600" dirty="0" err="1" smtClean="0">
                <a:latin typeface="Cambria" pitchFamily="18" charset="0"/>
              </a:rPr>
              <a:t>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Mazava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lehibe</a:t>
            </a:r>
            <a:r>
              <a:rPr lang="en-US" sz="6600" dirty="0" smtClean="0">
                <a:latin typeface="Cambria" pitchFamily="18" charset="0"/>
              </a:rPr>
              <a:t>,	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Taominao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malaina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Tairo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mba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hifoha</a:t>
            </a:r>
            <a:r>
              <a:rPr lang="en-US" sz="6600" dirty="0" smtClean="0">
                <a:latin typeface="Cambria" pitchFamily="18" charset="0"/>
              </a:rPr>
              <a:t> re,</a:t>
            </a: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Ka </a:t>
            </a:r>
            <a:r>
              <a:rPr lang="en-US" sz="6600" dirty="0" err="1" smtClean="0">
                <a:latin typeface="Cambria" pitchFamily="18" charset="0"/>
              </a:rPr>
              <a:t>handray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tenin'aina</a:t>
            </a:r>
            <a:r>
              <a:rPr lang="en-US" sz="6600" dirty="0" smtClean="0">
                <a:latin typeface="Cambria" pitchFamily="18" charset="0"/>
              </a:rPr>
              <a:t>;</a:t>
            </a:r>
            <a:endParaRPr lang="en-US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642918"/>
          </a:xfrm>
        </p:spPr>
        <p:txBody>
          <a:bodyPr>
            <a:normAutofit fontScale="90000"/>
          </a:bodyPr>
          <a:lstStyle/>
          <a:p>
            <a:pPr algn="ctr"/>
            <a:r>
              <a:rPr lang="fr-FR" sz="5400" b="1" dirty="0" smtClean="0">
                <a:solidFill>
                  <a:srgbClr val="0070C0"/>
                </a:solidFill>
                <a:latin typeface="Cambria" pitchFamily="18" charset="0"/>
              </a:rPr>
              <a:t>HIRA </a:t>
            </a:r>
            <a:r>
              <a:rPr lang="fr-FR" sz="5400" b="1" dirty="0" smtClean="0">
                <a:solidFill>
                  <a:srgbClr val="0070C0"/>
                </a:solidFill>
                <a:latin typeface="Cambria" pitchFamily="18" charset="0"/>
              </a:rPr>
              <a:t>217</a:t>
            </a:r>
            <a:endParaRPr lang="fr-FR" sz="54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346" y="1285860"/>
            <a:ext cx="9144000" cy="550070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fivavakay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valio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ataonay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mba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tahio</a:t>
            </a:r>
            <a:endParaRPr lang="en-US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77</Words>
  <PresentationFormat>Affichage à l'écran (4:3)</PresentationFormat>
  <Paragraphs>24</Paragraphs>
  <Slides>6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7" baseType="lpstr">
      <vt:lpstr>Thème Office</vt:lpstr>
      <vt:lpstr>HIRA 217</vt:lpstr>
      <vt:lpstr>HIRA 217</vt:lpstr>
      <vt:lpstr>HIRA 217</vt:lpstr>
      <vt:lpstr>HIRA 217</vt:lpstr>
      <vt:lpstr>HIRA 217</vt:lpstr>
      <vt:lpstr>HIRA 217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194</dc:title>
  <dc:creator>M</dc:creator>
  <cp:lastModifiedBy>M</cp:lastModifiedBy>
  <cp:revision>7</cp:revision>
  <dcterms:created xsi:type="dcterms:W3CDTF">2012-10-03T08:17:13Z</dcterms:created>
  <dcterms:modified xsi:type="dcterms:W3CDTF">2014-05-05T07:37:31Z</dcterms:modified>
</cp:coreProperties>
</file>