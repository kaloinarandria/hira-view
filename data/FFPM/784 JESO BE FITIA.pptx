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61" d="100"/>
          <a:sy n="61" d="100"/>
        </p:scale>
        <p:origin x="-5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mitaraina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Mihainoa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Bodo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adala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Indreo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zanakao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ô, </a:t>
            </a:r>
            <a:r>
              <a:rPr lang="fr-FR" sz="6600" dirty="0" err="1" smtClean="0">
                <a:latin typeface="Cambria" pitchFamily="18" charset="0"/>
              </a:rPr>
              <a:t>malala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lavinao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914406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Mpiandry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ondry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mora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tarihonao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Tano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hania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ondrikelinao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</a:t>
            </a:r>
            <a:r>
              <a:rPr lang="fr-FR" sz="6600" dirty="0" err="1" smtClean="0">
                <a:latin typeface="Cambria" pitchFamily="18" charset="0"/>
              </a:rPr>
              <a:t>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avela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hitady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Laza</a:t>
            </a:r>
            <a:r>
              <a:rPr lang="fr-FR" sz="6600" dirty="0" smtClean="0">
                <a:latin typeface="Cambria" pitchFamily="18" charset="0"/>
              </a:rPr>
              <a:t> aman-</a:t>
            </a:r>
            <a:r>
              <a:rPr lang="fr-FR" sz="6600" dirty="0" err="1" smtClean="0">
                <a:latin typeface="Cambria" pitchFamily="18" charset="0"/>
              </a:rPr>
              <a:t>jo</a:t>
            </a:r>
            <a:r>
              <a:rPr lang="fr-FR" sz="6600" dirty="0" smtClean="0"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irery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mahafa</a:t>
            </a:r>
            <a:r>
              <a:rPr lang="fr-FR" sz="6600" dirty="0" smtClean="0">
                <a:latin typeface="Cambria" pitchFamily="18" charset="0"/>
              </a:rPr>
              <a:t>-po.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5.</a:t>
            </a:r>
            <a:r>
              <a:rPr lang="fr-FR" sz="6600" dirty="0" err="1" smtClean="0">
                <a:latin typeface="Cambria" pitchFamily="18" charset="0"/>
              </a:rPr>
              <a:t>Tianao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! </a:t>
            </a:r>
            <a:r>
              <a:rPr lang="fr-FR" sz="6600" dirty="0" err="1" smtClean="0">
                <a:latin typeface="Cambria" pitchFamily="18" charset="0"/>
              </a:rPr>
              <a:t>fantatray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manolo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tena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</a:t>
            </a:r>
            <a:r>
              <a:rPr lang="fr-FR" dirty="0" smtClean="0"/>
              <a:t>784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6.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fitia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Zaza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hidera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Mihainoa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784</vt:lpstr>
      <vt:lpstr>HIRA 784</vt:lpstr>
      <vt:lpstr>HIRA 784</vt:lpstr>
      <vt:lpstr>HIRA 784</vt:lpstr>
      <vt:lpstr>HIRA 784</vt:lpstr>
      <vt:lpstr>HIRA 784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16</cp:revision>
  <dcterms:created xsi:type="dcterms:W3CDTF">2012-12-02T01:28:21Z</dcterms:created>
  <dcterms:modified xsi:type="dcterms:W3CDTF">2013-05-20T15:46:53Z</dcterms:modified>
</cp:coreProperties>
</file>