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02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521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1000108"/>
            <a:ext cx="8858312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</a:t>
            </a:r>
            <a:r>
              <a:rPr lang="en-US" sz="7200" dirty="0" err="1" smtClean="0">
                <a:latin typeface="Cambria" pitchFamily="18" charset="0"/>
              </a:rPr>
              <a:t>Ravoravo</a:t>
            </a:r>
            <a:r>
              <a:rPr lang="en-US" sz="7200" dirty="0" smtClean="0">
                <a:latin typeface="Cambria" pitchFamily="18" charset="0"/>
              </a:rPr>
              <a:t> re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foko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ao</a:t>
            </a:r>
            <a:r>
              <a:rPr lang="en-US" sz="7200" dirty="0" smtClean="0">
                <a:latin typeface="Cambria" pitchFamily="18" charset="0"/>
              </a:rPr>
              <a:t> am-</a:t>
            </a:r>
            <a:r>
              <a:rPr lang="en-US" sz="7200" dirty="0" err="1" smtClean="0">
                <a:latin typeface="Cambria" pitchFamily="18" charset="0"/>
              </a:rPr>
              <a:t>poko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Izy</a:t>
            </a:r>
            <a:r>
              <a:rPr lang="en-US" sz="7200" dirty="0" smtClean="0">
                <a:latin typeface="Cambria" pitchFamily="18" charset="0"/>
              </a:rPr>
              <a:t> no </a:t>
            </a:r>
            <a:r>
              <a:rPr lang="en-US" sz="7200" dirty="0" err="1" smtClean="0">
                <a:latin typeface="Cambria" pitchFamily="18" charset="0"/>
              </a:rPr>
              <a:t>tsaroako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Amin'ny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alehako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521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1000108"/>
            <a:ext cx="9144064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Andro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fohy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mora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lany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smtClean="0">
                <a:latin typeface="Cambria" pitchFamily="18" charset="0"/>
              </a:rPr>
              <a:t>an-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danitra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lavitra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521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1000108"/>
            <a:ext cx="8858312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ota</a:t>
            </a:r>
            <a:r>
              <a:rPr lang="en-US" sz="6600" dirty="0" smtClean="0">
                <a:latin typeface="Cambria" pitchFamily="18" charset="0"/>
              </a:rPr>
              <a:t> any,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hitomany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manjo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Na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alahelom-po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521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1000108"/>
            <a:ext cx="8858312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4. Any </a:t>
            </a:r>
            <a:r>
              <a:rPr lang="en-US" sz="7200" dirty="0" err="1" smtClean="0">
                <a:latin typeface="Cambria" pitchFamily="18" charset="0"/>
              </a:rPr>
              <a:t>aho</a:t>
            </a:r>
            <a:r>
              <a:rPr lang="en-US" sz="7200" dirty="0" smtClean="0">
                <a:latin typeface="Cambria" pitchFamily="18" charset="0"/>
              </a:rPr>
              <a:t> no </a:t>
            </a:r>
            <a:r>
              <a:rPr lang="en-US" sz="7200" dirty="0" err="1" smtClean="0">
                <a:latin typeface="Cambria" pitchFamily="18" charset="0"/>
              </a:rPr>
              <a:t>hahazo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Zava-tsoa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halazo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Satroboninahitra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Haingon'ny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nanafika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521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1000108"/>
            <a:ext cx="8858312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5. Dia ao no hahitako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Sady tena hiderako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An'i Jeso avotro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Mifalia re, ry fo 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98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521</vt:lpstr>
      <vt:lpstr>Hira 521</vt:lpstr>
      <vt:lpstr>Hira 521</vt:lpstr>
      <vt:lpstr>Hira 521</vt:lpstr>
      <vt:lpstr>Hira 521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530</dc:title>
  <dc:creator>M</dc:creator>
  <cp:lastModifiedBy>M</cp:lastModifiedBy>
  <cp:revision>6</cp:revision>
  <dcterms:created xsi:type="dcterms:W3CDTF">2012-10-10T06:45:31Z</dcterms:created>
  <dcterms:modified xsi:type="dcterms:W3CDTF">2013-10-16T17:34:02Z</dcterms:modified>
</cp:coreProperties>
</file>