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65" r:id="rId6"/>
    <p:sldId id="259" r:id="rId7"/>
    <p:sldId id="260" r:id="rId8"/>
    <p:sldId id="266" r:id="rId9"/>
    <p:sldId id="261" r:id="rId10"/>
    <p:sldId id="262" r:id="rId11"/>
    <p:sldId id="267" r:id="rId12"/>
    <p:sldId id="263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35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435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Iza</a:t>
            </a:r>
            <a:r>
              <a:rPr lang="en-US" sz="7200" dirty="0" smtClean="0">
                <a:latin typeface="Cambria" pitchFamily="18" charset="0"/>
              </a:rPr>
              <a:t> no </a:t>
            </a:r>
            <a:r>
              <a:rPr lang="en-US" sz="7200" dirty="0" err="1" smtClean="0">
                <a:latin typeface="Cambria" pitchFamily="18" charset="0"/>
              </a:rPr>
              <a:t>hanoa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lehibe</a:t>
            </a:r>
            <a:r>
              <a:rPr lang="en-US" sz="7200" dirty="0" smtClean="0">
                <a:latin typeface="Cambria" pitchFamily="18" charset="0"/>
              </a:rPr>
              <a:t> ?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</a:t>
            </a:r>
            <a:r>
              <a:rPr lang="en-US" sz="7200" dirty="0" smtClean="0">
                <a:latin typeface="Cambria" pitchFamily="18" charset="0"/>
              </a:rPr>
              <a:t> no </a:t>
            </a:r>
            <a:r>
              <a:rPr lang="en-US" sz="7200" dirty="0" err="1" smtClean="0">
                <a:latin typeface="Cambria" pitchFamily="18" charset="0"/>
              </a:rPr>
              <a:t>hanaja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Azy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tsara</a:t>
            </a:r>
            <a:r>
              <a:rPr lang="en-US" sz="7200" dirty="0" smtClean="0">
                <a:latin typeface="Cambria" pitchFamily="18" charset="0"/>
              </a:rPr>
              <a:t> re </a:t>
            </a:r>
            <a:r>
              <a:rPr lang="en-US" sz="7200" dirty="0" smtClean="0">
                <a:latin typeface="Cambria" pitchFamily="18" charset="0"/>
              </a:rPr>
              <a:t>?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435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</a:t>
            </a:r>
            <a:r>
              <a:rPr lang="en-US" sz="7200" dirty="0" smtClean="0">
                <a:latin typeface="Cambria" pitchFamily="18" charset="0"/>
              </a:rPr>
              <a:t> no </a:t>
            </a:r>
            <a:r>
              <a:rPr lang="en-US" sz="7200" dirty="0" err="1" smtClean="0">
                <a:latin typeface="Cambria" pitchFamily="18" charset="0"/>
              </a:rPr>
              <a:t>hitady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olon-kafa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koa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hanaiky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handray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soa</a:t>
            </a:r>
            <a:r>
              <a:rPr lang="en-US" sz="7200" dirty="0" smtClean="0">
                <a:latin typeface="Cambria" pitchFamily="18" charset="0"/>
              </a:rPr>
              <a:t>?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435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Indreto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!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Avy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hanompo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avy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435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tery</a:t>
            </a:r>
            <a:r>
              <a:rPr lang="en-US" sz="6600" dirty="0" smtClean="0">
                <a:latin typeface="Cambria" pitchFamily="18" charset="0"/>
              </a:rPr>
              <a:t> re no </a:t>
            </a:r>
            <a:r>
              <a:rPr lang="en-US" sz="6600" dirty="0" err="1" smtClean="0">
                <a:latin typeface="Cambria" pitchFamily="18" charset="0"/>
              </a:rPr>
              <a:t>ilatsahana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Toy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olom-bery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nadevozina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435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Ta-</a:t>
            </a:r>
            <a:r>
              <a:rPr lang="en-US" sz="6600" dirty="0" err="1" smtClean="0">
                <a:latin typeface="Cambria" pitchFamily="18" charset="0"/>
              </a:rPr>
              <a:t>hanompo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Ta-</a:t>
            </a:r>
            <a:r>
              <a:rPr lang="en-US" sz="6600" dirty="0" err="1" smtClean="0">
                <a:latin typeface="Cambria" pitchFamily="18" charset="0"/>
              </a:rPr>
              <a:t>hamely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toherinao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435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Eny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ta-hanao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nasian-tsoa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435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Na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ta-hanompo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Be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fahavalo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iadianay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435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malemy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feno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tahotra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horeseny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manampianay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435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Kapiteny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sahy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entonao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hitomban-dahy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mpiadinao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435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Mafy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ady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maro</a:t>
            </a:r>
            <a:r>
              <a:rPr lang="en-US" sz="6600" dirty="0" smtClean="0">
                <a:latin typeface="Cambria" pitchFamily="18" charset="0"/>
              </a:rPr>
              <a:t> be no </a:t>
            </a:r>
            <a:r>
              <a:rPr lang="en-US" sz="6600" dirty="0" err="1" smtClean="0">
                <a:latin typeface="Cambria" pitchFamily="18" charset="0"/>
              </a:rPr>
              <a:t>voa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mahandry</a:t>
            </a:r>
            <a:r>
              <a:rPr lang="en-US" sz="6600" dirty="0" smtClean="0">
                <a:latin typeface="Cambria" pitchFamily="18" charset="0"/>
              </a:rPr>
              <a:t>, be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435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miandrandra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toha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herezonao</a:t>
            </a:r>
            <a:r>
              <a:rPr lang="en-US" sz="6600" dirty="0" smtClean="0">
                <a:latin typeface="Cambria" pitchFamily="18" charset="0"/>
              </a:rPr>
              <a:t> 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435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Tompo manan-kery! hatanjahonao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Izahay, sao very ka afaka aminao.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180</Words>
  <PresentationFormat>Affichage à l'écran (4:3)</PresentationFormat>
  <Paragraphs>36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435 </vt:lpstr>
      <vt:lpstr>HIRA 435 </vt:lpstr>
      <vt:lpstr>HIRA 435 </vt:lpstr>
      <vt:lpstr>HIRA 435 </vt:lpstr>
      <vt:lpstr>HIRA 435 </vt:lpstr>
      <vt:lpstr>HIRA 435 </vt:lpstr>
      <vt:lpstr>HIRA 435 </vt:lpstr>
      <vt:lpstr>HIRA 435 </vt:lpstr>
      <vt:lpstr>HIRA 435 </vt:lpstr>
      <vt:lpstr>HIRA 435 </vt:lpstr>
      <vt:lpstr>HIRA 435 </vt:lpstr>
      <vt:lpstr>HIRA 435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428</dc:title>
  <dc:creator>M</dc:creator>
  <cp:lastModifiedBy>M</cp:lastModifiedBy>
  <cp:revision>6</cp:revision>
  <dcterms:created xsi:type="dcterms:W3CDTF">2012-12-08T21:12:16Z</dcterms:created>
  <dcterms:modified xsi:type="dcterms:W3CDTF">2014-02-16T04:30:36Z</dcterms:modified>
</cp:coreProperties>
</file>