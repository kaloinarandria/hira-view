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Re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feon'anjely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Irak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644098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Entiny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Voninahitra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aman-dera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omena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(in-3)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Voninahitra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aman-dera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omena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928670"/>
            <a:ext cx="950125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Terak</a:t>
            </a:r>
            <a:r>
              <a:rPr lang="en-US" sz="6600" dirty="0" smtClean="0">
                <a:latin typeface="Cambria" pitchFamily="18" charset="0"/>
              </a:rPr>
              <a:t>' any </a:t>
            </a:r>
            <a:r>
              <a:rPr lang="en-US" sz="6600" dirty="0" err="1" smtClean="0">
                <a:latin typeface="Cambria" pitchFamily="18" charset="0"/>
              </a:rPr>
              <a:t>Betlehema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'Lay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manan-jo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misatro-diadema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Voninahi-tsy</a:t>
            </a:r>
            <a:r>
              <a:rPr lang="en-US" sz="6600" dirty="0" smtClean="0">
                <a:latin typeface="Cambria" pitchFamily="18" charset="0"/>
              </a:rPr>
              <a:t> ho lo.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64409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Misy</a:t>
            </a:r>
            <a:r>
              <a:rPr lang="en-US" sz="5400" dirty="0" smtClean="0">
                <a:latin typeface="Cambria" pitchFamily="18" charset="0"/>
              </a:rPr>
              <a:t> '</a:t>
            </a:r>
            <a:r>
              <a:rPr lang="en-US" sz="5400" dirty="0" err="1" smtClean="0">
                <a:latin typeface="Cambria" pitchFamily="18" charset="0"/>
              </a:rPr>
              <a:t>zao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ety</a:t>
            </a:r>
            <a:r>
              <a:rPr lang="en-US" sz="5400" dirty="0" smtClean="0">
                <a:latin typeface="Cambria" pitchFamily="18" charset="0"/>
              </a:rPr>
              <a:t> an-</a:t>
            </a:r>
            <a:r>
              <a:rPr lang="en-US" sz="5400" dirty="0" err="1" smtClean="0">
                <a:latin typeface="Cambria" pitchFamily="18" charset="0"/>
              </a:rPr>
              <a:t>tany</a:t>
            </a:r>
            <a:endParaRPr lang="en-US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Fihavanana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tokoa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Hafalian-tsy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lany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Fitahia-mahasoa</a:t>
            </a:r>
            <a:r>
              <a:rPr lang="en-US" sz="5400" dirty="0" smtClean="0">
                <a:latin typeface="Cambria" pitchFamily="18" charset="0"/>
              </a:rPr>
              <a:t>. (in-3)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Hafalian-tsy</a:t>
            </a:r>
            <a:r>
              <a:rPr lang="en-US" sz="5400" dirty="0" smtClean="0">
                <a:latin typeface="Cambria" pitchFamily="18" charset="0"/>
              </a:rPr>
              <a:t> ho </a:t>
            </a:r>
            <a:r>
              <a:rPr lang="en-US" sz="5400" dirty="0" err="1" smtClean="0">
                <a:latin typeface="Cambria" pitchFamily="18" charset="0"/>
              </a:rPr>
              <a:t>lany</a:t>
            </a:r>
            <a:r>
              <a:rPr lang="en-US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dirty="0" err="1" smtClean="0">
                <a:latin typeface="Cambria" pitchFamily="18" charset="0"/>
              </a:rPr>
              <a:t>Fitahia-mahasoa</a:t>
            </a:r>
            <a:endParaRPr lang="en-US" sz="5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928670"/>
            <a:ext cx="950125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Zovy</a:t>
            </a:r>
            <a:r>
              <a:rPr lang="en-US" sz="6600" dirty="0" smtClean="0">
                <a:latin typeface="Cambria" pitchFamily="18" charset="0"/>
              </a:rPr>
              <a:t> re no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hanompo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handà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64409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Hasina sy arahaba,</a:t>
            </a:r>
          </a:p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No aterina aminao;</a:t>
            </a:r>
          </a:p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Fanjakana tsy ho rava,</a:t>
            </a:r>
          </a:p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Ry Mpanjaka no Anao! (in-3)</a:t>
            </a:r>
          </a:p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Fanjakana tsy ho rava,</a:t>
            </a:r>
          </a:p>
          <a:p>
            <a:pPr>
              <a:buNone/>
            </a:pPr>
            <a:r>
              <a:rPr lang="fi-FI" sz="5400" dirty="0" smtClean="0">
                <a:latin typeface="Cambria" pitchFamily="18" charset="0"/>
              </a:rPr>
              <a:t>Ry Mpanjaka no Anao!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</Words>
  <PresentationFormat>Affichage à l'écran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68</vt:lpstr>
      <vt:lpstr>HIRA 68</vt:lpstr>
      <vt:lpstr>HIRA 68</vt:lpstr>
      <vt:lpstr>HIRA 68</vt:lpstr>
      <vt:lpstr>HIRA 68</vt:lpstr>
      <vt:lpstr>HIRA 68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4</cp:revision>
  <dcterms:created xsi:type="dcterms:W3CDTF">2012-12-08T21:27:25Z</dcterms:created>
  <dcterms:modified xsi:type="dcterms:W3CDTF">2013-07-02T04:26:06Z</dcterms:modified>
</cp:coreProperties>
</file>