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6298" autoAdjust="0"/>
    <p:restoredTop sz="94660"/>
  </p:normalViewPr>
  <p:slideViewPr>
    <p:cSldViewPr>
      <p:cViewPr varScale="1">
        <p:scale>
          <a:sx n="38" d="100"/>
          <a:sy n="38" d="100"/>
        </p:scale>
        <p:origin x="-108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29/11/2013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Andriamanitra</a:t>
            </a:r>
            <a:r>
              <a:rPr lang="en-US" sz="7200" dirty="0" smtClean="0">
                <a:latin typeface="Cambria" pitchFamily="18" charset="0"/>
              </a:rPr>
              <a:t> Ray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loharanon'ny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aina</a:t>
            </a:r>
            <a:r>
              <a:rPr lang="en-US" sz="7200" dirty="0" smtClean="0">
                <a:latin typeface="Cambria" pitchFamily="18" charset="0"/>
              </a:rPr>
              <a:t>, 	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Masina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masina</a:t>
            </a:r>
            <a:r>
              <a:rPr lang="en-US" sz="7200" dirty="0" smtClean="0">
                <a:latin typeface="Cambria" pitchFamily="18" charset="0"/>
              </a:rPr>
              <a:t>, re,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 ka </a:t>
            </a:r>
            <a:r>
              <a:rPr lang="en-US" sz="7200" dirty="0" err="1" smtClean="0">
                <a:latin typeface="Cambria" pitchFamily="18" charset="0"/>
              </a:rPr>
              <a:t>deraina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manome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fahasoavana</a:t>
            </a:r>
            <a:r>
              <a:rPr lang="en-US" sz="7200" dirty="0" smtClean="0">
                <a:latin typeface="Cambria" pitchFamily="18" charset="0"/>
              </a:rPr>
              <a:t> be,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Soa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tratry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saina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71546"/>
            <a:ext cx="9858444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Ô,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Mpanjaka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mahery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Tonga </a:t>
            </a:r>
            <a:r>
              <a:rPr lang="en-US" sz="6600" dirty="0" err="1" smtClean="0">
                <a:latin typeface="Cambria" pitchFamily="18" charset="0"/>
              </a:rPr>
              <a:t>taty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hampody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zanaka</a:t>
            </a:r>
            <a:r>
              <a:rPr lang="en-US" sz="6600" dirty="0" smtClean="0">
                <a:latin typeface="Cambria" pitchFamily="18" charset="0"/>
              </a:rPr>
              <a:t> very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Raiso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fiderana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Saotra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aman-daza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9358378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Mpampionona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ô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Mpanazava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sainay</a:t>
            </a:r>
            <a:r>
              <a:rPr lang="en-US" sz="72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ampinoy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izahay</a:t>
            </a:r>
            <a:r>
              <a:rPr lang="en-US" sz="72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havaozy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ainay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68346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400" dirty="0" smtClean="0">
                <a:latin typeface="Cambria" pitchFamily="18" charset="0"/>
              </a:rPr>
              <a:t>HIRA </a:t>
            </a:r>
            <a:r>
              <a:rPr lang="fr-FR" sz="5400" dirty="0" smtClean="0">
                <a:latin typeface="Cambria" pitchFamily="18" charset="0"/>
              </a:rPr>
              <a:t>195</a:t>
            </a:r>
            <a:endParaRPr lang="fr-FR" sz="5400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214422"/>
            <a:ext cx="8786842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hazavao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manantena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Anao</a:t>
            </a:r>
            <a:r>
              <a:rPr lang="en-US" sz="7200" dirty="0" smtClean="0">
                <a:latin typeface="Cambria" pitchFamily="18" charset="0"/>
              </a:rPr>
              <a:t>;	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Raiso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hira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hirainay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81</Words>
  <PresentationFormat>Affichage à l'écran 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195</vt:lpstr>
      <vt:lpstr>HIRA 195</vt:lpstr>
      <vt:lpstr>HIRA 195</vt:lpstr>
      <vt:lpstr>HIRA 195</vt:lpstr>
      <vt:lpstr>HIRA 195</vt:lpstr>
      <vt:lpstr>HIRA 195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3</cp:revision>
  <dcterms:created xsi:type="dcterms:W3CDTF">2012-10-03T08:17:13Z</dcterms:created>
  <dcterms:modified xsi:type="dcterms:W3CDTF">2013-11-29T09:53:44Z</dcterms:modified>
</cp:coreProperties>
</file>