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Jehovah </a:t>
            </a:r>
            <a:r>
              <a:rPr lang="en-US" sz="7200" dirty="0" err="1" smtClean="0">
                <a:latin typeface="Cambria" pitchFamily="18" charset="0"/>
              </a:rPr>
              <a:t>Tomponay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Olom-bery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foinao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vonjen</a:t>
            </a:r>
            <a:r>
              <a:rPr lang="en-US" sz="7200" dirty="0" smtClean="0">
                <a:latin typeface="Cambria" pitchFamily="18" charset="0"/>
              </a:rPr>
              <a:t>'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Zanakao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: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357298"/>
            <a:ext cx="8715404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Zanahary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Aba</a:t>
            </a:r>
            <a:r>
              <a:rPr lang="en-US" sz="7200" dirty="0" smtClean="0">
                <a:latin typeface="Cambria" pitchFamily="18" charset="0"/>
              </a:rPr>
              <a:t>, Ray,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Kristy, </a:t>
            </a:r>
            <a:r>
              <a:rPr lang="en-US" sz="7200" dirty="0" err="1" smtClean="0">
                <a:latin typeface="Cambria" pitchFamily="18" charset="0"/>
              </a:rPr>
              <a:t>Havanay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Lehibe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indrafo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</a:t>
            </a:r>
            <a:r>
              <a:rPr lang="en-US" sz="7200" dirty="0" smtClean="0">
                <a:latin typeface="Cambria" pitchFamily="18" charset="0"/>
              </a:rPr>
              <a:t> re no </a:t>
            </a:r>
            <a:r>
              <a:rPr lang="en-US" sz="7200" dirty="0" err="1" smtClean="0">
                <a:latin typeface="Cambria" pitchFamily="18" charset="0"/>
              </a:rPr>
              <a:t>nanampo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Famonjena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taminao</a:t>
            </a:r>
            <a:r>
              <a:rPr lang="en-US" sz="72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Kanjo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azonao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357298"/>
            <a:ext cx="8715404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Zanahary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Aba</a:t>
            </a:r>
            <a:r>
              <a:rPr lang="en-US" sz="7200" dirty="0" smtClean="0">
                <a:latin typeface="Cambria" pitchFamily="18" charset="0"/>
              </a:rPr>
              <a:t>, Ray,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Kristy, </a:t>
            </a:r>
            <a:r>
              <a:rPr lang="en-US" sz="7200" dirty="0" err="1" smtClean="0">
                <a:latin typeface="Cambria" pitchFamily="18" charset="0"/>
              </a:rPr>
              <a:t>Havanay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Gaga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Be </a:t>
            </a:r>
            <a:r>
              <a:rPr lang="en-US" sz="7200" dirty="0" err="1" smtClean="0">
                <a:latin typeface="Cambria" pitchFamily="18" charset="0"/>
              </a:rPr>
              <a:t>fitia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Avotr</a:t>
            </a:r>
            <a:r>
              <a:rPr lang="en-US" sz="7200" dirty="0" smtClean="0">
                <a:latin typeface="Cambria" pitchFamily="18" charset="0"/>
              </a:rPr>
              <a:t>' </a:t>
            </a:r>
            <a:r>
              <a:rPr lang="en-US" sz="7200" dirty="0" err="1" smtClean="0">
                <a:latin typeface="Cambria" pitchFamily="18" charset="0"/>
              </a:rPr>
              <a:t>aina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azonay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Hody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357298"/>
            <a:ext cx="8715404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Zanahary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Aba</a:t>
            </a:r>
            <a:r>
              <a:rPr lang="en-US" sz="7200" dirty="0" smtClean="0">
                <a:latin typeface="Cambria" pitchFamily="18" charset="0"/>
              </a:rPr>
              <a:t>, Ray,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Kristy, </a:t>
            </a:r>
            <a:r>
              <a:rPr lang="en-US" sz="7200" dirty="0" err="1" smtClean="0">
                <a:latin typeface="Cambria" pitchFamily="18" charset="0"/>
              </a:rPr>
              <a:t>Havanay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" y="642918"/>
            <a:ext cx="9501190" cy="621508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ô,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 </a:t>
            </a:r>
            <a:endParaRPr lang="en-US" sz="7200" dirty="0" smtClean="0">
              <a:latin typeface="Cambria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Mpamindra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tokoa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7200" dirty="0" err="1" smtClean="0">
                <a:latin typeface="Cambria" pitchFamily="18" charset="0"/>
              </a:rPr>
              <a:t>Avy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navotanao</a:t>
            </a:r>
            <a:endParaRPr lang="en-US" sz="7200" dirty="0" smtClean="0">
              <a:latin typeface="Cambria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midera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514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357298"/>
            <a:ext cx="8715404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Zanahary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Aba</a:t>
            </a:r>
            <a:r>
              <a:rPr lang="en-US" sz="7200" dirty="0" smtClean="0">
                <a:latin typeface="Cambria" pitchFamily="18" charset="0"/>
              </a:rPr>
              <a:t>, Ray,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Kristy, </a:t>
            </a:r>
            <a:r>
              <a:rPr lang="en-US" sz="7200" dirty="0" err="1" smtClean="0">
                <a:latin typeface="Cambria" pitchFamily="18" charset="0"/>
              </a:rPr>
              <a:t>Havanay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135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514</vt:lpstr>
      <vt:lpstr>HIRA 514</vt:lpstr>
      <vt:lpstr>HIRA 514</vt:lpstr>
      <vt:lpstr>HIRA 514</vt:lpstr>
      <vt:lpstr>HIRA 514</vt:lpstr>
      <vt:lpstr>HIRA 514</vt:lpstr>
      <vt:lpstr>HIRA 514</vt:lpstr>
      <vt:lpstr>HIRA 514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9</cp:revision>
  <dcterms:created xsi:type="dcterms:W3CDTF">2012-12-02T11:05:16Z</dcterms:created>
  <dcterms:modified xsi:type="dcterms:W3CDTF">2013-07-23T15:53:12Z</dcterms:modified>
</cp:coreProperties>
</file>