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270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06" y="500042"/>
            <a:ext cx="9644098" cy="635795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1 </a:t>
            </a:r>
            <a:r>
              <a:rPr lang="en-US" sz="6000" b="1" dirty="0" err="1" smtClean="0">
                <a:latin typeface="Cambria" pitchFamily="18" charset="0"/>
              </a:rPr>
              <a:t>Ry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Tompo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izay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nanangona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Anay</a:t>
            </a:r>
            <a:r>
              <a:rPr lang="en-US" sz="6000" b="1" dirty="0" smtClean="0">
                <a:latin typeface="Cambria" pitchFamily="18" charset="0"/>
              </a:rPr>
              <a:t> ho </a:t>
            </a:r>
            <a:r>
              <a:rPr lang="en-US" sz="6000" b="1" dirty="0" err="1" smtClean="0">
                <a:latin typeface="Cambria" pitchFamily="18" charset="0"/>
              </a:rPr>
              <a:t>vato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velona</a:t>
            </a:r>
            <a:r>
              <a:rPr lang="en-US" sz="6000" b="1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Hazony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handao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Anao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vato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voarafitrao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Fa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maro</a:t>
            </a:r>
            <a:r>
              <a:rPr lang="en-US" sz="6000" b="1" dirty="0" smtClean="0">
                <a:latin typeface="Cambria" pitchFamily="18" charset="0"/>
              </a:rPr>
              <a:t> no </a:t>
            </a:r>
            <a:r>
              <a:rPr lang="en-US" sz="6000" b="1" dirty="0" err="1" smtClean="0">
                <a:latin typeface="Cambria" pitchFamily="18" charset="0"/>
              </a:rPr>
              <a:t>mandronjina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Handevona</a:t>
            </a:r>
            <a:endParaRPr lang="en-US" sz="60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270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2. </a:t>
            </a:r>
            <a:r>
              <a:rPr lang="en-US" sz="6000" b="1" dirty="0" err="1" smtClean="0">
                <a:latin typeface="Cambria" pitchFamily="18" charset="0"/>
              </a:rPr>
              <a:t>Jesosy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Fehizoro</a:t>
            </a:r>
            <a:r>
              <a:rPr lang="en-US" sz="6000" b="1" dirty="0" smtClean="0"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Mpifehy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mora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sady</a:t>
            </a:r>
            <a:r>
              <a:rPr lang="en-US" sz="6000" b="1" dirty="0" smtClean="0">
                <a:latin typeface="Cambria" pitchFamily="18" charset="0"/>
              </a:rPr>
              <a:t> to!</a:t>
            </a: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Tohano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mafy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izahay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Mba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hirodana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indray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Fa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indro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mpisompatra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Mandrirotra</a:t>
            </a:r>
            <a:endParaRPr lang="en-US" sz="60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270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3. </a:t>
            </a:r>
            <a:r>
              <a:rPr lang="en-US" sz="6000" b="1" dirty="0" err="1" smtClean="0">
                <a:latin typeface="Cambria" pitchFamily="18" charset="0"/>
              </a:rPr>
              <a:t>Ry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Vato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fampiraisana</a:t>
            </a:r>
            <a:r>
              <a:rPr lang="en-US" sz="6000" b="1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Tariho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mba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hikambana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vato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voapaika</a:t>
            </a:r>
            <a:r>
              <a:rPr lang="en-US" sz="6000" b="1" dirty="0" smtClean="0"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Ho </a:t>
            </a:r>
            <a:r>
              <a:rPr lang="en-US" sz="6000" b="1" dirty="0" err="1" smtClean="0">
                <a:latin typeface="Cambria" pitchFamily="18" charset="0"/>
              </a:rPr>
              <a:t>tonga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trano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lehibe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Tsy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zakan'ny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mpandevona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Harodana</a:t>
            </a:r>
            <a:endParaRPr lang="en-US" sz="60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270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	4. </a:t>
            </a: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Kristiana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marobe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Mba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ampiraiso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tsara</a:t>
            </a:r>
            <a:r>
              <a:rPr lang="en-US" sz="6000" b="1" dirty="0" smtClean="0"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Hiray</a:t>
            </a:r>
            <a:r>
              <a:rPr lang="en-US" sz="6000" b="1" dirty="0" smtClean="0">
                <a:latin typeface="Cambria" pitchFamily="18" charset="0"/>
              </a:rPr>
              <a:t> am-</a:t>
            </a:r>
            <a:r>
              <a:rPr lang="en-US" sz="6000" b="1" dirty="0" err="1" smtClean="0">
                <a:latin typeface="Cambria" pitchFamily="18" charset="0"/>
              </a:rPr>
              <a:t>pitiavana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Ho </a:t>
            </a:r>
            <a:r>
              <a:rPr lang="en-US" sz="6000" b="1" dirty="0" err="1" smtClean="0">
                <a:latin typeface="Cambria" pitchFamily="18" charset="0"/>
              </a:rPr>
              <a:t>velona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finoana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Ka </a:t>
            </a:r>
            <a:r>
              <a:rPr lang="en-US" sz="6000" b="1" dirty="0" err="1" smtClean="0">
                <a:latin typeface="Cambria" pitchFamily="18" charset="0"/>
              </a:rPr>
              <a:t>mba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hiaraka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hanao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asanao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endParaRPr lang="en-US" sz="60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73</Words>
  <PresentationFormat>Affichage à l'écran (4:3)</PresentationFormat>
  <Paragraphs>28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270 </vt:lpstr>
      <vt:lpstr>HIRA 270 </vt:lpstr>
      <vt:lpstr>HIRA 270 </vt:lpstr>
      <vt:lpstr>HIRA 270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Alahady 30 Sept 2012</dc:title>
  <dc:creator>M</dc:creator>
  <cp:lastModifiedBy>M</cp:lastModifiedBy>
  <cp:revision>4</cp:revision>
  <dcterms:created xsi:type="dcterms:W3CDTF">2012-10-03T08:01:55Z</dcterms:created>
  <dcterms:modified xsi:type="dcterms:W3CDTF">2014-09-14T05:17:29Z</dcterms:modified>
</cp:coreProperties>
</file>