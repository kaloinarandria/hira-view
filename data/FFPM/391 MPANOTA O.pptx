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391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mihevera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tapitra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andronao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Hevero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Mpitsara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Handinika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raharahanao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391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Akaiky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fararanon'aina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hijinjana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Tompon'aina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Hanolotra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anjaranao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391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mamafy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araka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nofo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Hijinja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fanimbana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mamafy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amin-joto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Homen'ny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fitsaharam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-be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391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fitsaharana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vokatry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ran'ny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nalatsany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hanavotra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391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voahombo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helokao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hoe: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54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dirty="0" err="1" smtClean="0">
                <a:solidFill>
                  <a:srgbClr val="002060"/>
                </a:solidFill>
                <a:latin typeface="Cambria" pitchFamily="18" charset="0"/>
              </a:rPr>
              <a:t>lovanao</a:t>
            </a:r>
            <a:endParaRPr lang="en-US" sz="54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391 </vt:lpstr>
      <vt:lpstr>Hira 391 </vt:lpstr>
      <vt:lpstr>Hira 391 </vt:lpstr>
      <vt:lpstr>Hira 391 </vt:lpstr>
      <vt:lpstr>Hira 391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391 </dc:title>
  <dc:creator>M</dc:creator>
  <cp:lastModifiedBy>M</cp:lastModifiedBy>
  <cp:revision>1</cp:revision>
  <dcterms:created xsi:type="dcterms:W3CDTF">2012-12-04T19:48:09Z</dcterms:created>
  <dcterms:modified xsi:type="dcterms:W3CDTF">2012-12-04T19:50:55Z</dcterms:modified>
</cp:coreProperties>
</file>