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5664" autoAdjust="0"/>
    <p:restoredTop sz="94660"/>
  </p:normalViewPr>
  <p:slideViewPr>
    <p:cSldViewPr>
      <p:cViewPr varScale="1">
        <p:scale>
          <a:sx n="39" d="100"/>
          <a:sy n="39" d="100"/>
        </p:scale>
        <p:origin x="-108" y="-5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237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564360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Jehovah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Tomponay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Tafavory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Avy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hankalaza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lzahay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vahoakao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>
              <a:buNone/>
            </a:pP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237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Faly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ravo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Noho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azonay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Tonga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hisaotra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voavotrao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237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Saotra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tsara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entinay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Hira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asandratray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Fiderana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Rain'izao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rehetra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fr-FR" sz="6600" smtClean="0">
                <a:solidFill>
                  <a:srgbClr val="002060"/>
                </a:solidFill>
                <a:latin typeface="Cambria" pitchFamily="18" charset="0"/>
              </a:rPr>
              <a:t>Amena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58</Words>
  <PresentationFormat>Affichage à l'écran (4:3)</PresentationFormat>
  <Paragraphs>16</Paragraphs>
  <Slides>3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4" baseType="lpstr">
      <vt:lpstr>Thème Office</vt:lpstr>
      <vt:lpstr>Hira 237</vt:lpstr>
      <vt:lpstr>Hira 237</vt:lpstr>
      <vt:lpstr>Hira 237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235 </dc:title>
  <dc:creator>M</dc:creator>
  <cp:lastModifiedBy>M</cp:lastModifiedBy>
  <cp:revision>5</cp:revision>
  <dcterms:created xsi:type="dcterms:W3CDTF">2012-11-26T19:15:45Z</dcterms:created>
  <dcterms:modified xsi:type="dcterms:W3CDTF">2014-05-12T09:33:48Z</dcterms:modified>
</cp:coreProperties>
</file>