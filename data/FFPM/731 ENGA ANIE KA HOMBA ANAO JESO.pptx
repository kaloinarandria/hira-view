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862" autoAdjust="0"/>
    <p:restoredTop sz="94660"/>
  </p:normalViewPr>
  <p:slideViewPr>
    <p:cSldViewPr>
      <p:cViewPr varScale="1">
        <p:scale>
          <a:sx n="113" d="100"/>
          <a:sy n="113" d="100"/>
        </p:scale>
        <p:origin x="1368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25/05/2025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25/05/2025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25/05/2025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25/05/2025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25/05/2025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25/05/2025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25/05/2025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25/05/2025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25/05/2025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25/05/2025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25/05/2025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25/05/2025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/>
              <a:t>HIRA 731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>
                <a:latin typeface="Cambria" pitchFamily="18" charset="0"/>
              </a:rPr>
              <a:t>1. </a:t>
            </a:r>
            <a:r>
              <a:rPr lang="fr-FR" sz="6600" dirty="0" err="1">
                <a:latin typeface="Cambria" pitchFamily="18" charset="0"/>
              </a:rPr>
              <a:t>Enga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anie</a:t>
            </a:r>
            <a:r>
              <a:rPr lang="fr-FR" sz="6600" dirty="0">
                <a:latin typeface="Cambria" pitchFamily="18" charset="0"/>
              </a:rPr>
              <a:t> ka </a:t>
            </a:r>
            <a:r>
              <a:rPr lang="fr-FR" sz="6600" dirty="0" err="1">
                <a:latin typeface="Cambria" pitchFamily="18" charset="0"/>
              </a:rPr>
              <a:t>homba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anao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Jeso</a:t>
            </a:r>
            <a:r>
              <a:rPr lang="fr-FR" sz="6600" dirty="0"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fr-FR" sz="6600" dirty="0" err="1">
                <a:latin typeface="Cambria" pitchFamily="18" charset="0"/>
              </a:rPr>
              <a:t>Hanadio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sy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hanazava</a:t>
            </a:r>
            <a:r>
              <a:rPr lang="fr-FR" sz="6600" dirty="0">
                <a:latin typeface="Cambria" pitchFamily="18" charset="0"/>
              </a:rPr>
              <a:t>,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/>
              <a:t>HIRA 731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endParaRPr lang="fr-FR" sz="6600" dirty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>
                <a:latin typeface="Cambria" pitchFamily="18" charset="0"/>
              </a:rPr>
              <a:t>Hampahery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lalandava</a:t>
            </a:r>
            <a:r>
              <a:rPr lang="fr-FR" sz="6600" dirty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>
                <a:latin typeface="Cambria" pitchFamily="18" charset="0"/>
              </a:rPr>
              <a:t>Enga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anie</a:t>
            </a:r>
            <a:r>
              <a:rPr lang="fr-FR" sz="6600" dirty="0">
                <a:latin typeface="Cambria" pitchFamily="18" charset="0"/>
              </a:rPr>
              <a:t> ka </a:t>
            </a:r>
            <a:r>
              <a:rPr lang="fr-FR" sz="6600" dirty="0" err="1">
                <a:latin typeface="Cambria" pitchFamily="18" charset="0"/>
              </a:rPr>
              <a:t>homba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anao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Jeso</a:t>
            </a:r>
            <a:r>
              <a:rPr lang="fr-FR" sz="6600" dirty="0">
                <a:latin typeface="Cambria" pitchFamily="18" charset="0"/>
              </a:rPr>
              <a:t>!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/>
              <a:t>HIRA 731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Homba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Homba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Homba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anie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/>
              <a:t>HIRA 731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Homba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Homba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Enga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anie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ka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homba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Jeso</a:t>
            </a:r>
            <a:endParaRPr lang="fr-FR" sz="66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/>
              <a:t>HIRA 731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>
                <a:latin typeface="Cambria" pitchFamily="18" charset="0"/>
              </a:rPr>
              <a:t>2. </a:t>
            </a:r>
            <a:r>
              <a:rPr lang="fr-FR" sz="6600" dirty="0" err="1">
                <a:latin typeface="Cambria" pitchFamily="18" charset="0"/>
              </a:rPr>
              <a:t>Raha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mitambatra</a:t>
            </a:r>
            <a:r>
              <a:rPr lang="fr-FR" sz="6600" dirty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>
                <a:latin typeface="Cambria" pitchFamily="18" charset="0"/>
              </a:rPr>
              <a:t>ny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rahona</a:t>
            </a:r>
            <a:r>
              <a:rPr lang="fr-FR" sz="6600" dirty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>
                <a:latin typeface="Cambria" pitchFamily="18" charset="0"/>
              </a:rPr>
              <a:t>Ka </a:t>
            </a:r>
            <a:r>
              <a:rPr lang="fr-FR" sz="6600" dirty="0" err="1">
                <a:latin typeface="Cambria" pitchFamily="18" charset="0"/>
              </a:rPr>
              <a:t>mikimpy</a:t>
            </a:r>
            <a:r>
              <a:rPr lang="fr-FR" sz="6600" dirty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>
                <a:latin typeface="Cambria" pitchFamily="18" charset="0"/>
              </a:rPr>
              <a:t>ny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masoandro</a:t>
            </a:r>
            <a:r>
              <a:rPr lang="fr-FR" sz="6600" dirty="0">
                <a:latin typeface="Cambria" pitchFamily="18" charset="0"/>
              </a:rPr>
              <a:t>,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/>
              <a:t>HIRA 731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>
                <a:latin typeface="Cambria" pitchFamily="18" charset="0"/>
              </a:rPr>
              <a:t>Raha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Jeso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momba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isan'andro</a:t>
            </a:r>
            <a:r>
              <a:rPr lang="fr-FR" sz="6600" dirty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>
                <a:latin typeface="Cambria" pitchFamily="18" charset="0"/>
              </a:rPr>
              <a:t>Ho </a:t>
            </a:r>
            <a:r>
              <a:rPr lang="fr-FR" sz="6600" dirty="0" err="1">
                <a:latin typeface="Cambria" pitchFamily="18" charset="0"/>
              </a:rPr>
              <a:t>tantely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koa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ny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vahona</a:t>
            </a:r>
            <a:r>
              <a:rPr lang="fr-FR" sz="6600" dirty="0"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/>
              <a:t>HIRA 731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Homba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Homba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Homba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anie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/>
              <a:t>HIRA 731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Homba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Homba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Enga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anie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ka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homba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Jeso</a:t>
            </a:r>
            <a:endParaRPr lang="fr-FR" sz="66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/>
              <a:t>HIRA 731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>
                <a:latin typeface="Cambria" pitchFamily="18" charset="0"/>
              </a:rPr>
              <a:t>3. </a:t>
            </a:r>
            <a:r>
              <a:rPr lang="fr-FR" sz="6600" dirty="0" err="1">
                <a:latin typeface="Cambria" pitchFamily="18" charset="0"/>
              </a:rPr>
              <a:t>Mangamanga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indray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ny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lanitra</a:t>
            </a:r>
            <a:r>
              <a:rPr lang="fr-FR" sz="6600" dirty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>
                <a:latin typeface="Cambria" pitchFamily="18" charset="0"/>
              </a:rPr>
              <a:t>Loharanom</a:t>
            </a:r>
            <a:r>
              <a:rPr lang="fr-FR" sz="6600" dirty="0">
                <a:latin typeface="Cambria" pitchFamily="18" charset="0"/>
              </a:rPr>
              <a:t>-</a:t>
            </a:r>
            <a:r>
              <a:rPr lang="fr-FR" sz="6600" dirty="0" err="1">
                <a:latin typeface="Cambria" pitchFamily="18" charset="0"/>
              </a:rPr>
              <a:t>pitahiana</a:t>
            </a:r>
            <a:r>
              <a:rPr lang="fr-FR" sz="6600" dirty="0">
                <a:latin typeface="Cambria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/>
              <a:t>HIRA 731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6600" dirty="0">
                <a:latin typeface="Cambria" pitchFamily="18" charset="0"/>
              </a:rPr>
              <a:t>Sady foto-pifaliana. </a:t>
            </a:r>
          </a:p>
          <a:p>
            <a:pPr>
              <a:buNone/>
            </a:pPr>
            <a:r>
              <a:rPr lang="it-IT" sz="6600" dirty="0">
                <a:latin typeface="Cambria" pitchFamily="18" charset="0"/>
              </a:rPr>
              <a:t>Jeso Zanak' Andriamanitra.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/>
              <a:t>HIRA 731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Homba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Homba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Homba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anie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/>
              <a:t>HIRA 731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Homba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Homba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Enga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anie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ka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homba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Jeso</a:t>
            </a:r>
            <a:endParaRPr lang="fr-FR" sz="66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/>
              <a:t>HIRA 731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6600" dirty="0">
                <a:latin typeface="Cambria" pitchFamily="18" charset="0"/>
              </a:rPr>
              <a:t>4. Raha mitolona ady sarotra, </a:t>
            </a:r>
          </a:p>
          <a:p>
            <a:pPr>
              <a:buNone/>
            </a:pPr>
            <a:r>
              <a:rPr lang="it-IT" sz="6600" dirty="0">
                <a:latin typeface="Cambria" pitchFamily="18" charset="0"/>
              </a:rPr>
              <a:t>Matokia fa tsy ho irery,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/>
              <a:t>HIRA 731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6600" dirty="0">
                <a:latin typeface="Cambria" pitchFamily="18" charset="0"/>
              </a:rPr>
              <a:t>Homba anao Jeso mahery, </a:t>
            </a:r>
          </a:p>
          <a:p>
            <a:pPr>
              <a:buNone/>
            </a:pPr>
            <a:r>
              <a:rPr lang="it-IT" sz="6600" dirty="0">
                <a:latin typeface="Cambria" pitchFamily="18" charset="0"/>
              </a:rPr>
              <a:t>Homba anao tsy miady varotra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/>
              <a:t>HIRA 731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Homba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Homba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Homba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anie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/>
              <a:t>HIRA 731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Homba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Homba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Enga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anie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ka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homba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Jeso</a:t>
            </a:r>
            <a:endParaRPr lang="fr-FR" sz="66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/>
              <a:t>HIRA 731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>
                <a:latin typeface="Cambria" pitchFamily="18" charset="0"/>
              </a:rPr>
              <a:t>5. Raho hilaozana ny havana, </a:t>
            </a:r>
          </a:p>
          <a:p>
            <a:pPr>
              <a:buNone/>
            </a:pPr>
            <a:r>
              <a:rPr lang="fi-FI" sz="6600" dirty="0">
                <a:latin typeface="Cambria" pitchFamily="18" charset="0"/>
              </a:rPr>
              <a:t>Sady mainty koa Jordana,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/>
              <a:t>HIRA 731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>
                <a:latin typeface="Cambria" pitchFamily="18" charset="0"/>
              </a:rPr>
              <a:t>Ho mazava ny fitàna</a:t>
            </a:r>
          </a:p>
          <a:p>
            <a:pPr>
              <a:buNone/>
            </a:pPr>
            <a:r>
              <a:rPr lang="fi-FI" sz="6600" dirty="0">
                <a:latin typeface="Cambria" pitchFamily="18" charset="0"/>
              </a:rPr>
              <a:t>Ao Jeso hanangana avana.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/>
              <a:t>HIRA 731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Homba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Homba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Homba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anie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/>
              <a:t>HIRA 731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Homba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Homba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Enga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anie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ka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homba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Jeso</a:t>
            </a:r>
            <a:endParaRPr lang="fr-FR" sz="66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/>
              <a:t>HIRA 731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4800" dirty="0">
                <a:latin typeface="Cambria" pitchFamily="18" charset="0"/>
              </a:rPr>
              <a:t>6</a:t>
            </a:r>
            <a:r>
              <a:rPr lang="fi-FI" sz="6600" dirty="0">
                <a:latin typeface="Cambria" pitchFamily="18" charset="0"/>
              </a:rPr>
              <a:t>. Raha Jesosy no mitantana, </a:t>
            </a:r>
          </a:p>
          <a:p>
            <a:pPr>
              <a:buNone/>
            </a:pPr>
            <a:r>
              <a:rPr lang="fi-FI" sz="6600" dirty="0">
                <a:latin typeface="Cambria" pitchFamily="18" charset="0"/>
              </a:rPr>
              <a:t>Paradisa koa ny tany,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/>
              <a:t>HIRA 731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6600" dirty="0">
                <a:latin typeface="Cambria" pitchFamily="18" charset="0"/>
              </a:rPr>
              <a:t>Hasambarana hatrany, </a:t>
            </a:r>
          </a:p>
          <a:p>
            <a:pPr>
              <a:buNone/>
            </a:pPr>
            <a:r>
              <a:rPr lang="pt-BR" sz="6600" dirty="0">
                <a:latin typeface="Cambria" pitchFamily="18" charset="0"/>
              </a:rPr>
              <a:t>Ao Kanana no hamantana.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/>
              <a:t>HIRA 731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Homba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Homba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Homba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anie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/>
              <a:t>HIRA 731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Homba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Homba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Enga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anie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ka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homba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>
                <a:solidFill>
                  <a:srgbClr val="002060"/>
                </a:solidFill>
                <a:latin typeface="Cambria" pitchFamily="18" charset="0"/>
              </a:rPr>
              <a:t>Jeso</a:t>
            </a:r>
            <a:endParaRPr lang="fr-FR" sz="66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309</Words>
  <Application>Microsoft Office PowerPoint</Application>
  <PresentationFormat>Affichage à l'écran (4:3)</PresentationFormat>
  <Paragraphs>75</Paragraphs>
  <Slides>24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Cambria</vt:lpstr>
      <vt:lpstr>Thème Office</vt:lpstr>
      <vt:lpstr>HIRA 731</vt:lpstr>
      <vt:lpstr>HIRA 731</vt:lpstr>
      <vt:lpstr>HIRA 731</vt:lpstr>
      <vt:lpstr>HIRA 731</vt:lpstr>
      <vt:lpstr>HIRA 731</vt:lpstr>
      <vt:lpstr>HIRA 731</vt:lpstr>
      <vt:lpstr>HIRA 731</vt:lpstr>
      <vt:lpstr>HIRA 731</vt:lpstr>
      <vt:lpstr>HIRA 731</vt:lpstr>
      <vt:lpstr>HIRA 731</vt:lpstr>
      <vt:lpstr>HIRA 731</vt:lpstr>
      <vt:lpstr>HIRA 731</vt:lpstr>
      <vt:lpstr>HIRA 731</vt:lpstr>
      <vt:lpstr>HIRA 731</vt:lpstr>
      <vt:lpstr>HIRA 731</vt:lpstr>
      <vt:lpstr>HIRA 731</vt:lpstr>
      <vt:lpstr>HIRA 731</vt:lpstr>
      <vt:lpstr>HIRA 731</vt:lpstr>
      <vt:lpstr>HIRA 731</vt:lpstr>
      <vt:lpstr>HIRA 731</vt:lpstr>
      <vt:lpstr>HIRA 731</vt:lpstr>
      <vt:lpstr>HIRA 731</vt:lpstr>
      <vt:lpstr>HIRA 731</vt:lpstr>
      <vt:lpstr>HIRA 731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691</dc:title>
  <dc:creator>M</dc:creator>
  <cp:lastModifiedBy>Kaloina RANDRIA</cp:lastModifiedBy>
  <cp:revision>19</cp:revision>
  <dcterms:created xsi:type="dcterms:W3CDTF">2012-12-02T01:28:21Z</dcterms:created>
  <dcterms:modified xsi:type="dcterms:W3CDTF">2025-05-25T06:40:14Z</dcterms:modified>
</cp:coreProperties>
</file>