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31" d="100"/>
          <a:sy n="31" d="100"/>
        </p:scale>
        <p:origin x="-7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55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643578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andron'ny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fahasoavana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Miposaka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antsika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Manerana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tontolo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55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tarany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hita</a:t>
            </a:r>
            <a:r>
              <a:rPr lang="en-US" sz="6600" dirty="0" smtClean="0">
                <a:latin typeface="Cambria" pitchFamily="18" charset="0"/>
              </a:rPr>
              <a:t>,	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ravo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olombelona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alintsika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55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Niova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alina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Mamiratra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Miseho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vonjy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55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2143116"/>
            <a:ext cx="9144000" cy="4714884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lasa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aizina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Mihoby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voavonjy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55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643578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3. Na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nahay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nihira</a:t>
            </a:r>
            <a:r>
              <a:rPr lang="en-US" sz="6600" dirty="0" smtClean="0">
                <a:latin typeface="Cambria" pitchFamily="18" charset="0"/>
              </a:rPr>
              <a:t> re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hazo</a:t>
            </a:r>
            <a:r>
              <a:rPr lang="en-US" sz="6600" dirty="0" smtClean="0">
                <a:latin typeface="Cambria" pitchFamily="18" charset="0"/>
              </a:rPr>
              <a:t> an-ala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afa-mikalo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ravina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Hidera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Indrindra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55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ampy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fanandratana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ain-drehetra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55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643578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feon'ny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Misandratra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Jehovah,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Hidera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fitiavanao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indrafonao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55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643050"/>
            <a:ext cx="9144000" cy="521495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smtClean="0">
                <a:latin typeface="Cambria" pitchFamily="18" charset="0"/>
              </a:rPr>
              <a:t>Niaro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fiangonanao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Hatramin'ny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fahagola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55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5. Ho any </a:t>
            </a:r>
            <a:r>
              <a:rPr lang="en-US" sz="6600" dirty="0" smtClean="0">
                <a:latin typeface="Cambria" pitchFamily="18" charset="0"/>
              </a:rPr>
              <a:t>an-</a:t>
            </a:r>
            <a:r>
              <a:rPr lang="en-US" sz="6600" dirty="0" err="1" smtClean="0">
                <a:latin typeface="Cambria" pitchFamily="18" charset="0"/>
              </a:rPr>
              <a:t>tanindrazanay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re,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Ray </a:t>
            </a:r>
            <a:r>
              <a:rPr lang="en-US" sz="6600" dirty="0" err="1" smtClean="0">
                <a:latin typeface="Cambria" pitchFamily="18" charset="0"/>
              </a:rPr>
              <a:t>Tsitoha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55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643050"/>
            <a:ext cx="9144000" cy="521495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hiditra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tranon</a:t>
            </a:r>
            <a:r>
              <a:rPr lang="en-US" sz="6600" dirty="0" smtClean="0">
                <a:latin typeface="Cambria" pitchFamily="18" charset="0"/>
              </a:rPr>
              <a:t>-</a:t>
            </a:r>
            <a:r>
              <a:rPr lang="en-US" sz="6600" dirty="0" err="1" smtClean="0">
                <a:latin typeface="Cambria" pitchFamily="18" charset="0"/>
              </a:rPr>
              <a:t>dRay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Nomanin</a:t>
            </a:r>
            <a:r>
              <a:rPr lang="en-US" sz="6600" dirty="0" smtClean="0">
                <a:latin typeface="Cambria" pitchFamily="18" charset="0"/>
              </a:rPr>
              <a:t>' </a:t>
            </a: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Mpialoha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55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2071678"/>
            <a:ext cx="9144000" cy="4786322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pt-BR" sz="6600" dirty="0" smtClean="0">
                <a:latin typeface="Cambria" pitchFamily="18" charset="0"/>
              </a:rPr>
              <a:t>Ny olonao dia ho tafaray</a:t>
            </a:r>
          </a:p>
          <a:p>
            <a:pPr marL="996696" indent="-914400">
              <a:buNone/>
            </a:pPr>
            <a:r>
              <a:rPr lang="pt-BR" sz="6600" dirty="0" smtClean="0">
                <a:latin typeface="Cambria" pitchFamily="18" charset="0"/>
              </a:rPr>
              <a:t>Hidera Anao tokoa!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156</Words>
  <PresentationFormat>Affichage à l'écran (4:3)</PresentationFormat>
  <Paragraphs>41</Paragraphs>
  <Slides>11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2" baseType="lpstr">
      <vt:lpstr>Thème Office</vt:lpstr>
      <vt:lpstr>Hira 55</vt:lpstr>
      <vt:lpstr>Hira 55</vt:lpstr>
      <vt:lpstr>Hira 55</vt:lpstr>
      <vt:lpstr>Hira 55</vt:lpstr>
      <vt:lpstr>Hira 55</vt:lpstr>
      <vt:lpstr>Hira 55</vt:lpstr>
      <vt:lpstr>Hira 55</vt:lpstr>
      <vt:lpstr>Hira 55</vt:lpstr>
      <vt:lpstr>Hira 55</vt:lpstr>
      <vt:lpstr>Hira 55</vt:lpstr>
      <vt:lpstr>Hira 55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</dc:title>
  <dc:creator>M</dc:creator>
  <cp:lastModifiedBy>M</cp:lastModifiedBy>
  <cp:revision>14</cp:revision>
  <dcterms:created xsi:type="dcterms:W3CDTF">2012-10-02T21:52:07Z</dcterms:created>
  <dcterms:modified xsi:type="dcterms:W3CDTF">2013-07-02T10:53:11Z</dcterms:modified>
</cp:coreProperties>
</file>