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2" r:id="rId2"/>
    <p:sldId id="273" r:id="rId3"/>
    <p:sldId id="274" r:id="rId4"/>
    <p:sldId id="275" r:id="rId5"/>
    <p:sldId id="276" r:id="rId6"/>
    <p:sldId id="277" r:id="rId7"/>
    <p:sldId id="278" r:id="rId8"/>
    <p:sldId id="279" r:id="rId9"/>
    <p:sldId id="280" r:id="rId10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23034" autoAdjust="0"/>
    <p:restoredTop sz="94660"/>
  </p:normalViewPr>
  <p:slideViewPr>
    <p:cSldViewPr>
      <p:cViewPr varScale="1">
        <p:scale>
          <a:sx n="53" d="100"/>
          <a:sy n="53" d="100"/>
        </p:scale>
        <p:origin x="-96" y="-2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04/08/2014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04/08/2014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04/08/2014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04/08/2014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04/08/2014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04/08/2014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04/08/2014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04/08/2014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04/08/2014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04/08/2014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04/08/2014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04/08/2014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36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928670"/>
            <a:ext cx="8929718" cy="571504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1. Moa ho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haiko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tantaraina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hasoavanao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?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Mifamatra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tamin'aina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fitiavanao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785794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36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785794"/>
            <a:ext cx="8929718" cy="585791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vahoaka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sesehena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'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Zay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nahazo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famonjena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no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hider'llay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Mpamonjy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soa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36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857232"/>
            <a:ext cx="8929718" cy="578647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Jeso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no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derao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Jeso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no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derao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'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Zay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nataony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ambarao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Jeso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no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derao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71472" y="0"/>
            <a:ext cx="8229600" cy="857224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36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785794"/>
            <a:ext cx="8929718" cy="585791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sv-SE" sz="6600" b="1" dirty="0" smtClean="0">
                <a:solidFill>
                  <a:srgbClr val="002060"/>
                </a:solidFill>
                <a:latin typeface="Cambria" pitchFamily="18" charset="0"/>
              </a:rPr>
              <a:t>2. Fiadanana nafoin'i Jeso Tomponay,</a:t>
            </a:r>
          </a:p>
          <a:p>
            <a:pPr>
              <a:buNone/>
            </a:pPr>
            <a:r>
              <a:rPr lang="sv-SE" sz="6600" b="1" dirty="0" smtClean="0">
                <a:solidFill>
                  <a:srgbClr val="002060"/>
                </a:solidFill>
                <a:latin typeface="Cambria" pitchFamily="18" charset="0"/>
              </a:rPr>
              <a:t>F'efa tonga ny fotoana,</a:t>
            </a:r>
          </a:p>
          <a:p>
            <a:pPr>
              <a:buNone/>
            </a:pPr>
            <a:r>
              <a:rPr lang="sv-SE" sz="6600" b="1" dirty="0" smtClean="0">
                <a:solidFill>
                  <a:srgbClr val="002060"/>
                </a:solidFill>
                <a:latin typeface="Cambria" pitchFamily="18" charset="0"/>
              </a:rPr>
              <a:t>Sitraky ny Ray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857232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36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928670"/>
            <a:ext cx="8858280" cy="571504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Olom-bery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nozahany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fatorany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vahany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Hajambana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koa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nalany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ho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71472" y="0"/>
            <a:ext cx="8229600" cy="654032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36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857232"/>
            <a:ext cx="8929718" cy="578647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Jeso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no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derao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Jeso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no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derao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'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Zay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nataony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ambarao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Jeso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no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derao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71472" y="0"/>
            <a:ext cx="8229600" cy="785794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36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785794"/>
            <a:ext cx="8929718" cy="585791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3.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Hoderaina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lalandava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Anaranao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aizina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nisava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Eo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imasonao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928670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36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857232"/>
            <a:ext cx="8929718" cy="578647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Na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tian'ny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sasany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aza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Anaranao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malaza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'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Zaho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koa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hankalaza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Azy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71472" y="0"/>
            <a:ext cx="8229600" cy="857224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36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928670"/>
            <a:ext cx="8929718" cy="571504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Jeso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no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derao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Jeso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no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derao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'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Zay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nataony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ambarao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Jeso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no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derao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136</Words>
  <PresentationFormat>Affichage à l'écran (4:3)</PresentationFormat>
  <Paragraphs>38</Paragraphs>
  <Slides>9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0" baseType="lpstr">
      <vt:lpstr>Thème Office</vt:lpstr>
      <vt:lpstr>HIRA 36</vt:lpstr>
      <vt:lpstr>HIRA 36</vt:lpstr>
      <vt:lpstr>HIRA 36</vt:lpstr>
      <vt:lpstr>HIRA 36</vt:lpstr>
      <vt:lpstr>HIRA 36</vt:lpstr>
      <vt:lpstr>HIRA 36</vt:lpstr>
      <vt:lpstr>HIRA 36</vt:lpstr>
      <vt:lpstr>HIRA 36</vt:lpstr>
      <vt:lpstr>HIRA 36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28: 1, 3</dc:title>
  <dc:creator>M</dc:creator>
  <cp:lastModifiedBy>M</cp:lastModifiedBy>
  <cp:revision>8</cp:revision>
  <dcterms:created xsi:type="dcterms:W3CDTF">2012-10-03T07:22:00Z</dcterms:created>
  <dcterms:modified xsi:type="dcterms:W3CDTF">2014-08-04T13:15:43Z</dcterms:modified>
</cp:coreProperties>
</file>