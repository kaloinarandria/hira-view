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051" autoAdjust="0"/>
    <p:restoredTop sz="94660"/>
  </p:normalViewPr>
  <p:slideViewPr>
    <p:cSldViewPr>
      <p:cViewPr varScale="1">
        <p:scale>
          <a:sx n="57" d="100"/>
          <a:sy n="57" d="100"/>
        </p:scale>
        <p:origin x="-3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ifalianay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voavono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Hisolo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voina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56"/>
            <a:ext cx="914406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aterinay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itokianay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mikambana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endParaRPr lang="en-US" sz="63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b="1" dirty="0" err="1" smtClean="0">
                <a:solidFill>
                  <a:srgbClr val="002060"/>
                </a:solidFill>
                <a:latin typeface="Cambria" pitchFamily="18" charset="0"/>
              </a:rPr>
              <a:t>hangaihay</a:t>
            </a:r>
            <a:r>
              <a:rPr lang="en-US" sz="63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900118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aterinay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144064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Ambony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takatray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Kanefa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endParaRPr lang="en-US" sz="64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Hiezaka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4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4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9072626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aterinay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Hiezaka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hatahotra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170</a:t>
            </a:r>
            <a:endParaRPr lang="fr-FR" sz="4000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144064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saotra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aterinay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142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170</vt:lpstr>
      <vt:lpstr>HIRA 170</vt:lpstr>
      <vt:lpstr>HIRA 170</vt:lpstr>
      <vt:lpstr>HIRA 170</vt:lpstr>
      <vt:lpstr>HIRA 170</vt:lpstr>
      <vt:lpstr>HIRA 170</vt:lpstr>
      <vt:lpstr>HIRA 170</vt:lpstr>
      <vt:lpstr>HIRA 170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167: 1, 2, 3</dc:title>
  <dc:creator>M</dc:creator>
  <cp:lastModifiedBy>M</cp:lastModifiedBy>
  <cp:revision>8</cp:revision>
  <dcterms:created xsi:type="dcterms:W3CDTF">2012-10-02T21:12:01Z</dcterms:created>
  <dcterms:modified xsi:type="dcterms:W3CDTF">2015-01-18T04:48:56Z</dcterms:modified>
</cp:coreProperties>
</file>