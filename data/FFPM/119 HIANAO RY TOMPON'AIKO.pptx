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47" autoAdjust="0"/>
  </p:normalViewPr>
  <p:slideViewPr>
    <p:cSldViewPr>
      <p:cViewPr varScale="1">
        <p:scale>
          <a:sx n="44" d="100"/>
          <a:sy n="44" d="100"/>
        </p:scale>
        <p:origin x="-9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119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Tompon'aiko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noho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otako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takatry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saiko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fijalianao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119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sitrakao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nijaly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Hahazoako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mifaly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isaorako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119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Safotry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fandatsana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Mpanavotra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Handovako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fanjakana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Feno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voninahitra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119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Voaratra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voaeso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voasatro-tsilo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Noho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hadisoako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Koa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isaorako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119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Tianao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mpanota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Helokay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nentinao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Resinao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tambin'ota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nafahanao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119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Voaloanao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trosa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mpanota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kosa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Tonga </a:t>
            </a:r>
            <a:r>
              <a:rPr lang="en-US" sz="6600" dirty="0" err="1" smtClean="0">
                <a:latin typeface="Cambria" pitchFamily="18" charset="0"/>
              </a:rPr>
              <a:t>olom-potsinao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derainay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105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119</vt:lpstr>
      <vt:lpstr>HIRA 119</vt:lpstr>
      <vt:lpstr>HIRA 119</vt:lpstr>
      <vt:lpstr>HIRA 119</vt:lpstr>
      <vt:lpstr>HIRA 119</vt:lpstr>
      <vt:lpstr>HIRA 119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115</dc:title>
  <dc:creator>M</dc:creator>
  <cp:lastModifiedBy>M</cp:lastModifiedBy>
  <cp:revision>9</cp:revision>
  <dcterms:created xsi:type="dcterms:W3CDTF">2012-10-21T18:56:48Z</dcterms:created>
  <dcterms:modified xsi:type="dcterms:W3CDTF">2013-07-03T06:14:16Z</dcterms:modified>
</cp:coreProperties>
</file>