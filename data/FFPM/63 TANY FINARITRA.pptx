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07/12/2016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2910" y="-214338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63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357166"/>
            <a:ext cx="8929718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finaritra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Tarafin-danitra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Mirana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mpivahiny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Injao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fihobiana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Am-</a:t>
            </a:r>
            <a:r>
              <a:rPr lang="en-US" sz="6000" dirty="0" err="1" smtClean="0">
                <a:latin typeface="Cambria" pitchFamily="18" charset="0"/>
              </a:rPr>
              <a:t>pandehanana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Makany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Paradisa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63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285728"/>
            <a:ext cx="8786842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Andro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mihelina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Tao-</a:t>
            </a:r>
            <a:r>
              <a:rPr lang="en-US" sz="6000" dirty="0" err="1" smtClean="0">
                <a:latin typeface="Cambria" pitchFamily="18" charset="0"/>
              </a:rPr>
              <a:t>mitsingerina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ifandimbiasan’ny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olona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lefy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hanitra</a:t>
            </a:r>
            <a:r>
              <a:rPr lang="en-US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soan’ny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lanitra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Mamelon-kira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velona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63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260648"/>
            <a:ext cx="9144000" cy="58579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400" dirty="0" smtClean="0">
                <a:latin typeface="Cambria" pitchFamily="18" charset="0"/>
              </a:rPr>
              <a:t>3. </a:t>
            </a:r>
            <a:r>
              <a:rPr lang="en-US" sz="6400" dirty="0" err="1" smtClean="0">
                <a:latin typeface="Cambria" pitchFamily="18" charset="0"/>
              </a:rPr>
              <a:t>Teny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naely</a:t>
            </a:r>
            <a:r>
              <a:rPr lang="en-US" sz="6400" dirty="0" smtClean="0">
                <a:latin typeface="Cambria" pitchFamily="18" charset="0"/>
              </a:rPr>
              <a:t>, </a:t>
            </a:r>
            <a:r>
              <a:rPr lang="en-US" sz="6400" dirty="0" err="1" smtClean="0">
                <a:latin typeface="Cambria" pitchFamily="18" charset="0"/>
              </a:rPr>
              <a:t>hiran’anjely</a:t>
            </a:r>
            <a:endParaRPr lang="en-US" sz="6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400" dirty="0" smtClean="0">
                <a:latin typeface="Cambria" pitchFamily="18" charset="0"/>
              </a:rPr>
              <a:t> "O! </a:t>
            </a:r>
            <a:r>
              <a:rPr lang="en-US" sz="6400" dirty="0" err="1" smtClean="0">
                <a:latin typeface="Cambria" pitchFamily="18" charset="0"/>
              </a:rPr>
              <a:t>mifalia</a:t>
            </a:r>
            <a:r>
              <a:rPr lang="en-US" sz="6400" dirty="0" smtClean="0">
                <a:latin typeface="Cambria" pitchFamily="18" charset="0"/>
              </a:rPr>
              <a:t>, </a:t>
            </a:r>
            <a:r>
              <a:rPr lang="en-US" sz="6400" dirty="0" err="1" smtClean="0">
                <a:latin typeface="Cambria" pitchFamily="18" charset="0"/>
              </a:rPr>
              <a:t>ry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reraka</a:t>
            </a:r>
            <a:r>
              <a:rPr lang="en-US" sz="64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Fa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fiadanana</a:t>
            </a:r>
            <a:endParaRPr lang="en-US" sz="64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400" dirty="0" smtClean="0">
                <a:latin typeface="Cambria" pitchFamily="18" charset="0"/>
              </a:rPr>
              <a:t>No </a:t>
            </a:r>
            <a:r>
              <a:rPr lang="en-US" sz="6400" dirty="0" err="1" smtClean="0">
                <a:latin typeface="Cambria" pitchFamily="18" charset="0"/>
              </a:rPr>
              <a:t>andehanana</a:t>
            </a:r>
            <a:r>
              <a:rPr lang="en-US" sz="64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400" dirty="0" err="1" smtClean="0">
                <a:latin typeface="Cambria" pitchFamily="18" charset="0"/>
              </a:rPr>
              <a:t>Fa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ny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Mpamonjy</a:t>
            </a:r>
            <a:r>
              <a:rPr lang="en-US" sz="6400" dirty="0" smtClean="0">
                <a:latin typeface="Cambria" pitchFamily="18" charset="0"/>
              </a:rPr>
              <a:t> </a:t>
            </a:r>
            <a:r>
              <a:rPr lang="en-US" sz="6400" dirty="0" err="1" smtClean="0">
                <a:latin typeface="Cambria" pitchFamily="18" charset="0"/>
              </a:rPr>
              <a:t>teraka</a:t>
            </a:r>
            <a:r>
              <a:rPr lang="en-US" sz="6400" dirty="0" smtClean="0">
                <a:latin typeface="Cambria" pitchFamily="18" charset="0"/>
              </a:rPr>
              <a:t>!"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70</Words>
  <Application>Microsoft Office PowerPoint</Application>
  <PresentationFormat>Affichage à l'écran (4:3)</PresentationFormat>
  <Paragraphs>20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Thème Office</vt:lpstr>
      <vt:lpstr>HIRA 63</vt:lpstr>
      <vt:lpstr>HIRA 63</vt:lpstr>
      <vt:lpstr>HIRA 63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67</dc:title>
  <dc:creator>M</dc:creator>
  <cp:lastModifiedBy>c060</cp:lastModifiedBy>
  <cp:revision>8</cp:revision>
  <dcterms:created xsi:type="dcterms:W3CDTF">2012-12-08T21:18:35Z</dcterms:created>
  <dcterms:modified xsi:type="dcterms:W3CDTF">2016-12-07T10:31:51Z</dcterms:modified>
</cp:coreProperties>
</file>