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Ry Jeso ô! Sakaiza,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Mpamonjy tia anay!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mbola mianjera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rian-drano be </a:t>
            </a:r>
            <a:r>
              <a:rPr lang="fi-FI" sz="6600" dirty="0" smtClean="0">
                <a:latin typeface="Cambria" pitchFamily="18" charset="0"/>
              </a:rPr>
              <a:t>;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850109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Mifofofofo </a:t>
            </a:r>
            <a:r>
              <a:rPr lang="fi-FI" sz="6600" dirty="0" smtClean="0">
                <a:latin typeface="Cambria" pitchFamily="18" charset="0"/>
              </a:rPr>
              <a:t>mafy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rivo-doza be,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Vimbino izahay re,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Mba tsy ho faty 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Arovy izahay re,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Jeso Tomponay!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Ambara-pahalasan'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loza izay manjo </a:t>
            </a:r>
            <a:r>
              <a:rPr lang="fi-FI" sz="6600" dirty="0" smtClean="0">
                <a:latin typeface="Cambria" pitchFamily="18" charset="0"/>
              </a:rPr>
              <a:t>;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850109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Dia ento izahay re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Ho any aminao,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raiso ny fanahy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Ho faly aminao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Kanefa raha mbola 	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Hijanona izahay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Aty ambony tany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malahelo fo,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850109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Na misy fahavalo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Miady aminay,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Avia, Jeso Tompo!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Ampio ny olonao</a:t>
            </a:r>
            <a:r>
              <a:rPr lang="fi-FI" sz="6600" dirty="0" smtClean="0">
                <a:latin typeface="Cambria" pitchFamily="18" charset="0"/>
              </a:rPr>
              <a:t>.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Tsy tambonay isaina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olona aminao 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Hiadana tokoa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horaisinao </a:t>
            </a:r>
            <a:r>
              <a:rPr lang="fi-FI" sz="6600" dirty="0" smtClean="0">
                <a:latin typeface="Cambria" pitchFamily="18" charset="0"/>
              </a:rPr>
              <a:t>;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850109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Jeso no Sakaiza,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Anjely </a:t>
            </a:r>
            <a:r>
              <a:rPr lang="fi-FI" sz="6600" dirty="0" smtClean="0">
                <a:latin typeface="Cambria" pitchFamily="18" charset="0"/>
              </a:rPr>
              <a:t>maro be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 hiaraka aminay ao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An-dapa rahatrizay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131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575</vt:lpstr>
      <vt:lpstr>HIRA 575</vt:lpstr>
      <vt:lpstr>HIRA 575</vt:lpstr>
      <vt:lpstr>HIRA 575</vt:lpstr>
      <vt:lpstr>HIRA 575</vt:lpstr>
      <vt:lpstr>HIRA 575</vt:lpstr>
      <vt:lpstr>HIRA 575</vt:lpstr>
      <vt:lpstr>HIRA 575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4</cp:revision>
  <dcterms:created xsi:type="dcterms:W3CDTF">2012-12-08T21:04:49Z</dcterms:created>
  <dcterms:modified xsi:type="dcterms:W3CDTF">2013-10-16T16:18:34Z</dcterms:modified>
</cp:coreProperties>
</file>