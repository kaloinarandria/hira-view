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Betlehema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kely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Sondrian-tory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Kanefa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injay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miseho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hazavana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be.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tahotra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Mihaona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ankehitrio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Kristy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Mpanavotra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teraka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anio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kintana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maraina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Fitarik'andro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Toria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tonga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Ilay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Mpanjaka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he!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voninahitra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an'Andriamanitra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Fiadanana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tapitra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an'ny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Endrey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mangina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fatratra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fampidinana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fitahian-danitra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Am-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pon'ny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tabataba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horakoraka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Kanefa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Kristy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tonga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anie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Am-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mangoraka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4.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Rankizy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hendry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madio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Tsarovy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Kristy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tonga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anio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Mpamonjinao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 misy aza ny manjo,</a:t>
            </a:r>
          </a:p>
          <a:p>
            <a:pPr>
              <a:buNone/>
            </a:pPr>
            <a:r>
              <a:rPr lang="pt-BR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 Noely izao</a:t>
            </a:r>
          </a:p>
          <a:p>
            <a:pPr>
              <a:buNone/>
            </a:pPr>
            <a:r>
              <a:rPr lang="pt-BR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saino fatratra ao am-po</a:t>
            </a:r>
          </a:p>
          <a:p>
            <a:pPr>
              <a:buNone/>
            </a:pPr>
            <a:r>
              <a:rPr lang="pt-BR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Hampionona anao!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5.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Zaza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Masina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Zanak'i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Maria,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Tomponay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Mpamonjy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Midina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 feon'ny lanitra no re,</a:t>
            </a:r>
          </a:p>
          <a:p>
            <a:pPr>
              <a:buNone/>
            </a:pPr>
            <a:r>
              <a:rPr lang="pt-BR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Indray Noely izay,</a:t>
            </a:r>
          </a:p>
          <a:p>
            <a:pPr>
              <a:buNone/>
            </a:pPr>
            <a:r>
              <a:rPr lang="pt-BR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Nitondra teny soa hoe:</a:t>
            </a:r>
          </a:p>
          <a:p>
            <a:pPr>
              <a:buNone/>
            </a:pPr>
            <a:r>
              <a:rPr lang="pt-BR" sz="6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 no Avotray!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190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65</vt:lpstr>
      <vt:lpstr>HIRA 65</vt:lpstr>
      <vt:lpstr>HIRA 65</vt:lpstr>
      <vt:lpstr>HIRA 65</vt:lpstr>
      <vt:lpstr>HIRA 65</vt:lpstr>
      <vt:lpstr>HIRA 65</vt:lpstr>
      <vt:lpstr>HIRA 65</vt:lpstr>
      <vt:lpstr>HIRA 65</vt:lpstr>
      <vt:lpstr>HIRA 65</vt:lpstr>
      <vt:lpstr>HIRA 65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67</dc:title>
  <dc:creator>M</dc:creator>
  <cp:lastModifiedBy>M</cp:lastModifiedBy>
  <cp:revision>8</cp:revision>
  <dcterms:created xsi:type="dcterms:W3CDTF">2012-12-08T21:18:35Z</dcterms:created>
  <dcterms:modified xsi:type="dcterms:W3CDTF">2013-07-02T12:09:04Z</dcterms:modified>
</cp:coreProperties>
</file>