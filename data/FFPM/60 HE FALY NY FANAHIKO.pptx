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60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He, </a:t>
            </a:r>
            <a:r>
              <a:rPr lang="en-US" sz="6000" dirty="0" err="1" smtClean="0">
                <a:latin typeface="Cambria" pitchFamily="18" charset="0"/>
              </a:rPr>
              <a:t>faly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fanahiko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Malalako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tonga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zaza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mety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Mpamonjiko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60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1435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Na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mendrika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</a:t>
            </a:r>
            <a:r>
              <a:rPr lang="en-US" sz="6000" dirty="0" err="1" smtClean="0">
                <a:latin typeface="Cambria" pitchFamily="18" charset="0"/>
              </a:rPr>
              <a:t>Raiso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60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Zazakely</a:t>
            </a:r>
            <a:r>
              <a:rPr lang="en-US" sz="6000" dirty="0" smtClean="0"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Iriko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mafy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Avia</a:t>
            </a:r>
            <a:r>
              <a:rPr lang="en-US" sz="6000" dirty="0" smtClean="0">
                <a:latin typeface="Cambria" pitchFamily="18" charset="0"/>
              </a:rPr>
              <a:t> re,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Zaza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itoeranao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60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1435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Na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mendrika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ô!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60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Endrey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Ray, </a:t>
            </a:r>
            <a:r>
              <a:rPr lang="en-US" sz="6000" dirty="0" err="1" smtClean="0">
                <a:latin typeface="Cambria" pitchFamily="18" charset="0"/>
              </a:rPr>
              <a:t>namoy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Zanakao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fahavalo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ivesaran-keloka</a:t>
            </a:r>
            <a:r>
              <a:rPr lang="en-US" sz="6000" dirty="0" smtClean="0">
                <a:latin typeface="Cambria" pitchFamily="18" charset="0"/>
              </a:rPr>
              <a:t>,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60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1435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Avelanao hivalo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Ka hiditra ao an-danitra.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:,: Enga ka ho ao!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60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Endrey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fifaliana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tratry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fisainana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Ataon'ireo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anjely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Manerana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lanitra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60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51435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Fa any ny Noely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Hitohy tsy ho tapitra,</a:t>
            </a:r>
          </a:p>
          <a:p>
            <a:pPr>
              <a:buNone/>
            </a:pPr>
            <a:r>
              <a:rPr lang="nn-NO" sz="6000" dirty="0" smtClean="0">
                <a:latin typeface="Cambria" pitchFamily="18" charset="0"/>
              </a:rPr>
              <a:t>:,; Enga ka ho ao!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157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60</vt:lpstr>
      <vt:lpstr>Hira 60</vt:lpstr>
      <vt:lpstr>Hira 60</vt:lpstr>
      <vt:lpstr>Hira 60</vt:lpstr>
      <vt:lpstr>Hira 60</vt:lpstr>
      <vt:lpstr>Hira 60</vt:lpstr>
      <vt:lpstr>Hira 60</vt:lpstr>
      <vt:lpstr>Hira 60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15</cp:revision>
  <dcterms:created xsi:type="dcterms:W3CDTF">2012-10-02T21:52:07Z</dcterms:created>
  <dcterms:modified xsi:type="dcterms:W3CDTF">2013-07-02T11:35:37Z</dcterms:modified>
</cp:coreProperties>
</file>