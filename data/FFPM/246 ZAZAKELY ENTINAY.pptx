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  <p:sldId id="25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34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sCACRMA0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014" y="0"/>
            <a:ext cx="967601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2976" y="2285992"/>
            <a:ext cx="6357982" cy="2357454"/>
          </a:xfrm>
          <a:prstGeom prst="rect">
            <a:avLst/>
          </a:prstGeom>
          <a:solidFill>
            <a:schemeClr val="bg1"/>
          </a:solidFill>
          <a:effectLst>
            <a:outerShdw blurRad="1270000" dist="2540000" dir="20760000" sx="200000" sy="200000" algn="ctr" rotWithShape="0">
              <a:srgbClr val="000000">
                <a:alpha val="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800" smtClean="0">
                <a:solidFill>
                  <a:srgbClr val="FF0066"/>
                </a:solidFill>
                <a:effectLst>
                  <a:outerShdw dist="50800" dir="5400000" sx="104000" sy="104000" algn="ctr" rotWithShape="0">
                    <a:srgbClr val="0070C0">
                      <a:alpha val="96000"/>
                    </a:srgbClr>
                  </a:outerShdw>
                </a:effectLst>
              </a:rPr>
              <a:t>BATISA</a:t>
            </a:r>
            <a:endParaRPr lang="fr-FR" sz="8800" dirty="0">
              <a:solidFill>
                <a:srgbClr val="FF0066"/>
              </a:solidFill>
              <a:effectLst>
                <a:outerShdw dist="50800" dir="5400000" sx="104000" sy="104000" algn="ctr" rotWithShape="0">
                  <a:srgbClr val="0070C0">
                    <a:alpha val="96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246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Zazakely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batisa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atokanay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246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mahadio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tahionao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indrafo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246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9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hitarika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Sao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hanjo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246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Jehovah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sCACRMA0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014" y="0"/>
            <a:ext cx="967601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2976" y="2285992"/>
            <a:ext cx="6357982" cy="2357454"/>
          </a:xfrm>
          <a:prstGeom prst="rect">
            <a:avLst/>
          </a:prstGeom>
          <a:solidFill>
            <a:schemeClr val="bg1"/>
          </a:solidFill>
          <a:effectLst>
            <a:outerShdw blurRad="1270000" dist="2540000" dir="20760000" sx="200000" sy="200000" algn="ctr" rotWithShape="0">
              <a:srgbClr val="000000">
                <a:alpha val="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800" dirty="0" smtClean="0">
                <a:solidFill>
                  <a:srgbClr val="FF0066"/>
                </a:solidFill>
                <a:effectLst>
                  <a:outerShdw dist="50800" dir="5400000" sx="104000" sy="104000" algn="ctr" rotWithShape="0">
                    <a:srgbClr val="0070C0">
                      <a:alpha val="96000"/>
                    </a:srgbClr>
                  </a:outerShdw>
                </a:effectLst>
              </a:rPr>
              <a:t>FANOLORAN-JAZA</a:t>
            </a:r>
            <a:endParaRPr lang="fr-FR" sz="8800" dirty="0">
              <a:solidFill>
                <a:srgbClr val="FF0066"/>
              </a:solidFill>
              <a:effectLst>
                <a:outerShdw dist="50800" dir="5400000" sx="104000" sy="104000" algn="ctr" rotWithShape="0">
                  <a:srgbClr val="0070C0">
                    <a:alpha val="96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84</Words>
  <PresentationFormat>Affichage à l'écran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Diapositive 1</vt:lpstr>
      <vt:lpstr>HIRA 246</vt:lpstr>
      <vt:lpstr>HIRA 246</vt:lpstr>
      <vt:lpstr>HIRA 246</vt:lpstr>
      <vt:lpstr>HIRA 246</vt:lpstr>
      <vt:lpstr>Diapositive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</dc:creator>
  <cp:lastModifiedBy>M</cp:lastModifiedBy>
  <cp:revision>9</cp:revision>
  <dcterms:created xsi:type="dcterms:W3CDTF">2012-11-04T17:53:43Z</dcterms:created>
  <dcterms:modified xsi:type="dcterms:W3CDTF">2014-12-07T05:36:39Z</dcterms:modified>
</cp:coreProperties>
</file>