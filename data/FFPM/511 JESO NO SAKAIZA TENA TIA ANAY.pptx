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11.xml" ContentType="application/vnd.openxmlformats-officedocument.themeOverr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10.xml" ContentType="application/vnd.openxmlformats-officedocument.themeOverr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3.xml" ContentType="application/vnd.openxmlformats-officedocument.themeOverride+xml"/>
  <Override PartName="/ppt/theme/themeOverride4.xml" ContentType="application/vnd.openxmlformats-officedocument.themeOverr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9.xml" ContentType="application/vnd.openxmlformats-officedocument.themeOverr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506" autoAdjust="0"/>
    <p:restoredTop sz="94660"/>
  </p:normalViewPr>
  <p:slideViewPr>
    <p:cSldViewPr>
      <p:cViewPr varScale="1">
        <p:scale>
          <a:sx n="60" d="100"/>
          <a:sy n="60" d="100"/>
        </p:scale>
        <p:origin x="-90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B0CD7-710D-4FF8-9556-F990867FE2B3}" type="datetimeFigureOut">
              <a:rPr lang="fr-FR" smtClean="0"/>
              <a:pPr/>
              <a:t>15/03/2015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D57E-3EE3-47E2-AB3F-969C45879E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ta-</a:t>
            </a:r>
            <a:r>
              <a:rPr lang="fr-FR" sz="6600" dirty="0" err="1" smtClean="0">
                <a:latin typeface="Cambria" pitchFamily="18" charset="0"/>
              </a:rPr>
              <a:t>hamonjy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olombelona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Aoka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tiantsika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Mpanavotra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mahateo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ifaliana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nahafoy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voninahitra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hananantsika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fanavotana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handraisantsika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fiainana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itokiana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mahavaly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mahanatra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hinoantsika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Mpanavotra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Hahazoantsika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fiadanana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ivavahana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mahavonjy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mpangataka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hinoantsika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Mpanavotra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handraisantsika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fanampiana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5.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fiarovana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maharesy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mpanohitra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hanimba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arovany</a:t>
            </a:r>
            <a:r>
              <a:rPr lang="fr-FR" sz="66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hisaorantsika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Mpanavotra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6.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! </a:t>
            </a:r>
            <a:r>
              <a:rPr lang="fr-FR" sz="6600" dirty="0" err="1" smtClean="0">
                <a:latin typeface="Cambria" pitchFamily="18" charset="0"/>
              </a:rPr>
              <a:t>raisonao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fisaoran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atolotray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511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857916"/>
          </a:xfrm>
          <a:solidFill>
            <a:schemeClr val="bg1">
              <a:alpha val="79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mpanota</a:t>
            </a:r>
            <a:r>
              <a:rPr lang="fr-FR" sz="6600" dirty="0" smtClean="0">
                <a:latin typeface="Cambria" pitchFamily="18" charset="0"/>
              </a:rPr>
              <a:t> te-</a:t>
            </a:r>
            <a:r>
              <a:rPr lang="fr-FR" sz="6600" dirty="0" err="1" smtClean="0">
                <a:latin typeface="Cambria" pitchFamily="18" charset="0"/>
              </a:rPr>
              <a:t>hidera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aterinay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160</Words>
  <PresentationFormat>Affichage à l'écran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1_Thème Office</vt:lpstr>
      <vt:lpstr>HIRA 511</vt:lpstr>
      <vt:lpstr>HIRA 511</vt:lpstr>
      <vt:lpstr>HIRA 511</vt:lpstr>
      <vt:lpstr>HIRA 511</vt:lpstr>
      <vt:lpstr>HIRA 511</vt:lpstr>
      <vt:lpstr>HIRA 511</vt:lpstr>
      <vt:lpstr>HIRA 511</vt:lpstr>
      <vt:lpstr>HIRA 511</vt:lpstr>
      <vt:lpstr>HIRA 511</vt:lpstr>
      <vt:lpstr>HIRA 511</vt:lpstr>
      <vt:lpstr>HIRA 511</vt:lpstr>
      <vt:lpstr>HIRA 511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12</cp:revision>
  <dcterms:created xsi:type="dcterms:W3CDTF">2012-12-02T11:05:16Z</dcterms:created>
  <dcterms:modified xsi:type="dcterms:W3CDTF">2015-03-15T05:07:27Z</dcterms:modified>
</cp:coreProperties>
</file>