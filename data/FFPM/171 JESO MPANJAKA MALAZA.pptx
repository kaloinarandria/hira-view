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7" r:id="rId9"/>
    <p:sldId id="260" r:id="rId10"/>
    <p:sldId id="261" r:id="rId11"/>
    <p:sldId id="268" r:id="rId12"/>
    <p:sldId id="269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9184" autoAdjust="0"/>
    <p:restoredTop sz="94660"/>
  </p:normalViewPr>
  <p:slideViewPr>
    <p:cSldViewPr>
      <p:cViewPr varScale="1">
        <p:scale>
          <a:sx n="58" d="100"/>
          <a:sy n="58" d="100"/>
        </p:scale>
        <p:origin x="-25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171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Mpanjaka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malaza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Mpanjakanay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Mahery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indrindra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aronay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08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171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1071546"/>
            <a:ext cx="8858280" cy="55721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Mendrika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hankalazaina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Noho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heriny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Eran-tany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lanitra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aman-dazany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14356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171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571480"/>
            <a:ext cx="928694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Mpanjaka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mahery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Mihainoa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!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Mihainoa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!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Avy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manaiky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zahay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Tompon'ny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hery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171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785794"/>
            <a:ext cx="928694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misy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mihitsy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toa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endParaRPr lang="en-US" sz="54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tratry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saina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herinao</a:t>
            </a:r>
            <a:endParaRPr lang="en-US" sz="54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fiderana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'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entinay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Raiso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re !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Raiso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re!</a:t>
            </a:r>
          </a:p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haja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atolotra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ety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Raiso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izao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171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7864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2.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Tompo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Mpandahatra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hendry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Mpanao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rehetra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izao</a:t>
            </a:r>
            <a:endParaRPr lang="en-US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zara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tendry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ataony</a:t>
            </a:r>
            <a:endParaRPr lang="en-US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Dia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tsara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mahasoa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171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7150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Mendrika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hoderaina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fandaharany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Atolory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Azy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saotra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tandrifin'io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171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571480"/>
            <a:ext cx="9072626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Tompo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Mpanjaka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mahery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Mihainoa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!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Mihainoa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!</a:t>
            </a: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Avy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manaiky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tokoa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'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zahay</a:t>
            </a:r>
            <a:endParaRPr lang="en-US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Tompon'ny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hery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rehetra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Hianao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857232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171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714356"/>
            <a:ext cx="9144064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misy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mihitsy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toa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tratry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saina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herinao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fiderana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'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entinay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Raiso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re !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Raiso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re!</a:t>
            </a:r>
          </a:p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haja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atolotra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ety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Raiso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izao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171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642918"/>
            <a:ext cx="9215502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Mpanjaka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Tsitoha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Kanefa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be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indrafo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Deraina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eram-po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erantsaina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Deraina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mandrakizay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171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84" y="785794"/>
            <a:ext cx="8858216" cy="58579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He !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mpanompo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voavonjy</a:t>
            </a:r>
            <a:endParaRPr lang="en-US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Samy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mihoby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hoe :</a:t>
            </a:r>
          </a:p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"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Haleloia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ho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amin’ny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Avo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no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Tomponay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171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14356"/>
            <a:ext cx="9072626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Tompo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Mpanjaka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mahery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Mihainoa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!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Mihainoa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!</a:t>
            </a: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Avy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manaiky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tokoa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'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zahay</a:t>
            </a:r>
            <a:endParaRPr lang="en-US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Tompon'ny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hery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rehetra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Hianao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857232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171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misy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mihitsy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toa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tratry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saina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herinao</a:t>
            </a:r>
            <a:endParaRPr lang="en-US" sz="54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fiderana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'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entinay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Raiso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re !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Raiso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re!</a:t>
            </a:r>
          </a:p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haja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atolotra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ety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Raiso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izao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289</Words>
  <PresentationFormat>Affichage à l'écran (4:3)</PresentationFormat>
  <Paragraphs>63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Thème Office</vt:lpstr>
      <vt:lpstr>HIRA 171</vt:lpstr>
      <vt:lpstr>HIRA 171</vt:lpstr>
      <vt:lpstr>HIRA 171</vt:lpstr>
      <vt:lpstr>HIRA 171</vt:lpstr>
      <vt:lpstr>HIRA 171</vt:lpstr>
      <vt:lpstr>HIRA 171</vt:lpstr>
      <vt:lpstr>HIRA 171</vt:lpstr>
      <vt:lpstr>HIRA 171</vt:lpstr>
      <vt:lpstr>HIRA 171</vt:lpstr>
      <vt:lpstr>HIRA 171</vt:lpstr>
      <vt:lpstr>HIRA 171</vt:lpstr>
      <vt:lpstr>HIRA 171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171</dc:title>
  <dc:creator>M</dc:creator>
  <cp:lastModifiedBy>M</cp:lastModifiedBy>
  <cp:revision>6</cp:revision>
  <dcterms:created xsi:type="dcterms:W3CDTF">2012-11-26T18:36:51Z</dcterms:created>
  <dcterms:modified xsi:type="dcterms:W3CDTF">2014-06-01T19:25:09Z</dcterms:modified>
</cp:coreProperties>
</file>