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37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19/10/2014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Pentekositrao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935837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poko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Fongàny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mitoloko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Mpanadio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lapanao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957269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hevitra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misoko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te-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handroaka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te-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hijoko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Esory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fafao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Mampahery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tery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Hiantoraka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mandrebireby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Roahy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mitebiteby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Hiondana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smtClean="0">
                <a:solidFill>
                  <a:srgbClr val="002060"/>
                </a:solidFill>
                <a:latin typeface="Cambria" pitchFamily="18" charset="0"/>
              </a:rPr>
              <a:t>. 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105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181</vt:lpstr>
      <vt:lpstr>HIRA 181</vt:lpstr>
      <vt:lpstr>HIRA 181</vt:lpstr>
      <vt:lpstr>HIRA 181</vt:lpstr>
      <vt:lpstr>HIRA 181</vt:lpstr>
      <vt:lpstr>HIRA 181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6</cp:revision>
  <dcterms:created xsi:type="dcterms:W3CDTF">2012-11-11T21:19:33Z</dcterms:created>
  <dcterms:modified xsi:type="dcterms:W3CDTF">2014-10-19T07:33:59Z</dcterms:modified>
</cp:coreProperties>
</file>