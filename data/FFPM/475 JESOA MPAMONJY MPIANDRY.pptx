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61" r:id="rId3"/>
    <p:sldId id="262" r:id="rId4"/>
    <p:sldId id="263" r:id="rId5"/>
    <p:sldId id="264" r:id="rId6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20427" autoAdjust="0"/>
    <p:restoredTop sz="94660"/>
  </p:normalViewPr>
  <p:slideViewPr>
    <p:cSldViewPr>
      <p:cViewPr varScale="1">
        <p:scale>
          <a:sx n="52" d="100"/>
          <a:sy n="52" d="100"/>
        </p:scale>
        <p:origin x="-180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04/01/2014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04/01/2014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04/01/2014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04/01/2014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04/01/2014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04/01/2014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04/01/2014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04/01/2014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04/01/2014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04/01/2014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04/01/2014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04/01/2014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571472" y="0"/>
            <a:ext cx="8229600" cy="571480"/>
          </a:xfrm>
        </p:spPr>
        <p:txBody>
          <a:bodyPr>
            <a:normAutofit fontScale="90000"/>
          </a:bodyPr>
          <a:lstStyle/>
          <a:p>
            <a:r>
              <a:rPr lang="fr-FR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dirty="0" smtClean="0">
                <a:solidFill>
                  <a:srgbClr val="0070C0"/>
                </a:solidFill>
                <a:latin typeface="Cambria" pitchFamily="18" charset="0"/>
              </a:rPr>
              <a:t> </a:t>
            </a:r>
            <a:r>
              <a:rPr lang="fr-FR" dirty="0" smtClean="0">
                <a:solidFill>
                  <a:srgbClr val="0070C0"/>
                </a:solidFill>
                <a:latin typeface="Cambria" pitchFamily="18" charset="0"/>
              </a:rPr>
              <a:t>475</a:t>
            </a:r>
            <a:endParaRPr lang="fr-FR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357158" y="571480"/>
            <a:ext cx="8786842" cy="6286520"/>
          </a:xfrm>
        </p:spPr>
        <p:txBody>
          <a:bodyPr>
            <a:normAutofit fontScale="92500" lnSpcReduction="20000"/>
          </a:bodyPr>
          <a:lstStyle/>
          <a:p>
            <a:pPr marL="1143000" indent="-1143000">
              <a:buNone/>
            </a:pPr>
            <a:r>
              <a:rPr lang="en-US" sz="6600" dirty="0" smtClean="0">
                <a:latin typeface="Cambria" pitchFamily="18" charset="0"/>
              </a:rPr>
              <a:t>1. </a:t>
            </a:r>
            <a:r>
              <a:rPr lang="en-US" sz="6600" dirty="0" err="1" smtClean="0">
                <a:latin typeface="Cambria" pitchFamily="18" charset="0"/>
              </a:rPr>
              <a:t>Jeso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Mpamonjy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Mpiandry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tokoa</a:t>
            </a:r>
            <a:r>
              <a:rPr lang="en-US" sz="6600" dirty="0" smtClean="0">
                <a:latin typeface="Cambria" pitchFamily="18" charset="0"/>
              </a:rPr>
              <a:t>! </a:t>
            </a:r>
          </a:p>
          <a:p>
            <a:pPr marL="1143000" indent="-1143000">
              <a:buNone/>
            </a:pPr>
            <a:r>
              <a:rPr lang="en-US" sz="6600" dirty="0" err="1" smtClean="0">
                <a:latin typeface="Cambria" pitchFamily="18" charset="0"/>
              </a:rPr>
              <a:t>Ampivereno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hanaraka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Anao</a:t>
            </a:r>
            <a:r>
              <a:rPr lang="en-US" sz="6600" dirty="0" smtClean="0">
                <a:latin typeface="Cambria" pitchFamily="18" charset="0"/>
              </a:rPr>
              <a:t>; </a:t>
            </a:r>
          </a:p>
          <a:p>
            <a:pPr marL="1143000" indent="-1143000">
              <a:buNone/>
            </a:pPr>
            <a:r>
              <a:rPr lang="en-US" sz="6600" dirty="0" err="1" smtClean="0">
                <a:latin typeface="Cambria" pitchFamily="18" charset="0"/>
              </a:rPr>
              <a:t>Ondry</a:t>
            </a:r>
            <a:r>
              <a:rPr lang="en-US" sz="6600" dirty="0" smtClean="0">
                <a:latin typeface="Cambria" pitchFamily="18" charset="0"/>
              </a:rPr>
              <a:t> mania, </a:t>
            </a:r>
            <a:r>
              <a:rPr lang="en-US" sz="6600" dirty="0" err="1" smtClean="0">
                <a:latin typeface="Cambria" pitchFamily="18" charset="0"/>
              </a:rPr>
              <a:t>manary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soa</a:t>
            </a:r>
            <a:r>
              <a:rPr lang="en-US" sz="6600" dirty="0" smtClean="0">
                <a:latin typeface="Cambria" pitchFamily="18" charset="0"/>
              </a:rPr>
              <a:t>, </a:t>
            </a:r>
          </a:p>
          <a:p>
            <a:pPr marL="1143000" indent="-1143000">
              <a:buNone/>
            </a:pPr>
            <a:r>
              <a:rPr lang="en-US" sz="6600" dirty="0" err="1" smtClean="0">
                <a:latin typeface="Cambria" pitchFamily="18" charset="0"/>
              </a:rPr>
              <a:t>Aza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avela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hiala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aminao</a:t>
            </a:r>
            <a:r>
              <a:rPr lang="en-US" sz="6600" dirty="0" smtClean="0">
                <a:latin typeface="Cambria" pitchFamily="18" charset="0"/>
              </a:rPr>
              <a:t>.</a:t>
            </a:r>
            <a:endParaRPr lang="en-US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571472" y="0"/>
            <a:ext cx="8229600" cy="571480"/>
          </a:xfrm>
        </p:spPr>
        <p:txBody>
          <a:bodyPr>
            <a:normAutofit fontScale="90000"/>
          </a:bodyPr>
          <a:lstStyle/>
          <a:p>
            <a:r>
              <a:rPr lang="fr-FR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dirty="0" smtClean="0">
                <a:solidFill>
                  <a:srgbClr val="0070C0"/>
                </a:solidFill>
                <a:latin typeface="Cambria" pitchFamily="18" charset="0"/>
              </a:rPr>
              <a:t> </a:t>
            </a:r>
            <a:r>
              <a:rPr lang="fr-FR" dirty="0" smtClean="0">
                <a:solidFill>
                  <a:srgbClr val="0070C0"/>
                </a:solidFill>
                <a:latin typeface="Cambria" pitchFamily="18" charset="0"/>
              </a:rPr>
              <a:t>475</a:t>
            </a:r>
            <a:endParaRPr lang="fr-FR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357158" y="571480"/>
            <a:ext cx="8786842" cy="6286520"/>
          </a:xfrm>
        </p:spPr>
        <p:txBody>
          <a:bodyPr>
            <a:normAutofit fontScale="85000" lnSpcReduction="10000"/>
          </a:bodyPr>
          <a:lstStyle/>
          <a:p>
            <a:pPr marL="1143000" indent="-1143000">
              <a:buNone/>
            </a:pPr>
            <a:r>
              <a:rPr lang="en-US" sz="6600" dirty="0" smtClean="0">
                <a:latin typeface="Cambria" pitchFamily="18" charset="0"/>
              </a:rPr>
              <a:t>2. </a:t>
            </a:r>
            <a:r>
              <a:rPr lang="en-US" sz="6600" dirty="0" err="1" smtClean="0">
                <a:latin typeface="Cambria" pitchFamily="18" charset="0"/>
              </a:rPr>
              <a:t>Taomin'ny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ratsy</a:t>
            </a:r>
            <a:r>
              <a:rPr lang="en-US" sz="6600" dirty="0" smtClean="0">
                <a:latin typeface="Cambria" pitchFamily="18" charset="0"/>
              </a:rPr>
              <a:t>, </a:t>
            </a:r>
            <a:r>
              <a:rPr lang="en-US" sz="6600" dirty="0" err="1" smtClean="0">
                <a:latin typeface="Cambria" pitchFamily="18" charset="0"/>
              </a:rPr>
              <a:t>fitahin-tSatana</a:t>
            </a:r>
            <a:r>
              <a:rPr lang="en-US" sz="6600" dirty="0" smtClean="0">
                <a:latin typeface="Cambria" pitchFamily="18" charset="0"/>
              </a:rPr>
              <a:t>, </a:t>
            </a:r>
          </a:p>
          <a:p>
            <a:pPr marL="1143000" indent="-1143000">
              <a:buNone/>
            </a:pPr>
            <a:r>
              <a:rPr lang="en-US" sz="6600" dirty="0" smtClean="0">
                <a:latin typeface="Cambria" pitchFamily="18" charset="0"/>
              </a:rPr>
              <a:t>Mila ho </a:t>
            </a:r>
            <a:r>
              <a:rPr lang="en-US" sz="6600" dirty="0" err="1" smtClean="0">
                <a:latin typeface="Cambria" pitchFamily="18" charset="0"/>
              </a:rPr>
              <a:t>lasan-ko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babo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izahay</a:t>
            </a:r>
            <a:r>
              <a:rPr lang="en-US" sz="6600" dirty="0" smtClean="0">
                <a:latin typeface="Cambria" pitchFamily="18" charset="0"/>
              </a:rPr>
              <a:t>, </a:t>
            </a:r>
          </a:p>
          <a:p>
            <a:pPr marL="1143000" indent="-1143000">
              <a:buNone/>
            </a:pPr>
            <a:r>
              <a:rPr lang="en-US" sz="6600" dirty="0" err="1" smtClean="0">
                <a:latin typeface="Cambria" pitchFamily="18" charset="0"/>
              </a:rPr>
              <a:t>Fa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Hianao</a:t>
            </a:r>
            <a:r>
              <a:rPr lang="en-US" sz="6600" dirty="0" smtClean="0">
                <a:latin typeface="Cambria" pitchFamily="18" charset="0"/>
              </a:rPr>
              <a:t> no </a:t>
            </a:r>
            <a:r>
              <a:rPr lang="en-US" sz="6600" dirty="0" err="1" smtClean="0">
                <a:latin typeface="Cambria" pitchFamily="18" charset="0"/>
              </a:rPr>
              <a:t>mahery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mitàna</a:t>
            </a:r>
            <a:r>
              <a:rPr lang="en-US" sz="6600" dirty="0" smtClean="0">
                <a:latin typeface="Cambria" pitchFamily="18" charset="0"/>
              </a:rPr>
              <a:t> </a:t>
            </a:r>
          </a:p>
          <a:p>
            <a:pPr marL="1143000" indent="-1143000">
              <a:buNone/>
            </a:pPr>
            <a:r>
              <a:rPr lang="en-US" sz="6600" dirty="0" err="1" smtClean="0">
                <a:latin typeface="Cambria" pitchFamily="18" charset="0"/>
              </a:rPr>
              <a:t>Tsy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hahavery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ondry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iray</a:t>
            </a:r>
            <a:r>
              <a:rPr lang="en-US" sz="6600" dirty="0" smtClean="0">
                <a:latin typeface="Cambria" pitchFamily="18" charset="0"/>
              </a:rPr>
              <a:t>.</a:t>
            </a:r>
            <a:endParaRPr lang="en-US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571472" y="0"/>
            <a:ext cx="8229600" cy="571480"/>
          </a:xfrm>
        </p:spPr>
        <p:txBody>
          <a:bodyPr>
            <a:normAutofit fontScale="90000"/>
          </a:bodyPr>
          <a:lstStyle/>
          <a:p>
            <a:r>
              <a:rPr lang="fr-FR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dirty="0" smtClean="0">
                <a:solidFill>
                  <a:srgbClr val="0070C0"/>
                </a:solidFill>
                <a:latin typeface="Cambria" pitchFamily="18" charset="0"/>
              </a:rPr>
              <a:t> </a:t>
            </a:r>
            <a:r>
              <a:rPr lang="fr-FR" dirty="0" smtClean="0">
                <a:solidFill>
                  <a:srgbClr val="0070C0"/>
                </a:solidFill>
                <a:latin typeface="Cambria" pitchFamily="18" charset="0"/>
              </a:rPr>
              <a:t>475</a:t>
            </a:r>
            <a:endParaRPr lang="fr-FR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357158" y="571480"/>
            <a:ext cx="8786842" cy="6286520"/>
          </a:xfrm>
        </p:spPr>
        <p:txBody>
          <a:bodyPr>
            <a:normAutofit fontScale="92500"/>
          </a:bodyPr>
          <a:lstStyle/>
          <a:p>
            <a:pPr marL="1143000" indent="-1143000">
              <a:buNone/>
            </a:pPr>
            <a:r>
              <a:rPr lang="en-US" sz="6600" dirty="0" smtClean="0">
                <a:latin typeface="Cambria" pitchFamily="18" charset="0"/>
              </a:rPr>
              <a:t>3. </a:t>
            </a:r>
            <a:r>
              <a:rPr lang="en-US" sz="6600" dirty="0" err="1" smtClean="0">
                <a:latin typeface="Cambria" pitchFamily="18" charset="0"/>
              </a:rPr>
              <a:t>Varivariana</a:t>
            </a:r>
            <a:r>
              <a:rPr lang="en-US" sz="6600" dirty="0" smtClean="0">
                <a:latin typeface="Cambria" pitchFamily="18" charset="0"/>
              </a:rPr>
              <a:t>, </a:t>
            </a:r>
            <a:r>
              <a:rPr lang="en-US" sz="6600" dirty="0" err="1" smtClean="0">
                <a:latin typeface="Cambria" pitchFamily="18" charset="0"/>
              </a:rPr>
              <a:t>salasalaina</a:t>
            </a:r>
            <a:r>
              <a:rPr lang="en-US" sz="6600" dirty="0" smtClean="0">
                <a:latin typeface="Cambria" pitchFamily="18" charset="0"/>
              </a:rPr>
              <a:t>, </a:t>
            </a:r>
          </a:p>
          <a:p>
            <a:pPr marL="1143000" indent="-1143000">
              <a:buNone/>
            </a:pPr>
            <a:r>
              <a:rPr lang="en-US" sz="6600" dirty="0" smtClean="0">
                <a:latin typeface="Cambria" pitchFamily="18" charset="0"/>
              </a:rPr>
              <a:t>Be </a:t>
            </a:r>
            <a:r>
              <a:rPr lang="en-US" sz="6600" dirty="0" err="1" smtClean="0">
                <a:latin typeface="Cambria" pitchFamily="18" charset="0"/>
              </a:rPr>
              <a:t>ahiahy</a:t>
            </a:r>
            <a:r>
              <a:rPr lang="en-US" sz="6600" dirty="0" smtClean="0">
                <a:latin typeface="Cambria" pitchFamily="18" charset="0"/>
              </a:rPr>
              <a:t>, </a:t>
            </a:r>
            <a:r>
              <a:rPr lang="en-US" sz="6600" dirty="0" err="1" smtClean="0">
                <a:latin typeface="Cambria" pitchFamily="18" charset="0"/>
              </a:rPr>
              <a:t>jereo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izahay</a:t>
            </a:r>
            <a:r>
              <a:rPr lang="en-US" sz="6600" dirty="0" smtClean="0">
                <a:latin typeface="Cambria" pitchFamily="18" charset="0"/>
              </a:rPr>
              <a:t>; </a:t>
            </a:r>
          </a:p>
          <a:p>
            <a:pPr marL="1143000" indent="-1143000">
              <a:buNone/>
            </a:pPr>
            <a:r>
              <a:rPr lang="en-US" sz="6600" dirty="0" err="1" smtClean="0">
                <a:latin typeface="Cambria" pitchFamily="18" charset="0"/>
              </a:rPr>
              <a:t>Ampianaro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hary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saina</a:t>
            </a:r>
            <a:r>
              <a:rPr lang="en-US" sz="6600" dirty="0" smtClean="0">
                <a:latin typeface="Cambria" pitchFamily="18" charset="0"/>
              </a:rPr>
              <a:t>, </a:t>
            </a:r>
          </a:p>
          <a:p>
            <a:pPr marL="1143000" indent="-1143000">
              <a:buNone/>
            </a:pPr>
            <a:r>
              <a:rPr lang="en-US" sz="6600" dirty="0" err="1" smtClean="0">
                <a:latin typeface="Cambria" pitchFamily="18" charset="0"/>
              </a:rPr>
              <a:t>Ampitsaharo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fanianay</a:t>
            </a:r>
            <a:r>
              <a:rPr lang="en-US" sz="6600" dirty="0" smtClean="0">
                <a:latin typeface="Cambria" pitchFamily="18" charset="0"/>
              </a:rPr>
              <a:t>.</a:t>
            </a:r>
            <a:endParaRPr lang="en-US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571472" y="0"/>
            <a:ext cx="8229600" cy="571480"/>
          </a:xfrm>
        </p:spPr>
        <p:txBody>
          <a:bodyPr>
            <a:normAutofit fontScale="90000"/>
          </a:bodyPr>
          <a:lstStyle/>
          <a:p>
            <a:r>
              <a:rPr lang="fr-FR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dirty="0" smtClean="0">
                <a:solidFill>
                  <a:srgbClr val="0070C0"/>
                </a:solidFill>
                <a:latin typeface="Cambria" pitchFamily="18" charset="0"/>
              </a:rPr>
              <a:t> </a:t>
            </a:r>
            <a:r>
              <a:rPr lang="fr-FR" dirty="0" smtClean="0">
                <a:solidFill>
                  <a:srgbClr val="0070C0"/>
                </a:solidFill>
                <a:latin typeface="Cambria" pitchFamily="18" charset="0"/>
              </a:rPr>
              <a:t>475</a:t>
            </a:r>
            <a:endParaRPr lang="fr-FR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357158" y="571480"/>
            <a:ext cx="8786842" cy="6286520"/>
          </a:xfrm>
        </p:spPr>
        <p:txBody>
          <a:bodyPr>
            <a:normAutofit fontScale="92500" lnSpcReduction="20000"/>
          </a:bodyPr>
          <a:lstStyle/>
          <a:p>
            <a:pPr marL="1143000" indent="-1143000">
              <a:buNone/>
            </a:pPr>
            <a:r>
              <a:rPr lang="en-US" sz="6600" dirty="0" smtClean="0">
                <a:latin typeface="Cambria" pitchFamily="18" charset="0"/>
              </a:rPr>
              <a:t>4. </a:t>
            </a:r>
            <a:r>
              <a:rPr lang="en-US" sz="6600" dirty="0" err="1" smtClean="0">
                <a:latin typeface="Cambria" pitchFamily="18" charset="0"/>
              </a:rPr>
              <a:t>Aina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nomenao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hisolo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very, </a:t>
            </a:r>
          </a:p>
          <a:p>
            <a:pPr marL="1143000" indent="-1143000">
              <a:buNone/>
            </a:pPr>
            <a:r>
              <a:rPr lang="en-US" sz="6600" dirty="0" err="1" smtClean="0">
                <a:latin typeface="Cambria" pitchFamily="18" charset="0"/>
              </a:rPr>
              <a:t>Ary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ranao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naravotra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anay</a:t>
            </a:r>
            <a:r>
              <a:rPr lang="en-US" sz="6600" dirty="0" smtClean="0">
                <a:latin typeface="Cambria" pitchFamily="18" charset="0"/>
              </a:rPr>
              <a:t>, </a:t>
            </a:r>
          </a:p>
          <a:p>
            <a:pPr marL="1143000" indent="-1143000">
              <a:buNone/>
            </a:pPr>
            <a:r>
              <a:rPr lang="en-US" sz="6600" dirty="0" err="1" smtClean="0">
                <a:latin typeface="Cambria" pitchFamily="18" charset="0"/>
              </a:rPr>
              <a:t>Fa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Hianao</a:t>
            </a:r>
            <a:r>
              <a:rPr lang="en-US" sz="6600" dirty="0" smtClean="0">
                <a:latin typeface="Cambria" pitchFamily="18" charset="0"/>
              </a:rPr>
              <a:t> no </a:t>
            </a:r>
            <a:r>
              <a:rPr lang="en-US" sz="6600" dirty="0" err="1" smtClean="0">
                <a:latin typeface="Cambria" pitchFamily="18" charset="0"/>
              </a:rPr>
              <a:t>nitondra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irery</a:t>
            </a:r>
            <a:r>
              <a:rPr lang="en-US" sz="6600" dirty="0" smtClean="0">
                <a:latin typeface="Cambria" pitchFamily="18" charset="0"/>
              </a:rPr>
              <a:t> </a:t>
            </a:r>
          </a:p>
          <a:p>
            <a:pPr marL="1143000" indent="-1143000">
              <a:buNone/>
            </a:pPr>
            <a:r>
              <a:rPr lang="en-US" sz="6600" dirty="0" err="1" smtClean="0">
                <a:latin typeface="Cambria" pitchFamily="18" charset="0"/>
              </a:rPr>
              <a:t>Fampijalian-kanitsy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anay</a:t>
            </a:r>
            <a:r>
              <a:rPr lang="en-US" sz="66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571472" y="0"/>
            <a:ext cx="8229600" cy="571480"/>
          </a:xfrm>
        </p:spPr>
        <p:txBody>
          <a:bodyPr>
            <a:normAutofit fontScale="90000"/>
          </a:bodyPr>
          <a:lstStyle/>
          <a:p>
            <a:r>
              <a:rPr lang="fr-FR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dirty="0" smtClean="0">
                <a:solidFill>
                  <a:srgbClr val="0070C0"/>
                </a:solidFill>
                <a:latin typeface="Cambria" pitchFamily="18" charset="0"/>
              </a:rPr>
              <a:t> </a:t>
            </a:r>
            <a:r>
              <a:rPr lang="fr-FR" dirty="0" smtClean="0">
                <a:solidFill>
                  <a:srgbClr val="0070C0"/>
                </a:solidFill>
                <a:latin typeface="Cambria" pitchFamily="18" charset="0"/>
              </a:rPr>
              <a:t>475</a:t>
            </a:r>
            <a:endParaRPr lang="fr-FR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357158" y="571480"/>
            <a:ext cx="8786842" cy="6286520"/>
          </a:xfrm>
        </p:spPr>
        <p:txBody>
          <a:bodyPr>
            <a:normAutofit fontScale="85000" lnSpcReduction="20000"/>
          </a:bodyPr>
          <a:lstStyle/>
          <a:p>
            <a:pPr marL="1143000" indent="-1143000">
              <a:buNone/>
            </a:pPr>
            <a:r>
              <a:rPr lang="en-US" sz="6600" dirty="0" smtClean="0">
                <a:latin typeface="Cambria" pitchFamily="18" charset="0"/>
              </a:rPr>
              <a:t>5. </a:t>
            </a:r>
            <a:r>
              <a:rPr lang="en-US" sz="6600" dirty="0" err="1" smtClean="0">
                <a:latin typeface="Cambria" pitchFamily="18" charset="0"/>
              </a:rPr>
              <a:t>Fa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fiainan-tsi-hita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resenao</a:t>
            </a:r>
            <a:r>
              <a:rPr lang="en-US" sz="6600" dirty="0" smtClean="0">
                <a:latin typeface="Cambria" pitchFamily="18" charset="0"/>
              </a:rPr>
              <a:t> </a:t>
            </a:r>
          </a:p>
          <a:p>
            <a:pPr marL="1143000" indent="-1143000">
              <a:buNone/>
            </a:pPr>
            <a:r>
              <a:rPr lang="en-US" sz="6600" dirty="0" err="1" smtClean="0">
                <a:latin typeface="Cambria" pitchFamily="18" charset="0"/>
              </a:rPr>
              <a:t>Velona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mandrakizay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Hianao</a:t>
            </a:r>
            <a:r>
              <a:rPr lang="en-US" sz="6600" dirty="0" smtClean="0">
                <a:latin typeface="Cambria" pitchFamily="18" charset="0"/>
              </a:rPr>
              <a:t>; </a:t>
            </a:r>
          </a:p>
          <a:p>
            <a:pPr marL="1143000" indent="-1143000">
              <a:buNone/>
            </a:pPr>
            <a:r>
              <a:rPr lang="en-US" sz="6600" dirty="0" err="1" smtClean="0">
                <a:latin typeface="Cambria" pitchFamily="18" charset="0"/>
              </a:rPr>
              <a:t>Dia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fiainana</a:t>
            </a:r>
            <a:r>
              <a:rPr lang="en-US" sz="6600" dirty="0" smtClean="0">
                <a:latin typeface="Cambria" pitchFamily="18" charset="0"/>
              </a:rPr>
              <a:t> an-</a:t>
            </a:r>
            <a:r>
              <a:rPr lang="en-US" sz="6600" dirty="0" err="1" smtClean="0">
                <a:latin typeface="Cambria" pitchFamily="18" charset="0"/>
              </a:rPr>
              <a:t>danitra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omenao</a:t>
            </a:r>
            <a:r>
              <a:rPr lang="en-US" sz="6600" dirty="0" smtClean="0">
                <a:latin typeface="Cambria" pitchFamily="18" charset="0"/>
              </a:rPr>
              <a:t> </a:t>
            </a:r>
          </a:p>
          <a:p>
            <a:pPr marL="1143000" indent="-1143000">
              <a:buNone/>
            </a:pPr>
            <a:r>
              <a:rPr lang="en-US" sz="6600" dirty="0" err="1" smtClean="0">
                <a:latin typeface="Cambria" pitchFamily="18" charset="0"/>
              </a:rPr>
              <a:t>lzay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ondry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mety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manaraka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Anao</a:t>
            </a:r>
            <a:r>
              <a:rPr lang="en-US" sz="66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121</Words>
  <PresentationFormat>Affichage à l'écran (4:3)</PresentationFormat>
  <Paragraphs>25</Paragraphs>
  <Slides>5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5</vt:i4>
      </vt:variant>
    </vt:vector>
  </HeadingPairs>
  <TitlesOfParts>
    <vt:vector size="6" baseType="lpstr">
      <vt:lpstr>Thème Office</vt:lpstr>
      <vt:lpstr>Hira 475</vt:lpstr>
      <vt:lpstr>Hira 475</vt:lpstr>
      <vt:lpstr>Hira 475</vt:lpstr>
      <vt:lpstr>Hira 475</vt:lpstr>
      <vt:lpstr>Hira 475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444: 1, 2</dc:title>
  <dc:creator>M</dc:creator>
  <cp:lastModifiedBy>M</cp:lastModifiedBy>
  <cp:revision>8</cp:revision>
  <dcterms:created xsi:type="dcterms:W3CDTF">2012-10-02T21:16:57Z</dcterms:created>
  <dcterms:modified xsi:type="dcterms:W3CDTF">2014-01-04T20:44:05Z</dcterms:modified>
</cp:coreProperties>
</file>