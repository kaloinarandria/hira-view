
<file path=[Content_Types].xml><?xml version="1.0" encoding="utf-8"?>
<Types xmlns="http://schemas.openxmlformats.org/package/2006/content-types"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heme/theme1.xml" ContentType="application/vnd.openxmlformats-officedocument.theme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docProps/app.xml" ContentType="application/vnd.openxmlformats-officedocument.extended-properties+xml"/>
  <Override PartName="/ppt/tableStyles.xml" ContentType="application/vnd.openxmlformats-officedocument.presentationml.tableStyles+xml"/>
  <Override PartName="/ppt/slideLayouts/slideLayout11.xml" ContentType="application/vnd.openxmlformats-officedocument.presentationml.slideLayout+xml"/>
  <Override PartName="/ppt/slideLayouts/slideLayout10.xml" ContentType="application/vnd.openxmlformats-officedocument.presentationml.slideLayout+xml"/>
  <Override PartName="/ppt/viewProps.xml" ContentType="application/vnd.openxmlformats-officedocument.presentationml.viewProps+xml"/>
  <Override PartName="/ppt/slideLayouts/slideLayout9.xml" ContentType="application/vnd.openxmlformats-officedocument.presentationml.slideLayout+xml"/>
  <Override PartName="/docProps/core.xml" ContentType="application/vnd.openxmlformats-package.core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60" r:id="rId4"/>
    <p:sldId id="259" r:id="rId5"/>
    <p:sldId id="258" r:id="rId6"/>
    <p:sldId id="261" r:id="rId7"/>
  </p:sldIdLst>
  <p:sldSz cx="9144000" cy="6858000" type="screen4x3"/>
  <p:notesSz cx="6858000" cy="9144000"/>
  <p:defaultTextStyle>
    <a:defPPr>
      <a:defRPr lang="fr-FR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showOutlineIcons="0">
    <p:restoredLeft sz="15620"/>
    <p:restoredTop sz="94660"/>
  </p:normalViewPr>
  <p:slideViewPr>
    <p:cSldViewPr>
      <p:cViewPr varScale="1">
        <p:scale>
          <a:sx n="31" d="100"/>
          <a:sy n="31" d="100"/>
        </p:scale>
        <p:origin x="-96" y="-318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3736200" cy="7373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ableStyles" Target="tableStyles.xml"/><Relationship Id="rId5" Type="http://schemas.openxmlformats.org/officeDocument/2006/relationships/slide" Target="slides/slide4.xml"/><Relationship Id="rId10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e de tit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fr-FR" smtClean="0"/>
              <a:t>Cliquez pour modifier le style du titre</a:t>
            </a:r>
            <a:endParaRPr lang="fr-BE"/>
          </a:p>
        </p:txBody>
      </p:sp>
      <p:sp>
        <p:nvSpPr>
          <p:cNvPr id="3" name="Sous-titr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fr-FR" smtClean="0"/>
              <a:t>Cliquez pour modifier le style des sous-titres du masque</a:t>
            </a:r>
            <a:endParaRPr lang="fr-BE"/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309A6D-C09C-4548-B29A-6CF363A7E532}" type="datetimeFigureOut">
              <a:rPr lang="fr-FR" smtClean="0"/>
              <a:pPr/>
              <a:t>02/07/2013</a:t>
            </a:fld>
            <a:endParaRPr lang="fr-BE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BE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4668DC-857F-487D-BFFA-8C0CA5037977}" type="slidenum">
              <a:rPr lang="fr-BE" smtClean="0"/>
              <a:pPr/>
              <a:t>‹N°›</a:t>
            </a:fld>
            <a:endParaRPr lang="fr-BE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re et contenu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smtClean="0"/>
              <a:t>Cliquez pour modifier le style du titre</a:t>
            </a:r>
            <a:endParaRPr lang="fr-BE"/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BE"/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309A6D-C09C-4548-B29A-6CF363A7E532}" type="datetimeFigureOut">
              <a:rPr lang="fr-FR" smtClean="0"/>
              <a:pPr/>
              <a:t>02/07/2013</a:t>
            </a:fld>
            <a:endParaRPr lang="fr-BE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BE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4668DC-857F-487D-BFFA-8C0CA5037977}" type="slidenum">
              <a:rPr lang="fr-BE" smtClean="0"/>
              <a:pPr/>
              <a:t>‹N°›</a:t>
            </a:fld>
            <a:endParaRPr lang="fr-BE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Titre de sec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fr-FR" smtClean="0"/>
              <a:t>Cliquez pour modifier le style du titre</a:t>
            </a:r>
            <a:endParaRPr lang="fr-BE"/>
          </a:p>
        </p:txBody>
      </p:sp>
      <p:sp>
        <p:nvSpPr>
          <p:cNvPr id="3" name="Espace réservé du texte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309A6D-C09C-4548-B29A-6CF363A7E532}" type="datetimeFigureOut">
              <a:rPr lang="fr-FR" smtClean="0"/>
              <a:pPr/>
              <a:t>02/07/2013</a:t>
            </a:fld>
            <a:endParaRPr lang="fr-BE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BE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4668DC-857F-487D-BFFA-8C0CA5037977}" type="slidenum">
              <a:rPr lang="fr-BE" smtClean="0"/>
              <a:pPr/>
              <a:t>‹N°›</a:t>
            </a:fld>
            <a:endParaRPr lang="fr-BE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eux contenu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smtClean="0"/>
              <a:t>Cliquez pour modifier le style du titre</a:t>
            </a:r>
            <a:endParaRPr lang="fr-BE"/>
          </a:p>
        </p:txBody>
      </p:sp>
      <p:sp>
        <p:nvSpPr>
          <p:cNvPr id="3" name="Espace réservé du contenu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BE"/>
          </a:p>
        </p:txBody>
      </p:sp>
      <p:sp>
        <p:nvSpPr>
          <p:cNvPr id="4" name="Espace réservé du contenu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BE"/>
          </a:p>
        </p:txBody>
      </p:sp>
      <p:sp>
        <p:nvSpPr>
          <p:cNvPr id="5" name="Espace réservé de la date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309A6D-C09C-4548-B29A-6CF363A7E532}" type="datetimeFigureOut">
              <a:rPr lang="fr-FR" smtClean="0"/>
              <a:pPr/>
              <a:t>02/07/2013</a:t>
            </a:fld>
            <a:endParaRPr lang="fr-BE"/>
          </a:p>
        </p:txBody>
      </p:sp>
      <p:sp>
        <p:nvSpPr>
          <p:cNvPr id="6" name="Espace réservé du pied de page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BE"/>
          </a:p>
        </p:txBody>
      </p:sp>
      <p:sp>
        <p:nvSpPr>
          <p:cNvPr id="7" name="Espace réservé du numéro de diapositive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4668DC-857F-487D-BFFA-8C0CA5037977}" type="slidenum">
              <a:rPr lang="fr-BE" smtClean="0"/>
              <a:pPr/>
              <a:t>‹N°›</a:t>
            </a:fld>
            <a:endParaRPr lang="fr-BE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fr-FR" smtClean="0"/>
              <a:t>Cliquez pour modifier le style du titre</a:t>
            </a:r>
            <a:endParaRPr lang="fr-BE"/>
          </a:p>
        </p:txBody>
      </p:sp>
      <p:sp>
        <p:nvSpPr>
          <p:cNvPr id="3" name="Espace réservé du texte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</p:txBody>
      </p:sp>
      <p:sp>
        <p:nvSpPr>
          <p:cNvPr id="4" name="Espace réservé du contenu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BE"/>
          </a:p>
        </p:txBody>
      </p:sp>
      <p:sp>
        <p:nvSpPr>
          <p:cNvPr id="5" name="Espace réservé du texte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</p:txBody>
      </p:sp>
      <p:sp>
        <p:nvSpPr>
          <p:cNvPr id="6" name="Espace réservé du contenu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BE"/>
          </a:p>
        </p:txBody>
      </p:sp>
      <p:sp>
        <p:nvSpPr>
          <p:cNvPr id="7" name="Espace réservé de la date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309A6D-C09C-4548-B29A-6CF363A7E532}" type="datetimeFigureOut">
              <a:rPr lang="fr-FR" smtClean="0"/>
              <a:pPr/>
              <a:t>02/07/2013</a:t>
            </a:fld>
            <a:endParaRPr lang="fr-BE"/>
          </a:p>
        </p:txBody>
      </p:sp>
      <p:sp>
        <p:nvSpPr>
          <p:cNvPr id="8" name="Espace réservé du pied de page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BE"/>
          </a:p>
        </p:txBody>
      </p:sp>
      <p:sp>
        <p:nvSpPr>
          <p:cNvPr id="9" name="Espace réservé du numéro de diapositive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4668DC-857F-487D-BFFA-8C0CA5037977}" type="slidenum">
              <a:rPr lang="fr-BE" smtClean="0"/>
              <a:pPr/>
              <a:t>‹N°›</a:t>
            </a:fld>
            <a:endParaRPr lang="fr-BE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re seu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smtClean="0"/>
              <a:t>Cliquez pour modifier le style du titre</a:t>
            </a:r>
            <a:endParaRPr lang="fr-BE"/>
          </a:p>
        </p:txBody>
      </p:sp>
      <p:sp>
        <p:nvSpPr>
          <p:cNvPr id="3" name="Espace réservé de la date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309A6D-C09C-4548-B29A-6CF363A7E532}" type="datetimeFigureOut">
              <a:rPr lang="fr-FR" smtClean="0"/>
              <a:pPr/>
              <a:t>02/07/2013</a:t>
            </a:fld>
            <a:endParaRPr lang="fr-BE"/>
          </a:p>
        </p:txBody>
      </p:sp>
      <p:sp>
        <p:nvSpPr>
          <p:cNvPr id="4" name="Espace réservé du pied de page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BE"/>
          </a:p>
        </p:txBody>
      </p:sp>
      <p:sp>
        <p:nvSpPr>
          <p:cNvPr id="5" name="Espace réservé du numéro de diapositive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4668DC-857F-487D-BFFA-8C0CA5037977}" type="slidenum">
              <a:rPr lang="fr-BE" smtClean="0"/>
              <a:pPr/>
              <a:t>‹N°›</a:t>
            </a:fld>
            <a:endParaRPr lang="fr-BE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V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a date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309A6D-C09C-4548-B29A-6CF363A7E532}" type="datetimeFigureOut">
              <a:rPr lang="fr-FR" smtClean="0"/>
              <a:pPr/>
              <a:t>02/07/2013</a:t>
            </a:fld>
            <a:endParaRPr lang="fr-BE"/>
          </a:p>
        </p:txBody>
      </p:sp>
      <p:sp>
        <p:nvSpPr>
          <p:cNvPr id="3" name="Espace réservé du pied de page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BE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4668DC-857F-487D-BFFA-8C0CA5037977}" type="slidenum">
              <a:rPr lang="fr-BE" smtClean="0"/>
              <a:pPr/>
              <a:t>‹N°›</a:t>
            </a:fld>
            <a:endParaRPr lang="fr-BE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u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fr-FR" smtClean="0"/>
              <a:t>Cliquez pour modifier le style du titre</a:t>
            </a:r>
            <a:endParaRPr lang="fr-BE"/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BE"/>
          </a:p>
        </p:txBody>
      </p:sp>
      <p:sp>
        <p:nvSpPr>
          <p:cNvPr id="4" name="Espace réservé du texte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</p:txBody>
      </p:sp>
      <p:sp>
        <p:nvSpPr>
          <p:cNvPr id="5" name="Espace réservé de la date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309A6D-C09C-4548-B29A-6CF363A7E532}" type="datetimeFigureOut">
              <a:rPr lang="fr-FR" smtClean="0"/>
              <a:pPr/>
              <a:t>02/07/2013</a:t>
            </a:fld>
            <a:endParaRPr lang="fr-BE"/>
          </a:p>
        </p:txBody>
      </p:sp>
      <p:sp>
        <p:nvSpPr>
          <p:cNvPr id="6" name="Espace réservé du pied de page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BE"/>
          </a:p>
        </p:txBody>
      </p:sp>
      <p:sp>
        <p:nvSpPr>
          <p:cNvPr id="7" name="Espace réservé du numéro de diapositive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4668DC-857F-487D-BFFA-8C0CA5037977}" type="slidenum">
              <a:rPr lang="fr-BE" smtClean="0"/>
              <a:pPr/>
              <a:t>‹N°›</a:t>
            </a:fld>
            <a:endParaRPr lang="fr-BE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fr-FR" smtClean="0"/>
              <a:t>Cliquez pour modifier le style du titre</a:t>
            </a:r>
            <a:endParaRPr lang="fr-BE"/>
          </a:p>
        </p:txBody>
      </p:sp>
      <p:sp>
        <p:nvSpPr>
          <p:cNvPr id="3" name="Espace réservé pour une image 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fr-BE"/>
          </a:p>
        </p:txBody>
      </p:sp>
      <p:sp>
        <p:nvSpPr>
          <p:cNvPr id="4" name="Espace réservé du texte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</p:txBody>
      </p:sp>
      <p:sp>
        <p:nvSpPr>
          <p:cNvPr id="5" name="Espace réservé de la date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309A6D-C09C-4548-B29A-6CF363A7E532}" type="datetimeFigureOut">
              <a:rPr lang="fr-FR" smtClean="0"/>
              <a:pPr/>
              <a:t>02/07/2013</a:t>
            </a:fld>
            <a:endParaRPr lang="fr-BE"/>
          </a:p>
        </p:txBody>
      </p:sp>
      <p:sp>
        <p:nvSpPr>
          <p:cNvPr id="6" name="Espace réservé du pied de page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BE"/>
          </a:p>
        </p:txBody>
      </p:sp>
      <p:sp>
        <p:nvSpPr>
          <p:cNvPr id="7" name="Espace réservé du numéro de diapositive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4668DC-857F-487D-BFFA-8C0CA5037977}" type="slidenum">
              <a:rPr lang="fr-BE" smtClean="0"/>
              <a:pPr/>
              <a:t>‹N°›</a:t>
            </a:fld>
            <a:endParaRPr lang="fr-BE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re et texte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smtClean="0"/>
              <a:t>Cliquez pour modifier le style du titre</a:t>
            </a:r>
            <a:endParaRPr lang="fr-BE"/>
          </a:p>
        </p:txBody>
      </p:sp>
      <p:sp>
        <p:nvSpPr>
          <p:cNvPr id="3" name="Espace réservé du texte vertical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BE"/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309A6D-C09C-4548-B29A-6CF363A7E532}" type="datetimeFigureOut">
              <a:rPr lang="fr-FR" smtClean="0"/>
              <a:pPr/>
              <a:t>02/07/2013</a:t>
            </a:fld>
            <a:endParaRPr lang="fr-BE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BE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4668DC-857F-487D-BFFA-8C0CA5037977}" type="slidenum">
              <a:rPr lang="fr-BE" smtClean="0"/>
              <a:pPr/>
              <a:t>‹N°›</a:t>
            </a:fld>
            <a:endParaRPr lang="fr-BE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itre vertical et tex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vertical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fr-FR" smtClean="0"/>
              <a:t>Cliquez pour modifier le style du titre</a:t>
            </a:r>
            <a:endParaRPr lang="fr-BE"/>
          </a:p>
        </p:txBody>
      </p:sp>
      <p:sp>
        <p:nvSpPr>
          <p:cNvPr id="3" name="Espace réservé du texte vertical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BE"/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309A6D-C09C-4548-B29A-6CF363A7E532}" type="datetimeFigureOut">
              <a:rPr lang="fr-FR" smtClean="0"/>
              <a:pPr/>
              <a:t>02/07/2013</a:t>
            </a:fld>
            <a:endParaRPr lang="fr-BE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BE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4668DC-857F-487D-BFFA-8C0CA5037977}" type="slidenum">
              <a:rPr lang="fr-BE" smtClean="0"/>
              <a:pPr/>
              <a:t>‹N°›</a:t>
            </a:fld>
            <a:endParaRPr lang="fr-BE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u titr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fr-FR" smtClean="0"/>
              <a:t>Cliquez pour modifier le style du titre</a:t>
            </a:r>
            <a:endParaRPr lang="fr-BE"/>
          </a:p>
        </p:txBody>
      </p:sp>
      <p:sp>
        <p:nvSpPr>
          <p:cNvPr id="3" name="Espace réservé du texte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BE"/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A309A6D-C09C-4548-B29A-6CF363A7E532}" type="datetimeFigureOut">
              <a:rPr lang="fr-FR" smtClean="0"/>
              <a:pPr/>
              <a:t>02/07/2013</a:t>
            </a:fld>
            <a:endParaRPr lang="fr-BE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fr-BE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F4668DC-857F-487D-BFFA-8C0CA5037977}" type="slidenum">
              <a:rPr lang="fr-BE" smtClean="0"/>
              <a:pPr/>
              <a:t>‹N°›</a:t>
            </a:fld>
            <a:endParaRPr lang="fr-BE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fr-F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0" y="0"/>
            <a:ext cx="8926808" cy="857232"/>
          </a:xfrm>
        </p:spPr>
        <p:txBody>
          <a:bodyPr/>
          <a:lstStyle/>
          <a:p>
            <a:r>
              <a:rPr lang="fr-FR" b="1" dirty="0" err="1" smtClean="0">
                <a:solidFill>
                  <a:srgbClr val="0070C0"/>
                </a:solidFill>
                <a:latin typeface="Cambria" pitchFamily="18" charset="0"/>
              </a:rPr>
              <a:t>Hira</a:t>
            </a:r>
            <a:r>
              <a:rPr lang="fr-FR" b="1" dirty="0" smtClean="0">
                <a:solidFill>
                  <a:srgbClr val="0070C0"/>
                </a:solidFill>
                <a:latin typeface="Cambria" pitchFamily="18" charset="0"/>
              </a:rPr>
              <a:t> </a:t>
            </a:r>
            <a:r>
              <a:rPr lang="fr-FR" b="1" dirty="0" smtClean="0">
                <a:solidFill>
                  <a:srgbClr val="0070C0"/>
                </a:solidFill>
                <a:latin typeface="Cambria" pitchFamily="18" charset="0"/>
              </a:rPr>
              <a:t>46</a:t>
            </a:r>
            <a:endParaRPr lang="fr-FR" dirty="0">
              <a:solidFill>
                <a:srgbClr val="002060"/>
              </a:solidFill>
              <a:latin typeface="Cambria" pitchFamily="18" charset="0"/>
            </a:endParaRPr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-142908" y="785794"/>
            <a:ext cx="9858412" cy="6072206"/>
          </a:xfrm>
        </p:spPr>
        <p:txBody>
          <a:bodyPr>
            <a:noAutofit/>
          </a:bodyPr>
          <a:lstStyle/>
          <a:p>
            <a:pPr marL="996696" indent="-914400">
              <a:buNone/>
            </a:pPr>
            <a:r>
              <a:rPr lang="en-US" sz="5800" dirty="0" smtClean="0">
                <a:latin typeface="Cambria" pitchFamily="18" charset="0"/>
              </a:rPr>
              <a:t>1. O! </a:t>
            </a:r>
            <a:r>
              <a:rPr lang="en-US" sz="5800" dirty="0" err="1" smtClean="0">
                <a:latin typeface="Cambria" pitchFamily="18" charset="0"/>
              </a:rPr>
              <a:t>ry</a:t>
            </a:r>
            <a:r>
              <a:rPr lang="en-US" sz="5800" dirty="0" smtClean="0">
                <a:latin typeface="Cambria" pitchFamily="18" charset="0"/>
              </a:rPr>
              <a:t> </a:t>
            </a:r>
            <a:r>
              <a:rPr lang="en-US" sz="5800" dirty="0" err="1" smtClean="0">
                <a:latin typeface="Cambria" pitchFamily="18" charset="0"/>
              </a:rPr>
              <a:t>Mpanefa</a:t>
            </a:r>
            <a:r>
              <a:rPr lang="en-US" sz="5800" dirty="0" smtClean="0">
                <a:latin typeface="Cambria" pitchFamily="18" charset="0"/>
              </a:rPr>
              <a:t> </a:t>
            </a:r>
            <a:r>
              <a:rPr lang="en-US" sz="5800" dirty="0" err="1" smtClean="0">
                <a:latin typeface="Cambria" pitchFamily="18" charset="0"/>
              </a:rPr>
              <a:t>ny</a:t>
            </a:r>
            <a:r>
              <a:rPr lang="en-US" sz="5800" dirty="0" smtClean="0">
                <a:latin typeface="Cambria" pitchFamily="18" charset="0"/>
              </a:rPr>
              <a:t> </a:t>
            </a:r>
            <a:r>
              <a:rPr lang="en-US" sz="5800" dirty="0" err="1" smtClean="0">
                <a:latin typeface="Cambria" pitchFamily="18" charset="0"/>
              </a:rPr>
              <a:t>toky</a:t>
            </a:r>
            <a:r>
              <a:rPr lang="en-US" sz="5800" dirty="0" smtClean="0">
                <a:latin typeface="Cambria" pitchFamily="18" charset="0"/>
              </a:rPr>
              <a:t> </a:t>
            </a:r>
            <a:r>
              <a:rPr lang="en-US" sz="5800" dirty="0" err="1" smtClean="0">
                <a:latin typeface="Cambria" pitchFamily="18" charset="0"/>
              </a:rPr>
              <a:t>rehetra</a:t>
            </a:r>
            <a:r>
              <a:rPr lang="en-US" sz="5800" dirty="0" smtClean="0">
                <a:latin typeface="Cambria" pitchFamily="18" charset="0"/>
              </a:rPr>
              <a:t>, </a:t>
            </a:r>
          </a:p>
          <a:p>
            <a:pPr marL="996696" indent="-914400">
              <a:buNone/>
            </a:pPr>
            <a:r>
              <a:rPr lang="en-US" sz="5800" dirty="0" smtClean="0">
                <a:latin typeface="Cambria" pitchFamily="18" charset="0"/>
              </a:rPr>
              <a:t>Moa ho </a:t>
            </a:r>
            <a:r>
              <a:rPr lang="en-US" sz="5800" dirty="0" err="1" smtClean="0">
                <a:latin typeface="Cambria" pitchFamily="18" charset="0"/>
              </a:rPr>
              <a:t>ela</a:t>
            </a:r>
            <a:r>
              <a:rPr lang="en-US" sz="5800" dirty="0" smtClean="0">
                <a:latin typeface="Cambria" pitchFamily="18" charset="0"/>
              </a:rPr>
              <a:t> </a:t>
            </a:r>
            <a:r>
              <a:rPr lang="en-US" sz="5800" dirty="0" err="1" smtClean="0">
                <a:latin typeface="Cambria" pitchFamily="18" charset="0"/>
              </a:rPr>
              <a:t>vao</a:t>
            </a:r>
            <a:r>
              <a:rPr lang="en-US" sz="5800" dirty="0" smtClean="0">
                <a:latin typeface="Cambria" pitchFamily="18" charset="0"/>
              </a:rPr>
              <a:t> </a:t>
            </a:r>
            <a:r>
              <a:rPr lang="en-US" sz="5800" dirty="0" err="1" smtClean="0">
                <a:latin typeface="Cambria" pitchFamily="18" charset="0"/>
              </a:rPr>
              <a:t>tonga</a:t>
            </a:r>
            <a:r>
              <a:rPr lang="en-US" sz="5800" dirty="0" smtClean="0">
                <a:latin typeface="Cambria" pitchFamily="18" charset="0"/>
              </a:rPr>
              <a:t> </a:t>
            </a:r>
            <a:r>
              <a:rPr lang="en-US" sz="5800" dirty="0" err="1" smtClean="0">
                <a:latin typeface="Cambria" pitchFamily="18" charset="0"/>
              </a:rPr>
              <a:t>ny</a:t>
            </a:r>
            <a:r>
              <a:rPr lang="en-US" sz="5800" dirty="0" smtClean="0">
                <a:latin typeface="Cambria" pitchFamily="18" charset="0"/>
              </a:rPr>
              <a:t> </a:t>
            </a:r>
            <a:r>
              <a:rPr lang="en-US" sz="5800" dirty="0" err="1" smtClean="0">
                <a:latin typeface="Cambria" pitchFamily="18" charset="0"/>
              </a:rPr>
              <a:t>fetra</a:t>
            </a:r>
            <a:r>
              <a:rPr lang="en-US" sz="5800" dirty="0" smtClean="0">
                <a:latin typeface="Cambria" pitchFamily="18" charset="0"/>
              </a:rPr>
              <a:t>? </a:t>
            </a:r>
          </a:p>
          <a:p>
            <a:pPr marL="996696" indent="-914400">
              <a:buNone/>
            </a:pPr>
            <a:r>
              <a:rPr lang="en-US" sz="5800" dirty="0" err="1" smtClean="0">
                <a:latin typeface="Cambria" pitchFamily="18" charset="0"/>
              </a:rPr>
              <a:t>Tena</a:t>
            </a:r>
            <a:r>
              <a:rPr lang="en-US" sz="5800" dirty="0" smtClean="0">
                <a:latin typeface="Cambria" pitchFamily="18" charset="0"/>
              </a:rPr>
              <a:t> </a:t>
            </a:r>
            <a:r>
              <a:rPr lang="en-US" sz="5800" dirty="0" err="1" smtClean="0">
                <a:latin typeface="Cambria" pitchFamily="18" charset="0"/>
              </a:rPr>
              <a:t>andrasanay</a:t>
            </a:r>
            <a:r>
              <a:rPr lang="en-US" sz="5800" dirty="0" smtClean="0">
                <a:latin typeface="Cambria" pitchFamily="18" charset="0"/>
              </a:rPr>
              <a:t> </a:t>
            </a:r>
            <a:r>
              <a:rPr lang="en-US" sz="5800" dirty="0" err="1" smtClean="0">
                <a:latin typeface="Cambria" pitchFamily="18" charset="0"/>
              </a:rPr>
              <a:t>ny</a:t>
            </a:r>
            <a:r>
              <a:rPr lang="en-US" sz="5800" dirty="0" smtClean="0">
                <a:latin typeface="Cambria" pitchFamily="18" charset="0"/>
              </a:rPr>
              <a:t> </a:t>
            </a:r>
            <a:r>
              <a:rPr lang="en-US" sz="5800" dirty="0" err="1" smtClean="0">
                <a:latin typeface="Cambria" pitchFamily="18" charset="0"/>
              </a:rPr>
              <a:t>fihavianao</a:t>
            </a:r>
            <a:r>
              <a:rPr lang="en-US" sz="5800" dirty="0" smtClean="0">
                <a:latin typeface="Cambria" pitchFamily="18" charset="0"/>
              </a:rPr>
              <a:t>: </a:t>
            </a:r>
          </a:p>
          <a:p>
            <a:pPr marL="996696" indent="-914400">
              <a:buNone/>
            </a:pPr>
            <a:r>
              <a:rPr lang="en-US" sz="5800" dirty="0" smtClean="0">
                <a:latin typeface="Cambria" pitchFamily="18" charset="0"/>
              </a:rPr>
              <a:t>:,: </a:t>
            </a:r>
            <a:r>
              <a:rPr lang="en-US" sz="5800" dirty="0" err="1" smtClean="0">
                <a:latin typeface="Cambria" pitchFamily="18" charset="0"/>
              </a:rPr>
              <a:t>Aza</a:t>
            </a:r>
            <a:r>
              <a:rPr lang="en-US" sz="5800" dirty="0" smtClean="0">
                <a:latin typeface="Cambria" pitchFamily="18" charset="0"/>
              </a:rPr>
              <a:t> </a:t>
            </a:r>
            <a:r>
              <a:rPr lang="en-US" sz="5800" dirty="0" err="1" smtClean="0">
                <a:latin typeface="Cambria" pitchFamily="18" charset="0"/>
              </a:rPr>
              <a:t>ela</a:t>
            </a:r>
            <a:r>
              <a:rPr lang="en-US" sz="5800" dirty="0" smtClean="0">
                <a:latin typeface="Cambria" pitchFamily="18" charset="0"/>
              </a:rPr>
              <a:t>, re! :,: 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0" y="0"/>
            <a:ext cx="8926808" cy="857232"/>
          </a:xfrm>
        </p:spPr>
        <p:txBody>
          <a:bodyPr/>
          <a:lstStyle/>
          <a:p>
            <a:r>
              <a:rPr lang="fr-FR" b="1" dirty="0" err="1" smtClean="0">
                <a:solidFill>
                  <a:srgbClr val="0070C0"/>
                </a:solidFill>
                <a:latin typeface="Cambria" pitchFamily="18" charset="0"/>
              </a:rPr>
              <a:t>Hira</a:t>
            </a:r>
            <a:r>
              <a:rPr lang="fr-FR" b="1" dirty="0" smtClean="0">
                <a:solidFill>
                  <a:srgbClr val="0070C0"/>
                </a:solidFill>
                <a:latin typeface="Cambria" pitchFamily="18" charset="0"/>
              </a:rPr>
              <a:t> </a:t>
            </a:r>
            <a:r>
              <a:rPr lang="fr-FR" b="1" dirty="0" smtClean="0">
                <a:solidFill>
                  <a:srgbClr val="0070C0"/>
                </a:solidFill>
                <a:latin typeface="Cambria" pitchFamily="18" charset="0"/>
              </a:rPr>
              <a:t>46</a:t>
            </a:r>
            <a:endParaRPr lang="fr-FR" dirty="0">
              <a:solidFill>
                <a:srgbClr val="002060"/>
              </a:solidFill>
              <a:latin typeface="Cambria" pitchFamily="18" charset="0"/>
            </a:endParaRPr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-142908" y="785794"/>
            <a:ext cx="9858412" cy="6072206"/>
          </a:xfrm>
        </p:spPr>
        <p:txBody>
          <a:bodyPr>
            <a:noAutofit/>
          </a:bodyPr>
          <a:lstStyle/>
          <a:p>
            <a:pPr marL="996696" indent="-914400">
              <a:buNone/>
            </a:pPr>
            <a:r>
              <a:rPr lang="en-US" sz="5800" dirty="0" smtClean="0">
                <a:latin typeface="Cambria" pitchFamily="18" charset="0"/>
              </a:rPr>
              <a:t>2. He! </a:t>
            </a:r>
            <a:r>
              <a:rPr lang="en-US" sz="5800" dirty="0" err="1" smtClean="0">
                <a:latin typeface="Cambria" pitchFamily="18" charset="0"/>
              </a:rPr>
              <a:t>lzahay</a:t>
            </a:r>
            <a:r>
              <a:rPr lang="en-US" sz="5800" dirty="0" smtClean="0">
                <a:latin typeface="Cambria" pitchFamily="18" charset="0"/>
              </a:rPr>
              <a:t>, </a:t>
            </a:r>
            <a:r>
              <a:rPr lang="en-US" sz="5800" dirty="0" err="1" smtClean="0">
                <a:latin typeface="Cambria" pitchFamily="18" charset="0"/>
              </a:rPr>
              <a:t>fa</a:t>
            </a:r>
            <a:r>
              <a:rPr lang="en-US" sz="5800" dirty="0" smtClean="0">
                <a:latin typeface="Cambria" pitchFamily="18" charset="0"/>
              </a:rPr>
              <a:t> </a:t>
            </a:r>
            <a:r>
              <a:rPr lang="en-US" sz="5800" dirty="0" err="1" smtClean="0">
                <a:latin typeface="Cambria" pitchFamily="18" charset="0"/>
              </a:rPr>
              <a:t>vahiny</a:t>
            </a:r>
            <a:r>
              <a:rPr lang="en-US" sz="5800" dirty="0" smtClean="0">
                <a:latin typeface="Cambria" pitchFamily="18" charset="0"/>
              </a:rPr>
              <a:t> </a:t>
            </a:r>
            <a:r>
              <a:rPr lang="en-US" sz="5800" dirty="0" err="1" smtClean="0">
                <a:latin typeface="Cambria" pitchFamily="18" charset="0"/>
              </a:rPr>
              <a:t>mandala</a:t>
            </a:r>
            <a:r>
              <a:rPr lang="en-US" sz="5800" dirty="0" smtClean="0">
                <a:latin typeface="Cambria" pitchFamily="18" charset="0"/>
              </a:rPr>
              <a:t> </a:t>
            </a:r>
          </a:p>
          <a:p>
            <a:pPr marL="996696" indent="-914400">
              <a:buNone/>
            </a:pPr>
            <a:r>
              <a:rPr lang="en-US" sz="5800" dirty="0" err="1" smtClean="0">
                <a:latin typeface="Cambria" pitchFamily="18" charset="0"/>
              </a:rPr>
              <a:t>Indro</a:t>
            </a:r>
            <a:r>
              <a:rPr lang="en-US" sz="5800" dirty="0" smtClean="0">
                <a:latin typeface="Cambria" pitchFamily="18" charset="0"/>
              </a:rPr>
              <a:t> </a:t>
            </a:r>
            <a:r>
              <a:rPr lang="en-US" sz="5800" dirty="0" err="1" smtClean="0">
                <a:latin typeface="Cambria" pitchFamily="18" charset="0"/>
              </a:rPr>
              <a:t>maneniika</a:t>
            </a:r>
            <a:r>
              <a:rPr lang="en-US" sz="5800" dirty="0" smtClean="0">
                <a:latin typeface="Cambria" pitchFamily="18" charset="0"/>
              </a:rPr>
              <a:t> </a:t>
            </a:r>
            <a:r>
              <a:rPr lang="en-US" sz="5800" dirty="0" err="1" smtClean="0">
                <a:latin typeface="Cambria" pitchFamily="18" charset="0"/>
              </a:rPr>
              <a:t>ny</a:t>
            </a:r>
            <a:r>
              <a:rPr lang="en-US" sz="5800" dirty="0" smtClean="0">
                <a:latin typeface="Cambria" pitchFamily="18" charset="0"/>
              </a:rPr>
              <a:t> </a:t>
            </a:r>
            <a:r>
              <a:rPr lang="en-US" sz="5800" dirty="0" err="1" smtClean="0">
                <a:latin typeface="Cambria" pitchFamily="18" charset="0"/>
              </a:rPr>
              <a:t>fahavalo</a:t>
            </a:r>
            <a:r>
              <a:rPr lang="en-US" sz="5800" dirty="0" smtClean="0">
                <a:latin typeface="Cambria" pitchFamily="18" charset="0"/>
              </a:rPr>
              <a:t>; </a:t>
            </a:r>
          </a:p>
          <a:p>
            <a:pPr marL="996696" indent="-914400">
              <a:buNone/>
            </a:pPr>
            <a:r>
              <a:rPr lang="en-US" sz="5800" dirty="0" smtClean="0">
                <a:latin typeface="Cambria" pitchFamily="18" charset="0"/>
              </a:rPr>
              <a:t>Koa </a:t>
            </a:r>
            <a:r>
              <a:rPr lang="en-US" sz="5800" dirty="0" err="1" smtClean="0">
                <a:latin typeface="Cambria" pitchFamily="18" charset="0"/>
              </a:rPr>
              <a:t>henoy</a:t>
            </a:r>
            <a:r>
              <a:rPr lang="en-US" sz="5800" dirty="0" smtClean="0">
                <a:latin typeface="Cambria" pitchFamily="18" charset="0"/>
              </a:rPr>
              <a:t> re </a:t>
            </a:r>
            <a:r>
              <a:rPr lang="en-US" sz="5800" dirty="0" err="1" smtClean="0">
                <a:latin typeface="Cambria" pitchFamily="18" charset="0"/>
              </a:rPr>
              <a:t>ny</a:t>
            </a:r>
            <a:r>
              <a:rPr lang="en-US" sz="5800" dirty="0" smtClean="0">
                <a:latin typeface="Cambria" pitchFamily="18" charset="0"/>
              </a:rPr>
              <a:t> </a:t>
            </a:r>
            <a:r>
              <a:rPr lang="en-US" sz="5800" dirty="0" err="1" smtClean="0">
                <a:latin typeface="Cambria" pitchFamily="18" charset="0"/>
              </a:rPr>
              <a:t>senton'ny</a:t>
            </a:r>
            <a:r>
              <a:rPr lang="en-US" sz="5800" dirty="0" smtClean="0">
                <a:latin typeface="Cambria" pitchFamily="18" charset="0"/>
              </a:rPr>
              <a:t> </a:t>
            </a:r>
            <a:r>
              <a:rPr lang="en-US" sz="5800" dirty="0" err="1" smtClean="0">
                <a:latin typeface="Cambria" pitchFamily="18" charset="0"/>
              </a:rPr>
              <a:t>olonao</a:t>
            </a:r>
            <a:r>
              <a:rPr lang="en-US" sz="5800" dirty="0" smtClean="0">
                <a:latin typeface="Cambria" pitchFamily="18" charset="0"/>
              </a:rPr>
              <a:t>: </a:t>
            </a:r>
          </a:p>
          <a:p>
            <a:pPr marL="996696" indent="-914400">
              <a:buNone/>
            </a:pPr>
            <a:r>
              <a:rPr lang="en-US" sz="5800" dirty="0" smtClean="0">
                <a:latin typeface="Cambria" pitchFamily="18" charset="0"/>
              </a:rPr>
              <a:t>:,: </a:t>
            </a:r>
            <a:r>
              <a:rPr lang="en-US" sz="5800" dirty="0" err="1" smtClean="0">
                <a:latin typeface="Cambria" pitchFamily="18" charset="0"/>
              </a:rPr>
              <a:t>Aza</a:t>
            </a:r>
            <a:r>
              <a:rPr lang="en-US" sz="5800" dirty="0" smtClean="0">
                <a:latin typeface="Cambria" pitchFamily="18" charset="0"/>
              </a:rPr>
              <a:t> </a:t>
            </a:r>
            <a:r>
              <a:rPr lang="en-US" sz="5800" dirty="0" err="1" smtClean="0">
                <a:latin typeface="Cambria" pitchFamily="18" charset="0"/>
              </a:rPr>
              <a:t>ela</a:t>
            </a:r>
            <a:r>
              <a:rPr lang="en-US" sz="5800" dirty="0" smtClean="0">
                <a:latin typeface="Cambria" pitchFamily="18" charset="0"/>
              </a:rPr>
              <a:t>, re! :,: 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0" y="0"/>
            <a:ext cx="8926808" cy="857232"/>
          </a:xfrm>
        </p:spPr>
        <p:txBody>
          <a:bodyPr/>
          <a:lstStyle/>
          <a:p>
            <a:r>
              <a:rPr lang="fr-FR" b="1" dirty="0" err="1" smtClean="0">
                <a:solidFill>
                  <a:srgbClr val="0070C0"/>
                </a:solidFill>
                <a:latin typeface="Cambria" pitchFamily="18" charset="0"/>
              </a:rPr>
              <a:t>Hira</a:t>
            </a:r>
            <a:r>
              <a:rPr lang="fr-FR" b="1" dirty="0" smtClean="0">
                <a:solidFill>
                  <a:srgbClr val="0070C0"/>
                </a:solidFill>
                <a:latin typeface="Cambria" pitchFamily="18" charset="0"/>
              </a:rPr>
              <a:t> </a:t>
            </a:r>
            <a:r>
              <a:rPr lang="fr-FR" b="1" dirty="0" smtClean="0">
                <a:solidFill>
                  <a:srgbClr val="0070C0"/>
                </a:solidFill>
                <a:latin typeface="Cambria" pitchFamily="18" charset="0"/>
              </a:rPr>
              <a:t>46</a:t>
            </a:r>
            <a:endParaRPr lang="fr-FR" dirty="0">
              <a:solidFill>
                <a:srgbClr val="002060"/>
              </a:solidFill>
              <a:latin typeface="Cambria" pitchFamily="18" charset="0"/>
            </a:endParaRPr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-285784" y="785794"/>
            <a:ext cx="10144196" cy="6072206"/>
          </a:xfrm>
        </p:spPr>
        <p:txBody>
          <a:bodyPr>
            <a:noAutofit/>
          </a:bodyPr>
          <a:lstStyle/>
          <a:p>
            <a:pPr marL="996696" indent="-914400">
              <a:buNone/>
            </a:pPr>
            <a:r>
              <a:rPr lang="en-US" sz="5800" dirty="0" smtClean="0">
                <a:latin typeface="Cambria" pitchFamily="18" charset="0"/>
              </a:rPr>
              <a:t>3. He! </a:t>
            </a:r>
            <a:r>
              <a:rPr lang="en-US" sz="5800" dirty="0" err="1" smtClean="0">
                <a:latin typeface="Cambria" pitchFamily="18" charset="0"/>
              </a:rPr>
              <a:t>Ny</a:t>
            </a:r>
            <a:r>
              <a:rPr lang="en-US" sz="5800" dirty="0" smtClean="0">
                <a:latin typeface="Cambria" pitchFamily="18" charset="0"/>
              </a:rPr>
              <a:t> </a:t>
            </a:r>
            <a:r>
              <a:rPr lang="en-US" sz="5800" dirty="0" err="1" smtClean="0">
                <a:latin typeface="Cambria" pitchFamily="18" charset="0"/>
              </a:rPr>
              <a:t>voavotrao</a:t>
            </a:r>
            <a:r>
              <a:rPr lang="en-US" sz="5800" dirty="0" smtClean="0">
                <a:latin typeface="Cambria" pitchFamily="18" charset="0"/>
              </a:rPr>
              <a:t> </a:t>
            </a:r>
            <a:r>
              <a:rPr lang="en-US" sz="5800" dirty="0" err="1" smtClean="0">
                <a:latin typeface="Cambria" pitchFamily="18" charset="0"/>
              </a:rPr>
              <a:t>dia</a:t>
            </a:r>
            <a:r>
              <a:rPr lang="en-US" sz="5800" dirty="0" smtClean="0">
                <a:latin typeface="Cambria" pitchFamily="18" charset="0"/>
              </a:rPr>
              <a:t> </a:t>
            </a:r>
            <a:r>
              <a:rPr lang="en-US" sz="5800" dirty="0" err="1" smtClean="0">
                <a:latin typeface="Cambria" pitchFamily="18" charset="0"/>
              </a:rPr>
              <a:t>miandry</a:t>
            </a:r>
            <a:r>
              <a:rPr lang="en-US" sz="5800" dirty="0" smtClean="0">
                <a:latin typeface="Cambria" pitchFamily="18" charset="0"/>
              </a:rPr>
              <a:t>, </a:t>
            </a:r>
          </a:p>
          <a:p>
            <a:pPr marL="996696" indent="-914400">
              <a:buNone/>
            </a:pPr>
            <a:r>
              <a:rPr lang="en-US" sz="5800" dirty="0" smtClean="0">
                <a:latin typeface="Cambria" pitchFamily="18" charset="0"/>
              </a:rPr>
              <a:t>Na </a:t>
            </a:r>
            <a:r>
              <a:rPr lang="en-US" sz="5800" dirty="0" err="1" smtClean="0">
                <a:latin typeface="Cambria" pitchFamily="18" charset="0"/>
              </a:rPr>
              <a:t>izahay</a:t>
            </a:r>
            <a:r>
              <a:rPr lang="en-US" sz="5800" dirty="0" smtClean="0">
                <a:latin typeface="Cambria" pitchFamily="18" charset="0"/>
              </a:rPr>
              <a:t> </a:t>
            </a:r>
            <a:r>
              <a:rPr lang="en-US" sz="5800" dirty="0" err="1" smtClean="0">
                <a:latin typeface="Cambria" pitchFamily="18" charset="0"/>
              </a:rPr>
              <a:t>na</a:t>
            </a:r>
            <a:r>
              <a:rPr lang="en-US" sz="5800" dirty="0" smtClean="0">
                <a:latin typeface="Cambria" pitchFamily="18" charset="0"/>
              </a:rPr>
              <a:t> </a:t>
            </a:r>
            <a:r>
              <a:rPr lang="en-US" sz="5800" dirty="0" err="1" smtClean="0">
                <a:latin typeface="Cambria" pitchFamily="18" charset="0"/>
              </a:rPr>
              <a:t>ireo</a:t>
            </a:r>
            <a:r>
              <a:rPr lang="en-US" sz="5800" dirty="0" smtClean="0">
                <a:latin typeface="Cambria" pitchFamily="18" charset="0"/>
              </a:rPr>
              <a:t> </a:t>
            </a:r>
            <a:r>
              <a:rPr lang="en-US" sz="5800" dirty="0" err="1" smtClean="0">
                <a:latin typeface="Cambria" pitchFamily="18" charset="0"/>
              </a:rPr>
              <a:t>nodimandry</a:t>
            </a:r>
            <a:r>
              <a:rPr lang="en-US" sz="5800" dirty="0" smtClean="0">
                <a:latin typeface="Cambria" pitchFamily="18" charset="0"/>
              </a:rPr>
              <a:t>; </a:t>
            </a:r>
          </a:p>
          <a:p>
            <a:pPr marL="996696" indent="-914400">
              <a:buNone/>
            </a:pPr>
            <a:r>
              <a:rPr lang="en-US" sz="5800" dirty="0" smtClean="0">
                <a:latin typeface="Cambria" pitchFamily="18" charset="0"/>
              </a:rPr>
              <a:t> Tempo</a:t>
            </a:r>
            <a:r>
              <a:rPr lang="en-US" sz="5800" dirty="0" smtClean="0">
                <a:latin typeface="Cambria" pitchFamily="18" charset="0"/>
              </a:rPr>
              <a:t>, </a:t>
            </a:r>
            <a:r>
              <a:rPr lang="en-US" sz="5800" dirty="0" err="1" smtClean="0">
                <a:latin typeface="Cambria" pitchFamily="18" charset="0"/>
              </a:rPr>
              <a:t>tsinjovy</a:t>
            </a:r>
            <a:r>
              <a:rPr lang="en-US" sz="5800" dirty="0" smtClean="0">
                <a:latin typeface="Cambria" pitchFamily="18" charset="0"/>
              </a:rPr>
              <a:t> </a:t>
            </a:r>
            <a:r>
              <a:rPr lang="en-US" sz="5800" dirty="0" err="1" smtClean="0">
                <a:latin typeface="Cambria" pitchFamily="18" charset="0"/>
              </a:rPr>
              <a:t>ny</a:t>
            </a:r>
            <a:r>
              <a:rPr lang="en-US" sz="5800" dirty="0" smtClean="0">
                <a:latin typeface="Cambria" pitchFamily="18" charset="0"/>
              </a:rPr>
              <a:t> </a:t>
            </a:r>
            <a:r>
              <a:rPr lang="en-US" sz="5800" dirty="0" err="1" smtClean="0">
                <a:latin typeface="Cambria" pitchFamily="18" charset="0"/>
              </a:rPr>
              <a:t>fasan'ny</a:t>
            </a:r>
            <a:r>
              <a:rPr lang="en-US" sz="5800" dirty="0" smtClean="0">
                <a:latin typeface="Cambria" pitchFamily="18" charset="0"/>
              </a:rPr>
              <a:t> </a:t>
            </a:r>
            <a:r>
              <a:rPr lang="en-US" sz="5800" dirty="0" err="1" smtClean="0">
                <a:latin typeface="Cambria" pitchFamily="18" charset="0"/>
              </a:rPr>
              <a:t>olonao</a:t>
            </a:r>
            <a:r>
              <a:rPr lang="en-US" sz="5800" dirty="0" smtClean="0">
                <a:latin typeface="Cambria" pitchFamily="18" charset="0"/>
              </a:rPr>
              <a:t>: </a:t>
            </a:r>
          </a:p>
          <a:p>
            <a:pPr marL="996696" indent="-914400">
              <a:buNone/>
            </a:pPr>
            <a:r>
              <a:rPr lang="en-US" sz="5800" dirty="0" smtClean="0">
                <a:latin typeface="Cambria" pitchFamily="18" charset="0"/>
              </a:rPr>
              <a:t>  :,: </a:t>
            </a:r>
            <a:r>
              <a:rPr lang="en-US" sz="5800" dirty="0" err="1" smtClean="0">
                <a:latin typeface="Cambria" pitchFamily="18" charset="0"/>
              </a:rPr>
              <a:t>Aza</a:t>
            </a:r>
            <a:r>
              <a:rPr lang="en-US" sz="5800" dirty="0" smtClean="0">
                <a:latin typeface="Cambria" pitchFamily="18" charset="0"/>
              </a:rPr>
              <a:t> </a:t>
            </a:r>
            <a:r>
              <a:rPr lang="en-US" sz="5800" dirty="0" err="1" smtClean="0">
                <a:latin typeface="Cambria" pitchFamily="18" charset="0"/>
              </a:rPr>
              <a:t>ela</a:t>
            </a:r>
            <a:r>
              <a:rPr lang="en-US" sz="5800" dirty="0" smtClean="0">
                <a:latin typeface="Cambria" pitchFamily="18" charset="0"/>
              </a:rPr>
              <a:t>, re; :,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0" y="0"/>
            <a:ext cx="8926808" cy="857232"/>
          </a:xfrm>
        </p:spPr>
        <p:txBody>
          <a:bodyPr/>
          <a:lstStyle/>
          <a:p>
            <a:r>
              <a:rPr lang="fr-FR" b="1" dirty="0" err="1" smtClean="0">
                <a:solidFill>
                  <a:srgbClr val="0070C0"/>
                </a:solidFill>
                <a:latin typeface="Cambria" pitchFamily="18" charset="0"/>
              </a:rPr>
              <a:t>Hira</a:t>
            </a:r>
            <a:r>
              <a:rPr lang="fr-FR" b="1" dirty="0" smtClean="0">
                <a:solidFill>
                  <a:srgbClr val="0070C0"/>
                </a:solidFill>
                <a:latin typeface="Cambria" pitchFamily="18" charset="0"/>
              </a:rPr>
              <a:t> </a:t>
            </a:r>
            <a:r>
              <a:rPr lang="fr-FR" b="1" dirty="0" smtClean="0">
                <a:solidFill>
                  <a:srgbClr val="0070C0"/>
                </a:solidFill>
                <a:latin typeface="Cambria" pitchFamily="18" charset="0"/>
              </a:rPr>
              <a:t>46</a:t>
            </a:r>
            <a:endParaRPr lang="fr-FR" dirty="0">
              <a:solidFill>
                <a:srgbClr val="002060"/>
              </a:solidFill>
              <a:latin typeface="Cambria" pitchFamily="18" charset="0"/>
            </a:endParaRPr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-71470" y="785794"/>
            <a:ext cx="9215470" cy="6072206"/>
          </a:xfrm>
        </p:spPr>
        <p:txBody>
          <a:bodyPr>
            <a:noAutofit/>
          </a:bodyPr>
          <a:lstStyle/>
          <a:p>
            <a:pPr marL="996696" indent="-914400">
              <a:buNone/>
            </a:pPr>
            <a:r>
              <a:rPr lang="pt-BR" sz="5800" dirty="0" smtClean="0">
                <a:latin typeface="Cambria" pitchFamily="18" charset="0"/>
              </a:rPr>
              <a:t>4. Ary ny zavatra eto an-tany </a:t>
            </a:r>
          </a:p>
          <a:p>
            <a:pPr marL="996696" indent="-914400">
              <a:buNone/>
            </a:pPr>
            <a:r>
              <a:rPr lang="pt-BR" sz="5800" dirty="0" smtClean="0">
                <a:latin typeface="Cambria" pitchFamily="18" charset="0"/>
              </a:rPr>
              <a:t>Samy miara-misento ihany, </a:t>
            </a:r>
          </a:p>
          <a:p>
            <a:pPr marL="996696" indent="-914400">
              <a:buNone/>
            </a:pPr>
            <a:r>
              <a:rPr lang="pt-BR" sz="5800" dirty="0" smtClean="0">
                <a:latin typeface="Cambria" pitchFamily="18" charset="0"/>
              </a:rPr>
              <a:t>Ka manantena ny mba hihavianao: </a:t>
            </a:r>
          </a:p>
          <a:p>
            <a:pPr marL="996696" indent="-914400">
              <a:buNone/>
            </a:pPr>
            <a:r>
              <a:rPr lang="pt-BR" sz="5800" dirty="0" smtClean="0">
                <a:latin typeface="Cambria" pitchFamily="18" charset="0"/>
              </a:rPr>
              <a:t>:,: Aza ela, re! :,: 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0" y="0"/>
            <a:ext cx="8926808" cy="857232"/>
          </a:xfrm>
        </p:spPr>
        <p:txBody>
          <a:bodyPr/>
          <a:lstStyle/>
          <a:p>
            <a:r>
              <a:rPr lang="fr-FR" b="1" dirty="0" err="1" smtClean="0">
                <a:solidFill>
                  <a:srgbClr val="0070C0"/>
                </a:solidFill>
                <a:latin typeface="Cambria" pitchFamily="18" charset="0"/>
              </a:rPr>
              <a:t>Hira</a:t>
            </a:r>
            <a:r>
              <a:rPr lang="fr-FR" b="1" dirty="0" smtClean="0">
                <a:solidFill>
                  <a:srgbClr val="0070C0"/>
                </a:solidFill>
                <a:latin typeface="Cambria" pitchFamily="18" charset="0"/>
              </a:rPr>
              <a:t> </a:t>
            </a:r>
            <a:r>
              <a:rPr lang="fr-FR" b="1" dirty="0" smtClean="0">
                <a:solidFill>
                  <a:srgbClr val="0070C0"/>
                </a:solidFill>
                <a:latin typeface="Cambria" pitchFamily="18" charset="0"/>
              </a:rPr>
              <a:t>46</a:t>
            </a:r>
            <a:endParaRPr lang="fr-FR" dirty="0">
              <a:solidFill>
                <a:srgbClr val="002060"/>
              </a:solidFill>
              <a:latin typeface="Cambria" pitchFamily="18" charset="0"/>
            </a:endParaRPr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0" y="785794"/>
            <a:ext cx="10215602" cy="6072206"/>
          </a:xfrm>
        </p:spPr>
        <p:txBody>
          <a:bodyPr>
            <a:noAutofit/>
          </a:bodyPr>
          <a:lstStyle/>
          <a:p>
            <a:pPr marL="996696" indent="-914400">
              <a:buNone/>
            </a:pPr>
            <a:r>
              <a:rPr lang="en-US" sz="5800" dirty="0" smtClean="0">
                <a:latin typeface="Cambria" pitchFamily="18" charset="0"/>
              </a:rPr>
              <a:t>5</a:t>
            </a:r>
            <a:r>
              <a:rPr lang="en-US" sz="5800" dirty="0" smtClean="0">
                <a:latin typeface="Cambria" pitchFamily="18" charset="0"/>
              </a:rPr>
              <a:t>. </a:t>
            </a:r>
            <a:r>
              <a:rPr lang="en-US" sz="5800" dirty="0" err="1" smtClean="0">
                <a:latin typeface="Cambria" pitchFamily="18" charset="0"/>
              </a:rPr>
              <a:t>Mbola</a:t>
            </a:r>
            <a:r>
              <a:rPr lang="en-US" sz="5800" dirty="0" smtClean="0">
                <a:latin typeface="Cambria" pitchFamily="18" charset="0"/>
              </a:rPr>
              <a:t> ho </a:t>
            </a:r>
            <a:r>
              <a:rPr lang="en-US" sz="5800" dirty="0" err="1" smtClean="0">
                <a:latin typeface="Cambria" pitchFamily="18" charset="0"/>
              </a:rPr>
              <a:t>ela</a:t>
            </a:r>
            <a:r>
              <a:rPr lang="en-US" sz="5800" dirty="0" smtClean="0">
                <a:latin typeface="Cambria" pitchFamily="18" charset="0"/>
              </a:rPr>
              <a:t> </a:t>
            </a:r>
            <a:r>
              <a:rPr lang="en-US" sz="5800" dirty="0" err="1" smtClean="0">
                <a:latin typeface="Cambria" pitchFamily="18" charset="0"/>
              </a:rPr>
              <a:t>va</a:t>
            </a:r>
            <a:r>
              <a:rPr lang="en-US" sz="5800" dirty="0" smtClean="0">
                <a:latin typeface="Cambria" pitchFamily="18" charset="0"/>
              </a:rPr>
              <a:t> </a:t>
            </a:r>
            <a:r>
              <a:rPr lang="en-US" sz="5800" dirty="0" err="1" smtClean="0">
                <a:latin typeface="Cambria" pitchFamily="18" charset="0"/>
              </a:rPr>
              <a:t>ilay</a:t>
            </a:r>
            <a:r>
              <a:rPr lang="en-US" sz="5800" dirty="0" smtClean="0">
                <a:latin typeface="Cambria" pitchFamily="18" charset="0"/>
              </a:rPr>
              <a:t> </a:t>
            </a:r>
            <a:r>
              <a:rPr lang="en-US" sz="5800" dirty="0" err="1" smtClean="0">
                <a:latin typeface="Cambria" pitchFamily="18" charset="0"/>
              </a:rPr>
              <a:t>antenaina</a:t>
            </a:r>
            <a:r>
              <a:rPr lang="en-US" sz="5800" dirty="0" smtClean="0">
                <a:latin typeface="Cambria" pitchFamily="18" charset="0"/>
              </a:rPr>
              <a:t>? </a:t>
            </a:r>
          </a:p>
          <a:p>
            <a:pPr marL="996696" indent="-914400">
              <a:buNone/>
            </a:pPr>
            <a:r>
              <a:rPr lang="en-US" sz="5400" dirty="0" err="1" smtClean="0">
                <a:latin typeface="Cambria" pitchFamily="18" charset="0"/>
              </a:rPr>
              <a:t>Tsia</a:t>
            </a:r>
            <a:r>
              <a:rPr lang="en-US" sz="5400" dirty="0" smtClean="0">
                <a:latin typeface="Cambria" pitchFamily="18" charset="0"/>
              </a:rPr>
              <a:t>, </a:t>
            </a:r>
            <a:r>
              <a:rPr lang="en-US" sz="5400" dirty="0" err="1" smtClean="0">
                <a:latin typeface="Cambria" pitchFamily="18" charset="0"/>
              </a:rPr>
              <a:t>fa</a:t>
            </a:r>
            <a:r>
              <a:rPr lang="en-US" sz="5400" dirty="0" smtClean="0">
                <a:latin typeface="Cambria" pitchFamily="18" charset="0"/>
              </a:rPr>
              <a:t> </a:t>
            </a:r>
            <a:r>
              <a:rPr lang="en-US" sz="5400" dirty="0" err="1" smtClean="0">
                <a:latin typeface="Cambria" pitchFamily="18" charset="0"/>
              </a:rPr>
              <a:t>akaiky</a:t>
            </a:r>
            <a:r>
              <a:rPr lang="en-US" sz="5400" dirty="0" smtClean="0">
                <a:latin typeface="Cambria" pitchFamily="18" charset="0"/>
              </a:rPr>
              <a:t> </a:t>
            </a:r>
            <a:r>
              <a:rPr lang="en-US" sz="5400" dirty="0" err="1" smtClean="0">
                <a:latin typeface="Cambria" pitchFamily="18" charset="0"/>
              </a:rPr>
              <a:t>izao</a:t>
            </a:r>
            <a:r>
              <a:rPr lang="en-US" sz="5400" dirty="0" smtClean="0">
                <a:latin typeface="Cambria" pitchFamily="18" charset="0"/>
              </a:rPr>
              <a:t> </a:t>
            </a:r>
            <a:r>
              <a:rPr lang="en-US" sz="5400" dirty="0" err="1" smtClean="0">
                <a:latin typeface="Cambria" pitchFamily="18" charset="0"/>
              </a:rPr>
              <a:t>ny</a:t>
            </a:r>
            <a:r>
              <a:rPr lang="en-US" sz="5400" dirty="0" smtClean="0">
                <a:latin typeface="Cambria" pitchFamily="18" charset="0"/>
              </a:rPr>
              <a:t> </a:t>
            </a:r>
            <a:r>
              <a:rPr lang="en-US" sz="5400" dirty="0" err="1" smtClean="0">
                <a:latin typeface="Cambria" pitchFamily="18" charset="0"/>
              </a:rPr>
              <a:t>maraina</a:t>
            </a:r>
            <a:r>
              <a:rPr lang="en-US" sz="5400" dirty="0" smtClean="0">
                <a:latin typeface="Cambria" pitchFamily="18" charset="0"/>
              </a:rPr>
              <a:t> </a:t>
            </a:r>
            <a:endParaRPr lang="en-US" sz="5400" dirty="0" smtClean="0">
              <a:latin typeface="Cambria" pitchFamily="18" charset="0"/>
            </a:endParaRPr>
          </a:p>
          <a:p>
            <a:pPr marL="996696" indent="-914400">
              <a:buNone/>
            </a:pPr>
            <a:r>
              <a:rPr lang="en-US" sz="5800" dirty="0" smtClean="0">
                <a:latin typeface="Cambria" pitchFamily="18" charset="0"/>
              </a:rPr>
              <a:t>Koa </a:t>
            </a:r>
            <a:r>
              <a:rPr lang="en-US" sz="5800" dirty="0" err="1" smtClean="0">
                <a:latin typeface="Cambria" pitchFamily="18" charset="0"/>
              </a:rPr>
              <a:t>andrandrao</a:t>
            </a:r>
            <a:r>
              <a:rPr lang="en-US" sz="5800" dirty="0" smtClean="0">
                <a:latin typeface="Cambria" pitchFamily="18" charset="0"/>
              </a:rPr>
              <a:t> </a:t>
            </a:r>
            <a:r>
              <a:rPr lang="en-US" sz="5800" dirty="0" err="1" smtClean="0">
                <a:latin typeface="Cambria" pitchFamily="18" charset="0"/>
              </a:rPr>
              <a:t>sy</a:t>
            </a:r>
            <a:r>
              <a:rPr lang="en-US" sz="5800" dirty="0" smtClean="0">
                <a:latin typeface="Cambria" pitchFamily="18" charset="0"/>
              </a:rPr>
              <a:t> </a:t>
            </a:r>
            <a:r>
              <a:rPr lang="en-US" sz="5800" dirty="0" err="1" smtClean="0">
                <a:latin typeface="Cambria" pitchFamily="18" charset="0"/>
              </a:rPr>
              <a:t>antsoy</a:t>
            </a:r>
            <a:r>
              <a:rPr lang="en-US" sz="5800" dirty="0" smtClean="0">
                <a:latin typeface="Cambria" pitchFamily="18" charset="0"/>
              </a:rPr>
              <a:t> </a:t>
            </a:r>
            <a:r>
              <a:rPr lang="en-US" sz="5800" dirty="0" err="1" smtClean="0">
                <a:latin typeface="Cambria" pitchFamily="18" charset="0"/>
              </a:rPr>
              <a:t>ny</a:t>
            </a:r>
            <a:r>
              <a:rPr lang="en-US" sz="5800" dirty="0" smtClean="0">
                <a:latin typeface="Cambria" pitchFamily="18" charset="0"/>
              </a:rPr>
              <a:t> </a:t>
            </a:r>
            <a:r>
              <a:rPr lang="en-US" sz="5800" dirty="0" err="1" smtClean="0">
                <a:latin typeface="Cambria" pitchFamily="18" charset="0"/>
              </a:rPr>
              <a:t>Tompo</a:t>
            </a:r>
            <a:r>
              <a:rPr lang="en-US" sz="5800" dirty="0" smtClean="0">
                <a:latin typeface="Cambria" pitchFamily="18" charset="0"/>
              </a:rPr>
              <a:t> hoe</a:t>
            </a:r>
            <a:r>
              <a:rPr lang="en-US" sz="5800" dirty="0" smtClean="0">
                <a:latin typeface="Cambria" pitchFamily="18" charset="0"/>
              </a:rPr>
              <a:t>: 	</a:t>
            </a:r>
          </a:p>
          <a:p>
            <a:pPr marL="996696" indent="-914400">
              <a:buNone/>
            </a:pPr>
            <a:r>
              <a:rPr lang="en-US" sz="5800" dirty="0" smtClean="0">
                <a:latin typeface="Cambria" pitchFamily="18" charset="0"/>
              </a:rPr>
              <a:t>   :,: </a:t>
            </a:r>
            <a:r>
              <a:rPr lang="en-US" sz="5800" dirty="0" err="1" smtClean="0">
                <a:latin typeface="Cambria" pitchFamily="18" charset="0"/>
              </a:rPr>
              <a:t>Aza</a:t>
            </a:r>
            <a:r>
              <a:rPr lang="en-US" sz="5800" dirty="0" smtClean="0">
                <a:latin typeface="Cambria" pitchFamily="18" charset="0"/>
              </a:rPr>
              <a:t> </a:t>
            </a:r>
            <a:r>
              <a:rPr lang="en-US" sz="5800" dirty="0" err="1" smtClean="0">
                <a:latin typeface="Cambria" pitchFamily="18" charset="0"/>
              </a:rPr>
              <a:t>ela</a:t>
            </a:r>
            <a:r>
              <a:rPr lang="en-US" sz="5800" dirty="0" smtClean="0">
                <a:latin typeface="Cambria" pitchFamily="18" charset="0"/>
              </a:rPr>
              <a:t>, re !:,: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0" y="0"/>
            <a:ext cx="8926808" cy="857232"/>
          </a:xfrm>
        </p:spPr>
        <p:txBody>
          <a:bodyPr/>
          <a:lstStyle/>
          <a:p>
            <a:r>
              <a:rPr lang="fr-FR" b="1" dirty="0" err="1" smtClean="0">
                <a:solidFill>
                  <a:srgbClr val="0070C0"/>
                </a:solidFill>
                <a:latin typeface="Cambria" pitchFamily="18" charset="0"/>
              </a:rPr>
              <a:t>Hira</a:t>
            </a:r>
            <a:r>
              <a:rPr lang="fr-FR" b="1" dirty="0" smtClean="0">
                <a:solidFill>
                  <a:srgbClr val="0070C0"/>
                </a:solidFill>
                <a:latin typeface="Cambria" pitchFamily="18" charset="0"/>
              </a:rPr>
              <a:t> </a:t>
            </a:r>
            <a:r>
              <a:rPr lang="fr-FR" b="1" dirty="0" smtClean="0">
                <a:solidFill>
                  <a:srgbClr val="0070C0"/>
                </a:solidFill>
                <a:latin typeface="Cambria" pitchFamily="18" charset="0"/>
              </a:rPr>
              <a:t>46</a:t>
            </a:r>
            <a:endParaRPr lang="fr-FR" dirty="0">
              <a:solidFill>
                <a:srgbClr val="002060"/>
              </a:solidFill>
              <a:latin typeface="Cambria" pitchFamily="18" charset="0"/>
            </a:endParaRPr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-142908" y="785794"/>
            <a:ext cx="9286908" cy="6072206"/>
          </a:xfrm>
        </p:spPr>
        <p:txBody>
          <a:bodyPr>
            <a:noAutofit/>
          </a:bodyPr>
          <a:lstStyle/>
          <a:p>
            <a:pPr marL="996696" indent="-914400">
              <a:buNone/>
            </a:pPr>
            <a:r>
              <a:rPr lang="en-US" sz="5800" dirty="0" smtClean="0">
                <a:latin typeface="Cambria" pitchFamily="18" charset="0"/>
              </a:rPr>
              <a:t>6. "</a:t>
            </a:r>
            <a:r>
              <a:rPr lang="en-US" sz="5800" dirty="0" err="1" smtClean="0">
                <a:latin typeface="Cambria" pitchFamily="18" charset="0"/>
              </a:rPr>
              <a:t>Tsy</a:t>
            </a:r>
            <a:r>
              <a:rPr lang="en-US" sz="5800" dirty="0" smtClean="0">
                <a:latin typeface="Cambria" pitchFamily="18" charset="0"/>
              </a:rPr>
              <a:t> </a:t>
            </a:r>
            <a:r>
              <a:rPr lang="en-US" sz="5800" dirty="0" err="1" smtClean="0">
                <a:latin typeface="Cambria" pitchFamily="18" charset="0"/>
              </a:rPr>
              <a:t>mba</a:t>
            </a:r>
            <a:r>
              <a:rPr lang="en-US" sz="5800" dirty="0" smtClean="0">
                <a:latin typeface="Cambria" pitchFamily="18" charset="0"/>
              </a:rPr>
              <a:t> ho </a:t>
            </a:r>
            <a:r>
              <a:rPr lang="en-US" sz="5800" dirty="0" err="1" smtClean="0">
                <a:latin typeface="Cambria" pitchFamily="18" charset="0"/>
              </a:rPr>
              <a:t>ela</a:t>
            </a:r>
            <a:r>
              <a:rPr lang="en-US" sz="5800" dirty="0" smtClean="0">
                <a:latin typeface="Cambria" pitchFamily="18" charset="0"/>
              </a:rPr>
              <a:t>, </a:t>
            </a:r>
            <a:r>
              <a:rPr lang="en-US" sz="5800" dirty="0" err="1" smtClean="0">
                <a:latin typeface="Cambria" pitchFamily="18" charset="0"/>
              </a:rPr>
              <a:t>fa</a:t>
            </a:r>
            <a:r>
              <a:rPr lang="en-US" sz="5800" dirty="0" smtClean="0">
                <a:latin typeface="Cambria" pitchFamily="18" charset="0"/>
              </a:rPr>
              <a:t> </a:t>
            </a:r>
            <a:r>
              <a:rPr lang="en-US" sz="5800" dirty="0" err="1" smtClean="0">
                <a:latin typeface="Cambria" pitchFamily="18" charset="0"/>
              </a:rPr>
              <a:t>faingana</a:t>
            </a:r>
            <a:r>
              <a:rPr lang="en-US" sz="5800" dirty="0" smtClean="0">
                <a:latin typeface="Cambria" pitchFamily="18" charset="0"/>
              </a:rPr>
              <a:t> </a:t>
            </a:r>
            <a:r>
              <a:rPr lang="en-US" sz="5800" dirty="0" err="1" smtClean="0">
                <a:latin typeface="Cambria" pitchFamily="18" charset="0"/>
              </a:rPr>
              <a:t>Aho</a:t>
            </a:r>
            <a:r>
              <a:rPr lang="en-US" sz="5800" dirty="0" smtClean="0">
                <a:latin typeface="Cambria" pitchFamily="18" charset="0"/>
              </a:rPr>
              <a:t>, </a:t>
            </a:r>
          </a:p>
          <a:p>
            <a:pPr marL="996696" indent="-914400">
              <a:buNone/>
            </a:pPr>
            <a:r>
              <a:rPr lang="en-US" sz="5800" dirty="0" err="1" smtClean="0">
                <a:latin typeface="Cambria" pitchFamily="18" charset="0"/>
              </a:rPr>
              <a:t>Ary</a:t>
            </a:r>
            <a:r>
              <a:rPr lang="en-US" sz="5800" dirty="0" smtClean="0">
                <a:latin typeface="Cambria" pitchFamily="18" charset="0"/>
              </a:rPr>
              <a:t> </a:t>
            </a:r>
            <a:r>
              <a:rPr lang="en-US" sz="5800" dirty="0" err="1" smtClean="0">
                <a:latin typeface="Cambria" pitchFamily="18" charset="0"/>
              </a:rPr>
              <a:t>hanafaka</a:t>
            </a:r>
            <a:r>
              <a:rPr lang="en-US" sz="5800" dirty="0" smtClean="0">
                <a:latin typeface="Cambria" pitchFamily="18" charset="0"/>
              </a:rPr>
              <a:t> </a:t>
            </a:r>
            <a:r>
              <a:rPr lang="en-US" sz="5800" dirty="0" err="1" smtClean="0">
                <a:latin typeface="Cambria" pitchFamily="18" charset="0"/>
              </a:rPr>
              <a:t>ny</a:t>
            </a:r>
            <a:r>
              <a:rPr lang="en-US" sz="5800" dirty="0" smtClean="0">
                <a:latin typeface="Cambria" pitchFamily="18" charset="0"/>
              </a:rPr>
              <a:t> </a:t>
            </a:r>
            <a:r>
              <a:rPr lang="en-US" sz="5800" dirty="0" err="1" smtClean="0">
                <a:latin typeface="Cambria" pitchFamily="18" charset="0"/>
              </a:rPr>
              <a:t>mitalaho</a:t>
            </a:r>
            <a:r>
              <a:rPr lang="en-US" sz="5800" dirty="0" smtClean="0">
                <a:latin typeface="Cambria" pitchFamily="18" charset="0"/>
              </a:rPr>
              <a:t>". </a:t>
            </a:r>
          </a:p>
          <a:p>
            <a:pPr marL="996696" indent="-914400">
              <a:buNone/>
            </a:pPr>
            <a:r>
              <a:rPr lang="en-US" sz="5800" dirty="0" smtClean="0">
                <a:latin typeface="Cambria" pitchFamily="18" charset="0"/>
              </a:rPr>
              <a:t>"</a:t>
            </a:r>
            <a:r>
              <a:rPr lang="en-US" sz="5800" dirty="0" err="1" smtClean="0">
                <a:latin typeface="Cambria" pitchFamily="18" charset="0"/>
              </a:rPr>
              <a:t>Eny</a:t>
            </a:r>
            <a:r>
              <a:rPr lang="en-US" sz="5800" dirty="0" smtClean="0">
                <a:latin typeface="Cambria" pitchFamily="18" charset="0"/>
              </a:rPr>
              <a:t>, </a:t>
            </a:r>
            <a:r>
              <a:rPr lang="en-US" sz="5800" dirty="0" err="1" smtClean="0">
                <a:latin typeface="Cambria" pitchFamily="18" charset="0"/>
              </a:rPr>
              <a:t>avia</a:t>
            </a:r>
            <a:r>
              <a:rPr lang="en-US" sz="5800" dirty="0" smtClean="0">
                <a:latin typeface="Cambria" pitchFamily="18" charset="0"/>
              </a:rPr>
              <a:t>, </a:t>
            </a:r>
            <a:r>
              <a:rPr lang="en-US" sz="5800" dirty="0" err="1" smtClean="0">
                <a:latin typeface="Cambria" pitchFamily="18" charset="0"/>
              </a:rPr>
              <a:t>faingàna</a:t>
            </a:r>
            <a:r>
              <a:rPr lang="en-US" sz="5800" dirty="0" smtClean="0">
                <a:latin typeface="Cambria" pitchFamily="18" charset="0"/>
              </a:rPr>
              <a:t>, </a:t>
            </a:r>
            <a:r>
              <a:rPr lang="en-US" sz="5800" dirty="0" err="1" smtClean="0">
                <a:latin typeface="Cambria" pitchFamily="18" charset="0"/>
              </a:rPr>
              <a:t>ry</a:t>
            </a:r>
            <a:r>
              <a:rPr lang="en-US" sz="5800" dirty="0" smtClean="0">
                <a:latin typeface="Cambria" pitchFamily="18" charset="0"/>
              </a:rPr>
              <a:t> </a:t>
            </a:r>
            <a:r>
              <a:rPr lang="en-US" sz="5800" dirty="0" err="1" smtClean="0">
                <a:latin typeface="Cambria" pitchFamily="18" charset="0"/>
              </a:rPr>
              <a:t>Tompo</a:t>
            </a:r>
            <a:r>
              <a:rPr lang="en-US" sz="5800" dirty="0" smtClean="0">
                <a:latin typeface="Cambria" pitchFamily="18" charset="0"/>
              </a:rPr>
              <a:t> ô!" </a:t>
            </a:r>
          </a:p>
          <a:p>
            <a:pPr marL="996696" indent="-914400">
              <a:buNone/>
            </a:pPr>
            <a:r>
              <a:rPr lang="en-US" sz="5800" dirty="0" smtClean="0">
                <a:latin typeface="Cambria" pitchFamily="18" charset="0"/>
              </a:rPr>
              <a:t>'.: </a:t>
            </a:r>
            <a:r>
              <a:rPr lang="en-US" sz="5800" dirty="0" err="1" smtClean="0">
                <a:latin typeface="Cambria" pitchFamily="18" charset="0"/>
              </a:rPr>
              <a:t>Aza</a:t>
            </a:r>
            <a:r>
              <a:rPr lang="en-US" sz="5800" dirty="0" smtClean="0">
                <a:latin typeface="Cambria" pitchFamily="18" charset="0"/>
              </a:rPr>
              <a:t> </a:t>
            </a:r>
            <a:r>
              <a:rPr lang="en-US" sz="5800" dirty="0" err="1" smtClean="0">
                <a:latin typeface="Cambria" pitchFamily="18" charset="0"/>
              </a:rPr>
              <a:t>ela</a:t>
            </a:r>
            <a:r>
              <a:rPr lang="en-US" sz="5800" dirty="0" smtClean="0">
                <a:latin typeface="Cambria" pitchFamily="18" charset="0"/>
              </a:rPr>
              <a:t>, re! </a:t>
            </a:r>
            <a:r>
              <a:rPr lang="en-US" sz="5800" dirty="0" smtClean="0">
                <a:latin typeface="Cambria" pitchFamily="18" charset="0"/>
              </a:rPr>
              <a:t>:,:</a:t>
            </a:r>
            <a:r>
              <a:rPr lang="en-US" sz="5800" dirty="0" smtClean="0">
                <a:latin typeface="Cambria" pitchFamily="18" charset="0"/>
              </a:rPr>
              <a:t> 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Thème Office">
  <a:themeElements>
    <a:clrScheme name="Bureau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Bureau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Bureau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96</TotalTime>
  <Words>184</Words>
  <PresentationFormat>Affichage à l'écran (4:3)</PresentationFormat>
  <Paragraphs>30</Paragraphs>
  <Slides>6</Slides>
  <Notes>0</Notes>
  <HiddenSlides>0</HiddenSlides>
  <MMClips>0</MMClips>
  <ScaleCrop>false</ScaleCrop>
  <HeadingPairs>
    <vt:vector size="4" baseType="variant">
      <vt:variant>
        <vt:lpstr>Thème</vt:lpstr>
      </vt:variant>
      <vt:variant>
        <vt:i4>1</vt:i4>
      </vt:variant>
      <vt:variant>
        <vt:lpstr>Titres des diapositives</vt:lpstr>
      </vt:variant>
      <vt:variant>
        <vt:i4>6</vt:i4>
      </vt:variant>
    </vt:vector>
  </HeadingPairs>
  <TitlesOfParts>
    <vt:vector size="7" baseType="lpstr">
      <vt:lpstr>Thème Office</vt:lpstr>
      <vt:lpstr>Hira 46</vt:lpstr>
      <vt:lpstr>Hira 46</vt:lpstr>
      <vt:lpstr>Hira 46</vt:lpstr>
      <vt:lpstr>Hira 46</vt:lpstr>
      <vt:lpstr>Hira 46</vt:lpstr>
      <vt:lpstr>Hira 46</vt:lpstr>
    </vt:vector>
  </TitlesOfParts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Hira 44</dc:title>
  <dc:creator>M</dc:creator>
  <cp:lastModifiedBy>M</cp:lastModifiedBy>
  <cp:revision>14</cp:revision>
  <dcterms:created xsi:type="dcterms:W3CDTF">2012-10-02T21:52:07Z</dcterms:created>
  <dcterms:modified xsi:type="dcterms:W3CDTF">2013-07-02T10:02:26Z</dcterms:modified>
</cp:coreProperties>
</file>