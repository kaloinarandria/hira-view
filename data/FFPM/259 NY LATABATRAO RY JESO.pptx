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3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259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1. </a:t>
            </a: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latabatrao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ry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Jeso</a:t>
            </a:r>
            <a:r>
              <a:rPr lang="en-US" sz="6000" b="1" dirty="0" smtClean="0">
                <a:latin typeface="Cambria" pitchFamily="18" charset="0"/>
              </a:rPr>
              <a:t>!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Dia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atrehinay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izao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fanahinay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vokiso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Amin'ny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fitianao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259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smtClean="0">
                <a:latin typeface="Cambria" pitchFamily="18" charset="0"/>
              </a:rPr>
              <a:t>2. </a:t>
            </a:r>
            <a:r>
              <a:rPr lang="fr-FR" sz="6000" b="1" dirty="0" err="1" smtClean="0">
                <a:latin typeface="Cambria" pitchFamily="18" charset="0"/>
              </a:rPr>
              <a:t>Tsy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nitady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zo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sy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laza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Hianao</a:t>
            </a:r>
            <a:r>
              <a:rPr lang="fr-FR" sz="6000" b="1" dirty="0" smtClean="0">
                <a:latin typeface="Cambria" pitchFamily="18" charset="0"/>
              </a:rPr>
              <a:t>, </a:t>
            </a:r>
            <a:r>
              <a:rPr lang="fr-FR" sz="6000" b="1" dirty="0" err="1" smtClean="0">
                <a:latin typeface="Cambria" pitchFamily="18" charset="0"/>
              </a:rPr>
              <a:t>ry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Tomponay</a:t>
            </a:r>
            <a:r>
              <a:rPr lang="fr-FR" sz="6000" b="1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Foinao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ainao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aza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Nanavotanao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anay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259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latin typeface="Cambria" pitchFamily="18" charset="0"/>
              </a:rPr>
              <a:t>3. </a:t>
            </a:r>
            <a:r>
              <a:rPr lang="fr-FR" sz="6600" b="1" dirty="0" err="1" smtClean="0">
                <a:latin typeface="Cambria" pitchFamily="18" charset="0"/>
              </a:rPr>
              <a:t>Jeso</a:t>
            </a:r>
            <a:r>
              <a:rPr lang="fr-FR" sz="6600" b="1" dirty="0" smtClean="0">
                <a:latin typeface="Cambria" pitchFamily="18" charset="0"/>
              </a:rPr>
              <a:t> ô! </a:t>
            </a:r>
            <a:r>
              <a:rPr lang="fr-FR" sz="6600" b="1" dirty="0" err="1" smtClean="0">
                <a:latin typeface="Cambria" pitchFamily="18" charset="0"/>
              </a:rPr>
              <a:t>ny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ranao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soa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latin typeface="Cambria" pitchFamily="18" charset="0"/>
              </a:rPr>
              <a:t>No </a:t>
            </a:r>
            <a:r>
              <a:rPr lang="fr-FR" sz="6600" b="1" dirty="0" err="1" smtClean="0">
                <a:latin typeface="Cambria" pitchFamily="18" charset="0"/>
              </a:rPr>
              <a:t>nataonao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avotray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latin typeface="Cambria" pitchFamily="18" charset="0"/>
              </a:rPr>
              <a:t>Mba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hanafaka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avokoa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latin typeface="Cambria" pitchFamily="18" charset="0"/>
              </a:rPr>
              <a:t>Izay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tsy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mahadio</a:t>
            </a:r>
            <a:r>
              <a:rPr lang="fr-FR" sz="6600" b="1" dirty="0" smtClean="0">
                <a:latin typeface="Cambria" pitchFamily="18" charset="0"/>
              </a:rPr>
              <a:t> </a:t>
            </a:r>
            <a:r>
              <a:rPr lang="fr-FR" sz="6600" b="1" dirty="0" err="1" smtClean="0">
                <a:latin typeface="Cambria" pitchFamily="18" charset="0"/>
              </a:rPr>
              <a:t>anay</a:t>
            </a:r>
            <a:endParaRPr lang="fr-FR" sz="6600" b="1" dirty="0" smtClean="0"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259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smtClean="0">
                <a:latin typeface="Cambria" pitchFamily="18" charset="0"/>
              </a:rPr>
              <a:t>4. </a:t>
            </a:r>
            <a:r>
              <a:rPr lang="fr-FR" sz="6000" b="1" dirty="0" err="1" smtClean="0">
                <a:latin typeface="Cambria" pitchFamily="18" charset="0"/>
              </a:rPr>
              <a:t>Manomeza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mofon'aina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Tompo</a:t>
            </a:r>
            <a:r>
              <a:rPr lang="fr-FR" sz="6000" b="1" dirty="0" smtClean="0">
                <a:latin typeface="Cambria" pitchFamily="18" charset="0"/>
              </a:rPr>
              <a:t> ô! ho </a:t>
            </a:r>
            <a:r>
              <a:rPr lang="fr-FR" sz="6000" b="1" dirty="0" err="1" smtClean="0">
                <a:latin typeface="Cambria" pitchFamily="18" charset="0"/>
              </a:rPr>
              <a:t>tanjakay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Mihainoa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mitaraina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Mamalia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hatakay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259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smtClean="0">
                <a:latin typeface="Cambria" pitchFamily="18" charset="0"/>
              </a:rPr>
              <a:t>5.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fanahinay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ry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Tompo</a:t>
            </a:r>
            <a:r>
              <a:rPr lang="fr-FR" sz="6000" b="1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Raiso</a:t>
            </a:r>
            <a:r>
              <a:rPr lang="fr-FR" sz="6000" b="1" dirty="0" smtClean="0">
                <a:latin typeface="Cambria" pitchFamily="18" charset="0"/>
              </a:rPr>
              <a:t>, fa </a:t>
            </a:r>
            <a:r>
              <a:rPr lang="fr-FR" sz="6000" b="1" dirty="0" err="1" smtClean="0">
                <a:latin typeface="Cambria" pitchFamily="18" charset="0"/>
              </a:rPr>
              <a:t>atolotray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Faly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izahay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hanompo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latin typeface="Cambria" pitchFamily="18" charset="0"/>
              </a:rPr>
              <a:t>Sy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hanao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ny</a:t>
            </a:r>
            <a:r>
              <a:rPr lang="fr-FR" sz="6000" b="1" dirty="0" smtClean="0">
                <a:latin typeface="Cambria" pitchFamily="18" charset="0"/>
              </a:rPr>
              <a:t> </a:t>
            </a:r>
            <a:r>
              <a:rPr lang="fr-FR" sz="6000" b="1" dirty="0" err="1" smtClean="0">
                <a:latin typeface="Cambria" pitchFamily="18" charset="0"/>
              </a:rPr>
              <a:t>sitrakao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95</Words>
  <PresentationFormat>Affichage à l'écran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259</vt:lpstr>
      <vt:lpstr>HIRA 259</vt:lpstr>
      <vt:lpstr>HIRA 259</vt:lpstr>
      <vt:lpstr>HIRA 259</vt:lpstr>
      <vt:lpstr>HIRA 259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259</dc:title>
  <dc:creator>M</dc:creator>
  <cp:lastModifiedBy>M</cp:lastModifiedBy>
  <cp:revision>5</cp:revision>
  <dcterms:created xsi:type="dcterms:W3CDTF">2012-12-02T00:56:23Z</dcterms:created>
  <dcterms:modified xsi:type="dcterms:W3CDTF">2015-06-23T09:54:43Z</dcterms:modified>
</cp:coreProperties>
</file>