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7" r:id="rId5"/>
    <p:sldId id="258" r:id="rId6"/>
    <p:sldId id="268" r:id="rId7"/>
    <p:sldId id="259" r:id="rId8"/>
    <p:sldId id="269" r:id="rId9"/>
    <p:sldId id="260" r:id="rId10"/>
    <p:sldId id="270" r:id="rId11"/>
    <p:sldId id="261" r:id="rId12"/>
    <p:sldId id="271" r:id="rId13"/>
    <p:sldId id="262" r:id="rId14"/>
    <p:sldId id="272" r:id="rId15"/>
    <p:sldId id="263" r:id="rId16"/>
    <p:sldId id="273" r:id="rId17"/>
    <p:sldId id="264" r:id="rId18"/>
    <p:sldId id="274" r:id="rId19"/>
    <p:sldId id="265" r:id="rId20"/>
    <p:sldId id="275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mandrombaka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maharitra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lovasoa</a:t>
            </a:r>
            <a:r>
              <a:rPr lang="en-US" sz="6600" dirty="0" smtClean="0">
                <a:latin typeface="Cambria" pitchFamily="18" charset="0"/>
              </a:rPr>
              <a:t>.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vavahady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Kely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mideza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mankao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kivy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havako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malaina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ho 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Maro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mitady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hisakana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tohero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sakaiza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reseo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fahavalonao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Fetsy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ireo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mahaiza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mami</a:t>
            </a:r>
            <a:r>
              <a:rPr lang="en-US" sz="6600" dirty="0" err="1" smtClean="0">
                <a:latin typeface="Cambria" pitchFamily="18" charset="0"/>
              </a:rPr>
              <a:t>n</a:t>
            </a:r>
            <a:r>
              <a:rPr lang="en-US" sz="6600" dirty="0" smtClean="0">
                <a:latin typeface="Cambria" pitchFamily="18" charset="0"/>
              </a:rPr>
              <a:t>‘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tontolo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avelao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mamandrika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935837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hifalianao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hifalianao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Satroboninahitra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azonao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katsahinao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hevero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fifalianao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dapa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hahita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hifaly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amin'Andriamanitrao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miomàna</a:t>
            </a:r>
            <a:r>
              <a:rPr lang="en-US" sz="6600" dirty="0" smtClean="0">
                <a:latin typeface="Cambria" pitchFamily="18" charset="0"/>
              </a:rPr>
              <a:t> re, 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sakaiza</a:t>
            </a:r>
            <a:r>
              <a:rPr lang="en-US" sz="6600" dirty="0" smtClean="0">
                <a:latin typeface="Cambria" pitchFamily="18" charset="0"/>
              </a:rPr>
              <a:t> ô!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pitsarana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He,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hitanao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Marina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izany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azonao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fatra-pankafy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afo</a:t>
            </a:r>
            <a:r>
              <a:rPr lang="en-US" sz="6600" dirty="0" smtClean="0">
                <a:latin typeface="Cambria" pitchFamily="18" charset="0"/>
              </a:rPr>
              <a:t> no ho </a:t>
            </a:r>
            <a:r>
              <a:rPr lang="en-US" sz="6600" dirty="0" err="1" smtClean="0">
                <a:latin typeface="Cambria" pitchFamily="18" charset="0"/>
              </a:rPr>
              <a:t>anjaranao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miverena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Mpanavotrao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mihitsy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miangavy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mangataka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modia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mpirenireny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ta-handray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sitrany</a:t>
            </a:r>
            <a:r>
              <a:rPr lang="en-US" sz="6600" dirty="0" smtClean="0">
                <a:latin typeface="Cambria" pitchFamily="18" charset="0"/>
              </a:rPr>
              <a:t> ho very.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900118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atolorinao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914406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Hosoloan'i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hevero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sakaiza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300</Words>
  <PresentationFormat>Affichage à l'écran (4:3)</PresentationFormat>
  <Paragraphs>63</Paragraphs>
  <Slides>20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Thème Office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  <vt:lpstr>HIRA 377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377</dc:title>
  <dc:creator>M</dc:creator>
  <cp:lastModifiedBy>M</cp:lastModifiedBy>
  <cp:revision>3</cp:revision>
  <dcterms:created xsi:type="dcterms:W3CDTF">2012-12-08T20:27:02Z</dcterms:created>
  <dcterms:modified xsi:type="dcterms:W3CDTF">2013-05-21T17:24:18Z</dcterms:modified>
</cp:coreProperties>
</file>