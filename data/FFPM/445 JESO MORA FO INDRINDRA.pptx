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427" autoAdjust="0"/>
    <p:restoredTop sz="94660"/>
  </p:normalViewPr>
  <p:slideViewPr>
    <p:cSldViewPr>
      <p:cViewPr varScale="1">
        <p:scale>
          <a:sx n="59" d="100"/>
          <a:sy n="59" d="100"/>
        </p:scale>
        <p:origin x="-39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445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1. Jeso mora fo indrindra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Tsara sady mahasoa,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Tsy miova tsy mifindra,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Tompo be fitia tokoa.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445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Mba iriko ho toa Azy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Tsy mba mety soso-po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Ka hionona ny foko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Raha avy ny manjo.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445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2. Jeso tia, nanetry tena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Sy nandefitra tokoa,</a:t>
            </a:r>
          </a:p>
          <a:p>
            <a:pPr marL="1143000" indent="-1143000">
              <a:buNone/>
            </a:pPr>
            <a:r>
              <a:rPr lang="pt-BR" sz="6600" smtClean="0">
                <a:latin typeface="Cambria" pitchFamily="18" charset="0"/>
              </a:rPr>
              <a:t>Nefa </a:t>
            </a:r>
            <a:r>
              <a:rPr lang="pt-BR" sz="6600" smtClean="0">
                <a:latin typeface="Cambria" pitchFamily="18" charset="0"/>
              </a:rPr>
              <a:t>Tompo </a:t>
            </a:r>
            <a:r>
              <a:rPr lang="pt-BR" sz="6600" dirty="0" smtClean="0">
                <a:latin typeface="Cambria" pitchFamily="18" charset="0"/>
              </a:rPr>
              <a:t>be harena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Sy Mpanjaka foto-tsoa.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445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Mba iriko ho toa Azy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'Zay ninia ho ory koa;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Ka ny sainy no fidiko,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Fa fiainana tokoa.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445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3. He manolo-tena aho,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Ho Anao, ry Tompo soa!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Ka ny heloko rehetra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Mba sasaonao avokoa.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445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 lnSpcReduction="10000"/>
          </a:bodyPr>
          <a:lstStyle/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Enga ka omenao ahy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Fo madio sy vaovao,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Mba hahaizako manefa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'Zay rehetra sitrakao!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127</Words>
  <PresentationFormat>Affichage à l'écran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445</vt:lpstr>
      <vt:lpstr>Hira 445</vt:lpstr>
      <vt:lpstr>Hira 445</vt:lpstr>
      <vt:lpstr>Hira 445</vt:lpstr>
      <vt:lpstr>Hira 445</vt:lpstr>
      <vt:lpstr>Hira 445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444: 1, 2</dc:title>
  <dc:creator>M</dc:creator>
  <cp:lastModifiedBy>M</cp:lastModifiedBy>
  <cp:revision>6</cp:revision>
  <dcterms:created xsi:type="dcterms:W3CDTF">2012-10-02T21:16:57Z</dcterms:created>
  <dcterms:modified xsi:type="dcterms:W3CDTF">2013-04-21T09:02:39Z</dcterms:modified>
</cp:coreProperties>
</file>