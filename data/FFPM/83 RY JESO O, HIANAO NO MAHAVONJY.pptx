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876" y="642918"/>
            <a:ext cx="985841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ô!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mahavonjy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rehetra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hiankina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Tonga </a:t>
            </a:r>
            <a:r>
              <a:rPr lang="en-US" sz="5400" dirty="0" err="1" smtClean="0">
                <a:latin typeface="Cambria" pitchFamily="18" charset="0"/>
              </a:rPr>
              <a:t>taty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hitady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hamonjy</a:t>
            </a:r>
            <a:endParaRPr lang="en-US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mpanota</a:t>
            </a:r>
            <a:r>
              <a:rPr lang="en-US" sz="6000" dirty="0" smtClean="0">
                <a:latin typeface="Cambria" pitchFamily="18" charset="0"/>
              </a:rPr>
              <a:t> very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285860"/>
            <a:ext cx="8858280" cy="55721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He!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mpanota</a:t>
            </a:r>
            <a:r>
              <a:rPr lang="en-US" sz="6000" dirty="0" smtClean="0">
                <a:latin typeface="Cambria" pitchFamily="18" charset="0"/>
              </a:rPr>
              <a:t> very </a:t>
            </a:r>
            <a:r>
              <a:rPr lang="en-US" sz="6000" dirty="0" err="1" smtClean="0">
                <a:latin typeface="Cambria" pitchFamily="18" charset="0"/>
              </a:rPr>
              <a:t>aty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O! </a:t>
            </a:r>
            <a:r>
              <a:rPr lang="en-US" sz="6000" dirty="0" err="1" smtClean="0">
                <a:latin typeface="Cambria" pitchFamily="18" charset="0"/>
              </a:rPr>
              <a:t>mankanesa</a:t>
            </a:r>
            <a:r>
              <a:rPr lang="en-US" sz="6000" dirty="0" smtClean="0">
                <a:latin typeface="Cambria" pitchFamily="18" charset="0"/>
              </a:rPr>
              <a:t> ho any </a:t>
            </a:r>
            <a:r>
              <a:rPr lang="en-US" sz="6000" dirty="0" err="1" smtClean="0">
                <a:latin typeface="Cambria" pitchFamily="18" charset="0"/>
              </a:rPr>
              <a:t>aminy</a:t>
            </a:r>
            <a:r>
              <a:rPr lang="en-US" sz="60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Na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Zana-janahary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aza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Na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nitandro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hery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aman</a:t>
            </a:r>
            <a:r>
              <a:rPr lang="en-US" sz="6000" dirty="0" smtClean="0">
                <a:latin typeface="Cambria" pitchFamily="18" charset="0"/>
              </a:rPr>
              <a:t>-data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tonga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285860"/>
            <a:ext cx="8858280" cy="55721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He!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mpanota</a:t>
            </a:r>
            <a:r>
              <a:rPr lang="en-US" sz="6000" dirty="0" smtClean="0">
                <a:latin typeface="Cambria" pitchFamily="18" charset="0"/>
              </a:rPr>
              <a:t> very </a:t>
            </a:r>
            <a:r>
              <a:rPr lang="en-US" sz="6000" dirty="0" err="1" smtClean="0">
                <a:latin typeface="Cambria" pitchFamily="18" charset="0"/>
              </a:rPr>
              <a:t>aty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O! </a:t>
            </a:r>
            <a:r>
              <a:rPr lang="en-US" sz="6000" dirty="0" err="1" smtClean="0">
                <a:latin typeface="Cambria" pitchFamily="18" charset="0"/>
              </a:rPr>
              <a:t>mankanesa</a:t>
            </a:r>
            <a:r>
              <a:rPr lang="en-US" sz="6000" dirty="0" smtClean="0">
                <a:latin typeface="Cambria" pitchFamily="18" charset="0"/>
              </a:rPr>
              <a:t> ho any </a:t>
            </a:r>
            <a:r>
              <a:rPr lang="en-US" sz="6000" dirty="0" err="1" smtClean="0">
                <a:latin typeface="Cambria" pitchFamily="18" charset="0"/>
              </a:rPr>
              <a:t>aminy</a:t>
            </a:r>
            <a:r>
              <a:rPr lang="en-US" sz="60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Tamin'ny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nanaovan-tsoa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nahalala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sasatra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nanana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'</a:t>
            </a:r>
            <a:r>
              <a:rPr lang="en-US" sz="6000" dirty="0" err="1" smtClean="0">
                <a:latin typeface="Cambria" pitchFamily="18" charset="0"/>
              </a:rPr>
              <a:t>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nametrahanao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lohanao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285860"/>
            <a:ext cx="8858280" cy="55721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He!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mpanota</a:t>
            </a:r>
            <a:r>
              <a:rPr lang="en-US" sz="6000" dirty="0" smtClean="0">
                <a:latin typeface="Cambria" pitchFamily="18" charset="0"/>
              </a:rPr>
              <a:t> very </a:t>
            </a:r>
            <a:r>
              <a:rPr lang="en-US" sz="6000" dirty="0" err="1" smtClean="0">
                <a:latin typeface="Cambria" pitchFamily="18" charset="0"/>
              </a:rPr>
              <a:t>aty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O! </a:t>
            </a:r>
            <a:r>
              <a:rPr lang="en-US" sz="6000" dirty="0" err="1" smtClean="0">
                <a:latin typeface="Cambria" pitchFamily="18" charset="0"/>
              </a:rPr>
              <a:t>mankanesa</a:t>
            </a:r>
            <a:r>
              <a:rPr lang="en-US" sz="6000" dirty="0" smtClean="0">
                <a:latin typeface="Cambria" pitchFamily="18" charset="0"/>
              </a:rPr>
              <a:t> ho any </a:t>
            </a:r>
            <a:r>
              <a:rPr lang="en-US" sz="6000" dirty="0" err="1" smtClean="0">
                <a:latin typeface="Cambria" pitchFamily="18" charset="0"/>
              </a:rPr>
              <a:t>aminy</a:t>
            </a:r>
            <a:r>
              <a:rPr lang="en-US" sz="60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nolatsaina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nalam-baraka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novonoin'olon-dozabe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Mpanjaka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fanavotana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olo-marobe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285860"/>
            <a:ext cx="8858280" cy="55721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He!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mpanota</a:t>
            </a:r>
            <a:r>
              <a:rPr lang="en-US" sz="6000" dirty="0" smtClean="0">
                <a:latin typeface="Cambria" pitchFamily="18" charset="0"/>
              </a:rPr>
              <a:t> very </a:t>
            </a:r>
            <a:r>
              <a:rPr lang="en-US" sz="6000" dirty="0" err="1" smtClean="0">
                <a:latin typeface="Cambria" pitchFamily="18" charset="0"/>
              </a:rPr>
              <a:t>aty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O! </a:t>
            </a:r>
            <a:r>
              <a:rPr lang="en-US" sz="6000" dirty="0" err="1" smtClean="0">
                <a:latin typeface="Cambria" pitchFamily="18" charset="0"/>
              </a:rPr>
              <a:t>mankanesa</a:t>
            </a:r>
            <a:r>
              <a:rPr lang="en-US" sz="6000" dirty="0" smtClean="0">
                <a:latin typeface="Cambria" pitchFamily="18" charset="0"/>
              </a:rPr>
              <a:t> ho any </a:t>
            </a:r>
            <a:r>
              <a:rPr lang="en-US" sz="6000" dirty="0" err="1" smtClean="0">
                <a:latin typeface="Cambria" pitchFamily="18" charset="0"/>
              </a:rPr>
              <a:t>aminy</a:t>
            </a:r>
            <a:r>
              <a:rPr lang="en-US" sz="60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214346" y="785794"/>
            <a:ext cx="10715668" cy="65722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5.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fasanao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nambenan'ny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mahery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ela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Tomponay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indray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hamonjy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olom-bery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Velon-kanao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fifonan-ko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smtClean="0">
                <a:solidFill>
                  <a:srgbClr val="0070C0"/>
                </a:solidFill>
                <a:latin typeface="Cambria" pitchFamily="18" charset="0"/>
              </a:rPr>
              <a:t>HIRA 83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285860"/>
            <a:ext cx="8858280" cy="55721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He!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mpanota</a:t>
            </a:r>
            <a:r>
              <a:rPr lang="en-US" sz="6000" dirty="0" smtClean="0">
                <a:latin typeface="Cambria" pitchFamily="18" charset="0"/>
              </a:rPr>
              <a:t> very </a:t>
            </a:r>
            <a:r>
              <a:rPr lang="en-US" sz="6000" dirty="0" err="1" smtClean="0">
                <a:latin typeface="Cambria" pitchFamily="18" charset="0"/>
              </a:rPr>
              <a:t>aty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O! </a:t>
            </a:r>
            <a:r>
              <a:rPr lang="en-US" sz="6000" dirty="0" err="1" smtClean="0">
                <a:latin typeface="Cambria" pitchFamily="18" charset="0"/>
              </a:rPr>
              <a:t>mankanesa</a:t>
            </a:r>
            <a:r>
              <a:rPr lang="en-US" sz="6000" dirty="0" smtClean="0">
                <a:latin typeface="Cambria" pitchFamily="18" charset="0"/>
              </a:rPr>
              <a:t> ho any </a:t>
            </a:r>
            <a:r>
              <a:rPr lang="en-US" sz="6000" dirty="0" err="1" smtClean="0">
                <a:latin typeface="Cambria" pitchFamily="18" charset="0"/>
              </a:rPr>
              <a:t>aminy</a:t>
            </a:r>
            <a:r>
              <a:rPr lang="en-US" sz="60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204</Words>
  <PresentationFormat>Affichage à l'écran (4:3)</PresentationFormat>
  <Paragraphs>40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83</vt:lpstr>
      <vt:lpstr>HIRA 83</vt:lpstr>
      <vt:lpstr>HIRA 83</vt:lpstr>
      <vt:lpstr>HIRA 83</vt:lpstr>
      <vt:lpstr>HIRA 83</vt:lpstr>
      <vt:lpstr>HIRA 83</vt:lpstr>
      <vt:lpstr>HIRA 83</vt:lpstr>
      <vt:lpstr>HIRA 83</vt:lpstr>
      <vt:lpstr>HIRA 83</vt:lpstr>
      <vt:lpstr>HIRA 83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12</cp:revision>
  <dcterms:created xsi:type="dcterms:W3CDTF">2012-12-08T21:27:25Z</dcterms:created>
  <dcterms:modified xsi:type="dcterms:W3CDTF">2013-07-02T16:31:45Z</dcterms:modified>
</cp:coreProperties>
</file>