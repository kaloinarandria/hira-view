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31" d="100"/>
          <a:sy n="31" d="100"/>
        </p:scale>
        <p:origin x="-7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53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9144000" cy="5500702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Miposaka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vonjy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Endrey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hafaliana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Andriam-piadanana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53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9144000" cy="5500702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Avo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nidina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taty</a:t>
            </a:r>
            <a:r>
              <a:rPr lang="en-US" sz="6600" dirty="0" smtClean="0">
                <a:latin typeface="Cambria" pitchFamily="18" charset="0"/>
              </a:rPr>
              <a:t>	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Hahatonga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antsika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lavo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zanaka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53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9144000" cy="5500702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Manangana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olom-bery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Handova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dera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laza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hery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an'Andriamanitra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40</Words>
  <PresentationFormat>Affichage à l'écran (4:3)</PresentationFormat>
  <Paragraphs>15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Hira 53</vt:lpstr>
      <vt:lpstr>Hira 53</vt:lpstr>
      <vt:lpstr>Hira 53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</dc:title>
  <dc:creator>M</dc:creator>
  <cp:lastModifiedBy>M</cp:lastModifiedBy>
  <cp:revision>10</cp:revision>
  <dcterms:created xsi:type="dcterms:W3CDTF">2012-10-02T21:52:07Z</dcterms:created>
  <dcterms:modified xsi:type="dcterms:W3CDTF">2013-07-02T10:36:46Z</dcterms:modified>
</cp:coreProperties>
</file>