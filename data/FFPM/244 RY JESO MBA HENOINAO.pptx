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584" autoAdjust="0"/>
    <p:restoredTop sz="94660"/>
  </p:normalViewPr>
  <p:slideViewPr>
    <p:cSldViewPr>
      <p:cViewPr varScale="1">
        <p:scale>
          <a:sx n="43" d="100"/>
          <a:sy n="43" d="100"/>
        </p:scale>
        <p:origin x="-102" y="-4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00034" y="928670"/>
            <a:ext cx="8643966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henoinao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feonay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mpanomponao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mivavaka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minao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en-US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Mitady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fitahiana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244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00034" y="928670"/>
            <a:ext cx="8643966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Vokiso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fanahinay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haninay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Hahaizanay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mamahana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reraka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an-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dalana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en-US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244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57158" y="928670"/>
            <a:ext cx="878684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Ampaherezonao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tànanay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mpanomponao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Hanohana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olonao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Miraviravy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tànana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244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Omeo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mazoto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re! </a:t>
            </a: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Tolory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fahendrena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be; </a:t>
            </a: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Tarihonao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hevitray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Tendreo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molotray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244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85720" y="7858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5. He!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Tsinontsinona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Malemy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mahay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en-US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ampaherezonao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Hanaovanay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sitrakao</a:t>
            </a:r>
            <a:endParaRPr lang="en-US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94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244</vt:lpstr>
      <vt:lpstr>Hira 244</vt:lpstr>
      <vt:lpstr>Hira 244</vt:lpstr>
      <vt:lpstr>Hira 244</vt:lpstr>
      <vt:lpstr>Hira 244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</dc:creator>
  <cp:lastModifiedBy>M</cp:lastModifiedBy>
  <cp:revision>4</cp:revision>
  <dcterms:created xsi:type="dcterms:W3CDTF">2012-11-04T17:53:43Z</dcterms:created>
  <dcterms:modified xsi:type="dcterms:W3CDTF">2014-05-12T10:10:38Z</dcterms:modified>
</cp:coreProperties>
</file>