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510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hamarinanao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lamba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hitafianay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Amin'ny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farany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hifalianay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510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714356"/>
            <a:ext cx="864396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hitsangana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Handray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lova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Dia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resy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lahatra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Kristy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Mpanavotra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510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714356"/>
            <a:ext cx="8572528" cy="614364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Io </a:t>
            </a:r>
            <a:r>
              <a:rPr lang="fr-FR" sz="7200" dirty="0" err="1" smtClean="0">
                <a:latin typeface="Cambria" pitchFamily="18" charset="0"/>
              </a:rPr>
              <a:t>lamba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io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mbola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Na </a:t>
            </a:r>
            <a:r>
              <a:rPr lang="fr-FR" sz="7200" dirty="0" err="1" smtClean="0">
                <a:latin typeface="Cambria" pitchFamily="18" charset="0"/>
              </a:rPr>
              <a:t>levona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Haharitra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rovitra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Havaozin</a:t>
            </a:r>
            <a:r>
              <a:rPr lang="fr-FR" sz="7200" dirty="0" smtClean="0">
                <a:latin typeface="Cambria" pitchFamily="18" charset="0"/>
              </a:rPr>
              <a:t>' </a:t>
            </a:r>
            <a:r>
              <a:rPr lang="fr-FR" sz="7200" dirty="0" err="1" smtClean="0">
                <a:latin typeface="Cambria" pitchFamily="18" charset="0"/>
              </a:rPr>
              <a:t>Andriamanitra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510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928670"/>
            <a:ext cx="914406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antranao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Toroy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tontolo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Ampandrosoy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Ampanakeo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rafinao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510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571480"/>
            <a:ext cx="8572528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5.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hahare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feo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Hiantso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velona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hamarinanao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lamba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hitafianay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110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510</vt:lpstr>
      <vt:lpstr>HIRA 510</vt:lpstr>
      <vt:lpstr>HIRA 510</vt:lpstr>
      <vt:lpstr>HIRA 510</vt:lpstr>
      <vt:lpstr>HIRA 510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6</cp:revision>
  <dcterms:created xsi:type="dcterms:W3CDTF">2012-12-02T11:05:16Z</dcterms:created>
  <dcterms:modified xsi:type="dcterms:W3CDTF">2013-10-16T17:41:29Z</dcterms:modified>
</cp:coreProperties>
</file>