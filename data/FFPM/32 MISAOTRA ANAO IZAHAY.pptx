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naharay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taminao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lalandava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Hisaoranay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bavanay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2. 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reharehanay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manam-paharoa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fandresena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fiononam-po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taminao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manavao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-mino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velona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32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reharehan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99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32</vt:lpstr>
      <vt:lpstr>HIRA 32</vt:lpstr>
      <vt:lpstr>HIRA 32</vt:lpstr>
      <vt:lpstr>HIRA 32</vt:lpstr>
      <vt:lpstr>HIRA 32</vt:lpstr>
      <vt:lpstr>HIRA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17</cp:revision>
  <dcterms:created xsi:type="dcterms:W3CDTF">2012-10-02T21:34:15Z</dcterms:created>
  <dcterms:modified xsi:type="dcterms:W3CDTF">2014-06-01T19:18:25Z</dcterms:modified>
</cp:coreProperties>
</file>