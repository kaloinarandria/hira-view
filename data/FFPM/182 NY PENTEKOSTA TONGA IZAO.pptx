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46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182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857232"/>
            <a:ext cx="9715536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1.Ny </a:t>
            </a:r>
            <a:r>
              <a:rPr lang="en-US" sz="6600" dirty="0" err="1" smtClean="0">
                <a:latin typeface="Cambria" pitchFamily="18" charset="0"/>
              </a:rPr>
              <a:t>Pentekosta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tonga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Fanahy</a:t>
            </a:r>
            <a:r>
              <a:rPr lang="en-US" sz="6600" dirty="0" smtClean="0">
                <a:latin typeface="Cambria" pitchFamily="18" charset="0"/>
              </a:rPr>
              <a:t> o,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jironao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Velomy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anatiko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Hahafantarako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to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182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1071570"/>
            <a:ext cx="9715536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2.Ampisehoy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Fanahy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smtClean="0">
                <a:latin typeface="Cambria" pitchFamily="18" charset="0"/>
              </a:rPr>
              <a:t>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Jeso</a:t>
            </a:r>
            <a:r>
              <a:rPr lang="en-US" sz="7200" dirty="0" smtClean="0">
                <a:latin typeface="Cambria" pitchFamily="18" charset="0"/>
              </a:rPr>
              <a:t> no </a:t>
            </a:r>
            <a:r>
              <a:rPr lang="en-US" sz="7200" dirty="0" err="1" smtClean="0">
                <a:latin typeface="Cambria" pitchFamily="18" charset="0"/>
              </a:rPr>
              <a:t>fiainako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Izy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dia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lalana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Ho </a:t>
            </a:r>
            <a:r>
              <a:rPr lang="en-US" sz="7200" dirty="0" err="1" smtClean="0">
                <a:latin typeface="Cambria" pitchFamily="18" charset="0"/>
              </a:rPr>
              <a:t>amin'ny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fiainana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182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-142876" y="857232"/>
            <a:ext cx="9858412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3.Dia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tarihonao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Tohano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fanahiko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Ampio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finoako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Hahita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mpanavotro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182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857232"/>
            <a:ext cx="9429816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Fanahy</a:t>
            </a:r>
            <a:r>
              <a:rPr lang="en-US" sz="6600" dirty="0" smtClean="0">
                <a:latin typeface="Cambria" pitchFamily="18" charset="0"/>
              </a:rPr>
              <a:t> o!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Hanova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fanahiko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raiso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diovinao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foko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fonenanao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182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1071546"/>
            <a:ext cx="9715536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5.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hazo-fijaliana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Anjara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hivesarana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Hianao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dy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Heriko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miaraha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amiko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182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500042"/>
            <a:ext cx="992985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6.Mba </a:t>
            </a:r>
            <a:r>
              <a:rPr lang="en-US" sz="7200" dirty="0" err="1" smtClean="0">
                <a:latin typeface="Cambria" pitchFamily="18" charset="0"/>
              </a:rPr>
              <a:t>asehoy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fantatra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soa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tapitra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satro-boninahitra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Homen'Andriamanitra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182</a:t>
            </a:r>
            <a:endParaRPr lang="fr-FR" sz="48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857232"/>
            <a:ext cx="992985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7.O,ry </a:t>
            </a:r>
            <a:r>
              <a:rPr lang="en-US" sz="7200" dirty="0" err="1" smtClean="0">
                <a:latin typeface="Cambria" pitchFamily="18" charset="0"/>
              </a:rPr>
              <a:t>Fanahy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Masina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smtClean="0">
                <a:latin typeface="Cambria" pitchFamily="18" charset="0"/>
              </a:rPr>
              <a:t>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Ampaherezonao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hazavao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lalako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Raha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avy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hodiako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132</Words>
  <PresentationFormat>Affichage à l'écran (4:3)</PresentationFormat>
  <Paragraphs>35</Paragraphs>
  <Slides>7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Thème Office</vt:lpstr>
      <vt:lpstr>Hira 182</vt:lpstr>
      <vt:lpstr>Hira 182</vt:lpstr>
      <vt:lpstr>Hira 182</vt:lpstr>
      <vt:lpstr>Hira 182</vt:lpstr>
      <vt:lpstr>Hira 182</vt:lpstr>
      <vt:lpstr>Hira 182</vt:lpstr>
      <vt:lpstr>Hira 182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177  </dc:title>
  <dc:creator>M</dc:creator>
  <cp:lastModifiedBy>M</cp:lastModifiedBy>
  <cp:revision>5</cp:revision>
  <dcterms:created xsi:type="dcterms:W3CDTF">2012-11-11T21:19:33Z</dcterms:created>
  <dcterms:modified xsi:type="dcterms:W3CDTF">2013-07-26T12:11:01Z</dcterms:modified>
</cp:coreProperties>
</file>