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44" d="100"/>
          <a:sy n="44" d="100"/>
        </p:scale>
        <p:origin x="-90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/>
              <a:t>1. </a:t>
            </a:r>
            <a:r>
              <a:rPr lang="en-US" sz="6600" dirty="0" err="1" smtClean="0"/>
              <a:t>Izahay</a:t>
            </a:r>
            <a:r>
              <a:rPr lang="en-US" sz="6600" dirty="0" smtClean="0"/>
              <a:t> </a:t>
            </a:r>
            <a:r>
              <a:rPr lang="en-US" sz="6600" dirty="0" err="1" smtClean="0"/>
              <a:t>ankizy</a:t>
            </a:r>
            <a:endParaRPr lang="fr-FR" sz="6600" dirty="0" smtClean="0"/>
          </a:p>
          <a:p>
            <a:pPr>
              <a:buNone/>
            </a:pPr>
            <a:r>
              <a:rPr lang="en-US" sz="6600" dirty="0" smtClean="0"/>
              <a:t>Te-</a:t>
            </a:r>
            <a:r>
              <a:rPr lang="en-US" sz="6600" dirty="0" err="1" smtClean="0"/>
              <a:t>hidera</a:t>
            </a:r>
            <a:r>
              <a:rPr lang="en-US" sz="6600" dirty="0" smtClean="0"/>
              <a:t> </a:t>
            </a:r>
            <a:r>
              <a:rPr lang="en-US" sz="6600" dirty="0" err="1" smtClean="0"/>
              <a:t>Anao</a:t>
            </a:r>
            <a:r>
              <a:rPr lang="en-US" sz="6600" dirty="0" smtClean="0"/>
              <a:t>,</a:t>
            </a:r>
            <a:endParaRPr lang="fr-FR" sz="6600" dirty="0" smtClean="0"/>
          </a:p>
          <a:p>
            <a:pPr>
              <a:buNone/>
            </a:pPr>
            <a:r>
              <a:rPr lang="en-US" sz="6600" dirty="0" err="1" smtClean="0"/>
              <a:t>Ry</a:t>
            </a:r>
            <a:r>
              <a:rPr lang="en-US" sz="6600" dirty="0" smtClean="0"/>
              <a:t> </a:t>
            </a:r>
            <a:r>
              <a:rPr lang="en-US" sz="6600" dirty="0" err="1" smtClean="0"/>
              <a:t>Jeso</a:t>
            </a:r>
            <a:r>
              <a:rPr lang="en-US" sz="6600" dirty="0" smtClean="0"/>
              <a:t> </a:t>
            </a:r>
            <a:r>
              <a:rPr lang="en-US" sz="6600" dirty="0" err="1" smtClean="0"/>
              <a:t>Mpamonjy</a:t>
            </a:r>
            <a:r>
              <a:rPr lang="en-US" sz="6600" dirty="0" smtClean="0"/>
              <a:t>!</a:t>
            </a:r>
            <a:endParaRPr lang="fr-FR" sz="6600" dirty="0" smtClean="0"/>
          </a:p>
          <a:p>
            <a:pPr>
              <a:buNone/>
            </a:pPr>
            <a:r>
              <a:rPr lang="en-US" sz="6600" dirty="0" smtClean="0"/>
              <a:t>Ka </a:t>
            </a:r>
            <a:r>
              <a:rPr lang="en-US" sz="6600" dirty="0" err="1" smtClean="0"/>
              <a:t>henoy</a:t>
            </a:r>
            <a:r>
              <a:rPr lang="en-US" sz="6600" dirty="0" smtClean="0"/>
              <a:t> </a:t>
            </a:r>
            <a:r>
              <a:rPr lang="en-US" sz="6600" dirty="0" err="1" smtClean="0"/>
              <a:t>izao</a:t>
            </a:r>
            <a:r>
              <a:rPr lang="en-US" sz="6600" dirty="0" smtClean="0"/>
              <a:t>.</a:t>
            </a:r>
            <a:endParaRPr lang="fr-FR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/>
              <a:t>2. </a:t>
            </a:r>
            <a:r>
              <a:rPr lang="en-US" sz="6600" dirty="0" err="1" smtClean="0"/>
              <a:t>Zanaky</a:t>
            </a:r>
            <a:r>
              <a:rPr lang="en-US" sz="6600" dirty="0" smtClean="0"/>
              <a:t> </a:t>
            </a:r>
            <a:r>
              <a:rPr lang="en-US" sz="6600" dirty="0" err="1" smtClean="0"/>
              <a:t>ny</a:t>
            </a:r>
            <a:r>
              <a:rPr lang="en-US" sz="6600" dirty="0" smtClean="0"/>
              <a:t> </a:t>
            </a:r>
            <a:r>
              <a:rPr lang="en-US" sz="6600" dirty="0" err="1" smtClean="0"/>
              <a:t>Avo</a:t>
            </a:r>
            <a:r>
              <a:rPr lang="en-US" sz="6600" dirty="0" smtClean="0"/>
              <a:t>, </a:t>
            </a:r>
          </a:p>
          <a:p>
            <a:pPr>
              <a:buNone/>
            </a:pPr>
            <a:r>
              <a:rPr lang="en-US" sz="6600" dirty="0" err="1" smtClean="0"/>
              <a:t>Jeso</a:t>
            </a:r>
            <a:r>
              <a:rPr lang="en-US" sz="6600" dirty="0" smtClean="0"/>
              <a:t> </a:t>
            </a:r>
            <a:r>
              <a:rPr lang="en-US" sz="6600" dirty="0" err="1" smtClean="0"/>
              <a:t>Tomponay</a:t>
            </a:r>
            <a:r>
              <a:rPr lang="en-US" sz="6600" dirty="0" smtClean="0"/>
              <a:t>, </a:t>
            </a:r>
          </a:p>
          <a:p>
            <a:pPr>
              <a:buNone/>
            </a:pPr>
            <a:r>
              <a:rPr lang="en-US" sz="6600" dirty="0" err="1" smtClean="0"/>
              <a:t>Faly</a:t>
            </a:r>
            <a:r>
              <a:rPr lang="en-US" sz="6600" dirty="0" smtClean="0"/>
              <a:t> </a:t>
            </a:r>
            <a:r>
              <a:rPr lang="en-US" sz="6600" dirty="0" err="1" smtClean="0"/>
              <a:t>sady</a:t>
            </a:r>
            <a:r>
              <a:rPr lang="en-US" sz="6600" dirty="0" smtClean="0"/>
              <a:t> </a:t>
            </a:r>
            <a:r>
              <a:rPr lang="en-US" sz="6600" dirty="0" err="1" smtClean="0"/>
              <a:t>ravo</a:t>
            </a:r>
            <a:endParaRPr lang="en-US" sz="6600" dirty="0" smtClean="0"/>
          </a:p>
          <a:p>
            <a:pPr>
              <a:buNone/>
            </a:pPr>
            <a:r>
              <a:rPr lang="en-US" sz="6600" dirty="0" err="1" smtClean="0"/>
              <a:t>Raha</a:t>
            </a:r>
            <a:r>
              <a:rPr lang="en-US" sz="6600" dirty="0" smtClean="0"/>
              <a:t> </a:t>
            </a:r>
            <a:r>
              <a:rPr lang="en-US" sz="6600" dirty="0" err="1" smtClean="0"/>
              <a:t>hatoninay</a:t>
            </a:r>
            <a:r>
              <a:rPr lang="en-US" sz="66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/>
              <a:t>3. Te-</a:t>
            </a:r>
            <a:r>
              <a:rPr lang="en-US" sz="6600" dirty="0" err="1" smtClean="0"/>
              <a:t>hifalifaly</a:t>
            </a:r>
            <a:endParaRPr lang="en-US" sz="6600" dirty="0" smtClean="0"/>
          </a:p>
          <a:p>
            <a:pPr>
              <a:buNone/>
            </a:pPr>
            <a:r>
              <a:rPr lang="en-US" sz="6600" dirty="0" err="1" smtClean="0"/>
              <a:t>Izahay</a:t>
            </a:r>
            <a:r>
              <a:rPr lang="en-US" sz="6600" dirty="0" smtClean="0"/>
              <a:t> </a:t>
            </a:r>
            <a:r>
              <a:rPr lang="en-US" sz="6600" dirty="0" err="1" smtClean="0"/>
              <a:t>izao</a:t>
            </a:r>
            <a:r>
              <a:rPr lang="en-US" sz="6600" dirty="0" smtClean="0"/>
              <a:t>;</a:t>
            </a:r>
          </a:p>
          <a:p>
            <a:pPr>
              <a:buNone/>
            </a:pPr>
            <a:r>
              <a:rPr lang="en-US" sz="6600" dirty="0" err="1" smtClean="0"/>
              <a:t>Hira</a:t>
            </a:r>
            <a:r>
              <a:rPr lang="en-US" sz="6600" dirty="0" smtClean="0"/>
              <a:t> </a:t>
            </a:r>
            <a:r>
              <a:rPr lang="en-US" sz="6600" dirty="0" err="1" smtClean="0"/>
              <a:t>mifamaly</a:t>
            </a:r>
            <a:r>
              <a:rPr lang="en-US" sz="6600" dirty="0" smtClean="0"/>
              <a:t>,</a:t>
            </a:r>
          </a:p>
          <a:p>
            <a:pPr>
              <a:buNone/>
            </a:pPr>
            <a:r>
              <a:rPr lang="en-US" sz="6600" dirty="0" err="1" smtClean="0"/>
              <a:t>Tianay</a:t>
            </a:r>
            <a:r>
              <a:rPr lang="en-US" sz="6600" dirty="0" smtClean="0"/>
              <a:t> </a:t>
            </a:r>
            <a:r>
              <a:rPr lang="en-US" sz="6600" dirty="0" err="1" smtClean="0"/>
              <a:t>hatao</a:t>
            </a:r>
            <a:r>
              <a:rPr lang="en-US" sz="66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/>
              <a:t>4. Te-</a:t>
            </a:r>
            <a:r>
              <a:rPr lang="en-US" sz="6600" dirty="0" err="1" smtClean="0"/>
              <a:t>hiravoravo</a:t>
            </a:r>
            <a:r>
              <a:rPr lang="en-US" sz="6600" dirty="0" smtClean="0"/>
              <a:t> </a:t>
            </a:r>
          </a:p>
          <a:p>
            <a:pPr>
              <a:buNone/>
            </a:pPr>
            <a:r>
              <a:rPr lang="en-US" sz="6600" dirty="0" err="1" smtClean="0"/>
              <a:t>Miaraka</a:t>
            </a:r>
            <a:r>
              <a:rPr lang="en-US" sz="6600" dirty="0" smtClean="0"/>
              <a:t> </a:t>
            </a:r>
            <a:r>
              <a:rPr lang="en-US" sz="6600" dirty="0" err="1" smtClean="0"/>
              <a:t>aminao</a:t>
            </a:r>
            <a:endParaRPr lang="en-US" sz="6600" dirty="0" smtClean="0"/>
          </a:p>
          <a:p>
            <a:pPr>
              <a:buNone/>
            </a:pPr>
            <a:r>
              <a:rPr lang="en-US" sz="6600" dirty="0" err="1" smtClean="0"/>
              <a:t>Nefa</a:t>
            </a:r>
            <a:r>
              <a:rPr lang="en-US" sz="6600" dirty="0" smtClean="0"/>
              <a:t> </a:t>
            </a:r>
            <a:r>
              <a:rPr lang="en-US" sz="6600" dirty="0" err="1" smtClean="0"/>
              <a:t>mavomavo</a:t>
            </a:r>
            <a:r>
              <a:rPr lang="en-US" sz="6600" dirty="0" smtClean="0"/>
              <a:t> </a:t>
            </a:r>
          </a:p>
          <a:p>
            <a:pPr>
              <a:buNone/>
            </a:pPr>
            <a:r>
              <a:rPr lang="en-US" sz="6600" dirty="0" smtClean="0"/>
              <a:t>Ka </a:t>
            </a:r>
            <a:r>
              <a:rPr lang="en-US" sz="6600" dirty="0" err="1" smtClean="0"/>
              <a:t>antsoy</a:t>
            </a:r>
            <a:r>
              <a:rPr lang="en-US" sz="6600" dirty="0" smtClean="0"/>
              <a:t> </a:t>
            </a:r>
            <a:r>
              <a:rPr lang="en-US" sz="6600" dirty="0" err="1" smtClean="0"/>
              <a:t>izao</a:t>
            </a:r>
            <a:r>
              <a:rPr lang="en-US" sz="66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/>
              <a:t>5. Te-</a:t>
            </a:r>
            <a:r>
              <a:rPr lang="en-US" sz="6600" dirty="0" err="1" smtClean="0"/>
              <a:t>hisoka</a:t>
            </a:r>
            <a:r>
              <a:rPr lang="en-US" sz="6600" dirty="0" smtClean="0"/>
              <a:t>-</a:t>
            </a:r>
            <a:r>
              <a:rPr lang="en-US" sz="6600" dirty="0" err="1" smtClean="0"/>
              <a:t>bava</a:t>
            </a:r>
            <a:endParaRPr lang="en-US" sz="6600" dirty="0" smtClean="0"/>
          </a:p>
          <a:p>
            <a:pPr>
              <a:buNone/>
            </a:pPr>
            <a:r>
              <a:rPr lang="en-US" sz="6600" dirty="0" err="1" smtClean="0"/>
              <a:t>Hankalaza</a:t>
            </a:r>
            <a:r>
              <a:rPr lang="en-US" sz="6600" dirty="0" smtClean="0"/>
              <a:t> </a:t>
            </a:r>
            <a:r>
              <a:rPr lang="en-US" sz="6600" dirty="0" err="1" smtClean="0"/>
              <a:t>Anao</a:t>
            </a:r>
            <a:r>
              <a:rPr lang="en-US" sz="6600" dirty="0" smtClean="0"/>
              <a:t>;</a:t>
            </a:r>
          </a:p>
          <a:p>
            <a:pPr>
              <a:buNone/>
            </a:pPr>
            <a:r>
              <a:rPr lang="en-US" sz="6600" dirty="0" err="1" smtClean="0"/>
              <a:t>Hira</a:t>
            </a:r>
            <a:r>
              <a:rPr lang="en-US" sz="6600" dirty="0" smtClean="0"/>
              <a:t> </a:t>
            </a:r>
            <a:r>
              <a:rPr lang="en-US" sz="6600" dirty="0" err="1" smtClean="0"/>
              <a:t>lalandava</a:t>
            </a:r>
            <a:endParaRPr lang="en-US" sz="6600" dirty="0" smtClean="0"/>
          </a:p>
          <a:p>
            <a:pPr>
              <a:buNone/>
            </a:pPr>
            <a:r>
              <a:rPr lang="en-US" sz="6600" dirty="0" err="1" smtClean="0"/>
              <a:t>Satrinay</a:t>
            </a:r>
            <a:r>
              <a:rPr lang="en-US" sz="6600" dirty="0" smtClean="0"/>
              <a:t> </a:t>
            </a:r>
            <a:r>
              <a:rPr lang="en-US" sz="6600" dirty="0" err="1" smtClean="0"/>
              <a:t>hatao</a:t>
            </a:r>
            <a:r>
              <a:rPr lang="en-US" sz="66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785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/>
              <a:t>6.Sambatra </a:t>
            </a:r>
            <a:r>
              <a:rPr lang="en-US" sz="6600" dirty="0" err="1" smtClean="0"/>
              <a:t>ny</a:t>
            </a:r>
            <a:r>
              <a:rPr lang="en-US" sz="6600" dirty="0" smtClean="0"/>
              <a:t> </a:t>
            </a:r>
            <a:r>
              <a:rPr lang="en-US" sz="6600" dirty="0" err="1" smtClean="0"/>
              <a:t>zaza</a:t>
            </a:r>
            <a:r>
              <a:rPr lang="en-US" sz="6600" dirty="0" smtClean="0"/>
              <a:t>! </a:t>
            </a:r>
          </a:p>
          <a:p>
            <a:pPr>
              <a:buNone/>
            </a:pPr>
            <a:r>
              <a:rPr lang="en-US" sz="6600" dirty="0" err="1" smtClean="0"/>
              <a:t>Izay</a:t>
            </a:r>
            <a:r>
              <a:rPr lang="en-US" sz="6600" dirty="0" smtClean="0"/>
              <a:t> </a:t>
            </a:r>
            <a:r>
              <a:rPr lang="en-US" sz="6600" smtClean="0"/>
              <a:t>trotroinao</a:t>
            </a:r>
            <a:r>
              <a:rPr lang="en-US" sz="6600" dirty="0" smtClean="0"/>
              <a:t>;</a:t>
            </a:r>
          </a:p>
          <a:p>
            <a:pPr>
              <a:buNone/>
            </a:pPr>
            <a:r>
              <a:rPr lang="en-US" sz="6600" dirty="0" smtClean="0"/>
              <a:t>Na </a:t>
            </a:r>
            <a:r>
              <a:rPr lang="en-US" sz="6600" dirty="0" err="1" smtClean="0"/>
              <a:t>kamboty</a:t>
            </a:r>
            <a:r>
              <a:rPr lang="en-US" sz="6600" dirty="0" smtClean="0"/>
              <a:t> </a:t>
            </a:r>
            <a:r>
              <a:rPr lang="en-US" sz="6600" dirty="0" err="1" smtClean="0"/>
              <a:t>aza</a:t>
            </a:r>
            <a:r>
              <a:rPr lang="en-US" sz="6600" dirty="0" smtClean="0"/>
              <a:t>, </a:t>
            </a:r>
          </a:p>
          <a:p>
            <a:pPr>
              <a:buNone/>
            </a:pPr>
            <a:r>
              <a:rPr lang="en-US" sz="6600" dirty="0" smtClean="0"/>
              <a:t>Tonga </a:t>
            </a:r>
            <a:r>
              <a:rPr lang="en-US" sz="6600" dirty="0" err="1" smtClean="0"/>
              <a:t>zanakao</a:t>
            </a:r>
            <a:endParaRPr lang="en-US" sz="6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89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785</vt:lpstr>
      <vt:lpstr>HIRA 785</vt:lpstr>
      <vt:lpstr>HIRA 785</vt:lpstr>
      <vt:lpstr>HIRA 785</vt:lpstr>
      <vt:lpstr>HIRA 785</vt:lpstr>
      <vt:lpstr>HIRA 785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18</cp:revision>
  <dcterms:created xsi:type="dcterms:W3CDTF">2012-12-02T01:28:21Z</dcterms:created>
  <dcterms:modified xsi:type="dcterms:W3CDTF">2013-08-04T03:56:53Z</dcterms:modified>
</cp:coreProperties>
</file>