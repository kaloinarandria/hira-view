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178 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Hanova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vatona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178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afafinay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Tondrahan-drano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vokatra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ambininao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178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finoana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178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76" y="785818"/>
            <a:ext cx="935834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Ampandrosoy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69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178  </vt:lpstr>
      <vt:lpstr>HIRA 178 </vt:lpstr>
      <vt:lpstr>HIRA 178 </vt:lpstr>
      <vt:lpstr>HIRA 178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4</cp:revision>
  <dcterms:created xsi:type="dcterms:W3CDTF">2012-11-11T21:19:33Z</dcterms:created>
  <dcterms:modified xsi:type="dcterms:W3CDTF">2014-06-03T19:19:19Z</dcterms:modified>
</cp:coreProperties>
</file>