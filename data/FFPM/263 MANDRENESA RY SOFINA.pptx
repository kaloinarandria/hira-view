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30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222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Mandrenesa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sofina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Mifalia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feon'ny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Filazantsara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Manatona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222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olon'ota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rehetra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noana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mameno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kibony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Amin</a:t>
            </a:r>
            <a:r>
              <a:rPr lang="en-US" sz="6000" dirty="0" smtClean="0">
                <a:latin typeface="Cambria" pitchFamily="18" charset="0"/>
              </a:rPr>
              <a:t>-java-</a:t>
            </a:r>
            <a:r>
              <a:rPr lang="en-US" sz="6000" dirty="0" err="1" smtClean="0">
                <a:latin typeface="Cambria" pitchFamily="18" charset="0"/>
              </a:rPr>
              <a:t>poana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222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Jehovah no </a:t>
            </a:r>
            <a:r>
              <a:rPr lang="en-US" sz="6000" dirty="0" err="1" smtClean="0">
                <a:latin typeface="Cambria" pitchFamily="18" charset="0"/>
              </a:rPr>
              <a:t>mamboatra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mofon'aina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an'izay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rehetra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Mety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hihinana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222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Kristy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fitahiany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mofo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izany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izy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mamelona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mosary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222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5. </a:t>
            </a:r>
            <a:r>
              <a:rPr lang="en-US" sz="6000" dirty="0" err="1" smtClean="0">
                <a:latin typeface="Cambria" pitchFamily="18" charset="0"/>
              </a:rPr>
              <a:t>Avia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mosarena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manaràna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mofon'aina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lany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ampy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84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263</vt:lpstr>
      <vt:lpstr>HIRA 263</vt:lpstr>
      <vt:lpstr>HIRA 263</vt:lpstr>
      <vt:lpstr>HIRA 263</vt:lpstr>
      <vt:lpstr>HIRA 263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262</dc:title>
  <dc:creator>M</dc:creator>
  <cp:lastModifiedBy>M</cp:lastModifiedBy>
  <cp:revision>3</cp:revision>
  <dcterms:created xsi:type="dcterms:W3CDTF">2012-12-02T00:42:34Z</dcterms:created>
  <dcterms:modified xsi:type="dcterms:W3CDTF">2014-09-14T04:57:47Z</dcterms:modified>
</cp:coreProperties>
</file>