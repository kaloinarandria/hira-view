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83" r:id="rId4"/>
    <p:sldId id="284" r:id="rId5"/>
    <p:sldId id="285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88" autoAdjust="0"/>
    <p:restoredTop sz="94660"/>
  </p:normalViewPr>
  <p:slideViewPr>
    <p:cSldViewPr>
      <p:cViewPr varScale="1">
        <p:scale>
          <a:sx n="59" d="100"/>
          <a:sy n="59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572692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1. </a:t>
            </a:r>
            <a:r>
              <a:rPr lang="es-ES" sz="6600" b="1" dirty="0" err="1" smtClean="0">
                <a:latin typeface="Cambria" pitchFamily="18" charset="0"/>
              </a:rPr>
              <a:t>Ry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Ziona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mitsangàna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Ka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mihazavà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izao</a:t>
            </a:r>
            <a:r>
              <a:rPr lang="es-ES" sz="6600" b="1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Andrandrao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fahazavana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lzay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miposaka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aminao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572692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2. </a:t>
            </a:r>
            <a:r>
              <a:rPr lang="es-ES" sz="6600" b="1" dirty="0" err="1" smtClean="0">
                <a:latin typeface="Cambria" pitchFamily="18" charset="0"/>
              </a:rPr>
              <a:t>Maizina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firenena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Amin-tany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fantatrao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Fa </a:t>
            </a:r>
            <a:r>
              <a:rPr lang="es-ES" sz="6600" b="1" dirty="0" err="1" smtClean="0">
                <a:latin typeface="Cambria" pitchFamily="18" charset="0"/>
              </a:rPr>
              <a:t>tsy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manam-pamonjena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Nefa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ankohonanao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214290"/>
            <a:ext cx="9572692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3. Asandrato ny fanilo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Hanazava lavitra,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Mba ho marobe no hino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An'Andriamanitra.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214290"/>
            <a:ext cx="9572692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4. Atopazy re ny maso!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Marobe ny zanakao,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Toy ny tany feno hazo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Eo anatrehanao.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214290"/>
            <a:ext cx="9572692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5. Ry Jesosy, hotahinao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Anie ny lovanao;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Olo-maro izay irinao,</a:t>
            </a:r>
          </a:p>
          <a:p>
            <a:pPr>
              <a:buNone/>
            </a:pPr>
            <a:r>
              <a:rPr lang="it-IT" sz="6600" b="1" dirty="0" smtClean="0">
                <a:latin typeface="Cambria" pitchFamily="18" charset="0"/>
              </a:rPr>
              <a:t>Taomy mora ho 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98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315</vt:lpstr>
      <vt:lpstr>HIRA 315</vt:lpstr>
      <vt:lpstr>HIRA 315</vt:lpstr>
      <vt:lpstr>HIRA 315</vt:lpstr>
      <vt:lpstr>HIRA 315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8</cp:revision>
  <dcterms:created xsi:type="dcterms:W3CDTF">2012-11-04T17:25:30Z</dcterms:created>
  <dcterms:modified xsi:type="dcterms:W3CDTF">2014-09-14T04:18:28Z</dcterms:modified>
</cp:coreProperties>
</file>