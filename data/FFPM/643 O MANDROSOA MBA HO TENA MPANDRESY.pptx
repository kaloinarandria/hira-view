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15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mandrosoa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mpandresy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mazotoa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miasà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mitomboa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roahy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2. O mandrese, ny finoana tano,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Na dia mafana ny ady hatao,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fandresena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homena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herin'ny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hita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voatahirin'ny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Ray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:,:Ka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voatolotra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Gologota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antsika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96</Words>
  <PresentationFormat>Affichage à l'écran (4:3)</PresentationFormat>
  <Paragraphs>18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643</vt:lpstr>
      <vt:lpstr>HIRA 643</vt:lpstr>
      <vt:lpstr>HIRA 643</vt:lpstr>
      <vt:lpstr>HIRA 643</vt:lpstr>
      <vt:lpstr>HIRA 643</vt:lpstr>
      <vt:lpstr>HIRA 643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5</cp:revision>
  <dcterms:created xsi:type="dcterms:W3CDTF">2012-11-26T19:13:07Z</dcterms:created>
  <dcterms:modified xsi:type="dcterms:W3CDTF">2014-09-06T19:00:42Z</dcterms:modified>
</cp:coreProperties>
</file>