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82" r:id="rId3"/>
    <p:sldId id="285" r:id="rId4"/>
    <p:sldId id="286" r:id="rId5"/>
    <p:sldId id="287" r:id="rId6"/>
    <p:sldId id="288" r:id="rId7"/>
    <p:sldId id="289" r:id="rId8"/>
    <p:sldId id="290" r:id="rId9"/>
    <p:sldId id="283" r:id="rId10"/>
    <p:sldId id="284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52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dirty="0" smtClean="0"/>
              <a:t>HIRA 313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Miantrà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firenena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Tomponay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Ambarao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famonjena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lzay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nataonao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fahizay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dirty="0" smtClean="0"/>
              <a:t>HIRA 313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Asehoinao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hery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Namonjenao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marobe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:,: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Mpamonjy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olom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bery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Mamonje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indray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anie</a:t>
            </a:r>
            <a:r>
              <a:rPr lang="fr-FR" sz="66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dirty="0" smtClean="0"/>
              <a:t>HIRA 313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heveronao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Nosy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Itoeranay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Iantraonao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Jesosy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mahalala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dirty="0" smtClean="0"/>
              <a:t>HIRA 313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Iantrao</a:t>
            </a:r>
            <a:r>
              <a:rPr lang="fr-FR" sz="6600" dirty="0" smtClean="0">
                <a:latin typeface="Cambria" pitchFamily="18" charset="0"/>
              </a:rPr>
              <a:t> '</a:t>
            </a:r>
            <a:r>
              <a:rPr lang="fr-FR" sz="6600" dirty="0" err="1" smtClean="0">
                <a:latin typeface="Cambria" pitchFamily="18" charset="0"/>
              </a:rPr>
              <a:t>reo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faritany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Anjakan'ny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aizim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be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:,: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tonga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faingana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mazava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lehibe</a:t>
            </a:r>
            <a:r>
              <a:rPr lang="fr-FR" sz="66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dirty="0" smtClean="0"/>
              <a:t>HIRA 313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Be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voasa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Vitsy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mpanomponao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Koa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mpiasa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an-</a:t>
            </a:r>
            <a:r>
              <a:rPr lang="fr-FR" sz="6600" dirty="0" err="1" smtClean="0">
                <a:latin typeface="Cambria" pitchFamily="18" charset="0"/>
              </a:rPr>
              <a:t>tanimbolinao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dirty="0" smtClean="0"/>
              <a:t>HIRA 313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omeo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minia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Hankatò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teninao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:,: Ka </a:t>
            </a:r>
            <a:r>
              <a:rPr lang="fr-FR" sz="6600" dirty="0" err="1" smtClean="0">
                <a:latin typeface="Cambria" pitchFamily="18" charset="0"/>
              </a:rPr>
              <a:t>aoka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hikely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aina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lzahay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hiasa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dirty="0" smtClean="0"/>
              <a:t>HIRA 313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4. </a:t>
            </a:r>
            <a:r>
              <a:rPr lang="fr-FR" sz="6600" dirty="0" err="1" smtClean="0">
                <a:latin typeface="Cambria" pitchFamily="18" charset="0"/>
              </a:rPr>
              <a:t>Mankanesa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mpitory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an-</a:t>
            </a:r>
            <a:r>
              <a:rPr lang="fr-FR" sz="6600" dirty="0" err="1" smtClean="0">
                <a:latin typeface="Cambria" pitchFamily="18" charset="0"/>
              </a:rPr>
              <a:t>tany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lavitra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Be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mahalala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akory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An'i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dirty="0" smtClean="0"/>
              <a:t>HIRA 313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He,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fahantrany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indrisy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He,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hadalan'ny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:,: Fa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olona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misy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Hampianatra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azy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dirty="0" smtClean="0"/>
              <a:t>HIRA 313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85794"/>
            <a:ext cx="871540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5.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harena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anomezo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fahendrena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koa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Eny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Kristiana</a:t>
            </a:r>
            <a:r>
              <a:rPr lang="fr-FR" sz="6600" dirty="0" smtClean="0">
                <a:latin typeface="Cambria" pitchFamily="18" charset="0"/>
              </a:rPr>
              <a:t>! </a:t>
            </a:r>
            <a:r>
              <a:rPr lang="fr-FR" sz="6600" dirty="0" err="1" smtClean="0">
                <a:latin typeface="Cambria" pitchFamily="18" charset="0"/>
              </a:rPr>
              <a:t>Aelezo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lzay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rehetra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mahasoa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dirty="0" smtClean="0"/>
              <a:t>HIRA 313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Mankanesa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</a:t>
            </a:r>
            <a:r>
              <a:rPr lang="fr-FR" sz="6600" dirty="0" smtClean="0">
                <a:latin typeface="Cambria" pitchFamily="18" charset="0"/>
              </a:rPr>
              <a:t> '</a:t>
            </a:r>
            <a:r>
              <a:rPr lang="fr-FR" sz="6600" dirty="0" err="1" smtClean="0">
                <a:latin typeface="Cambria" pitchFamily="18" charset="0"/>
              </a:rPr>
              <a:t>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tia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Mpamonjy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lehibe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:,: </a:t>
            </a:r>
            <a:r>
              <a:rPr lang="fr-FR" sz="6600" dirty="0" err="1" smtClean="0">
                <a:latin typeface="Cambria" pitchFamily="18" charset="0"/>
              </a:rPr>
              <a:t>Miantrà</a:t>
            </a:r>
            <a:r>
              <a:rPr lang="fr-FR" sz="6600" dirty="0" smtClean="0">
                <a:latin typeface="Cambria" pitchFamily="18" charset="0"/>
              </a:rPr>
              <a:t> ka </a:t>
            </a:r>
            <a:r>
              <a:rPr lang="fr-FR" sz="6600" dirty="0" err="1" smtClean="0">
                <a:latin typeface="Cambria" pitchFamily="18" charset="0"/>
              </a:rPr>
              <a:t>manampia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mahantra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marobe</a:t>
            </a:r>
            <a:r>
              <a:rPr lang="fr-FR" sz="66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200</Words>
  <PresentationFormat>Affichage à l'écran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313</vt:lpstr>
      <vt:lpstr>HIRA 313</vt:lpstr>
      <vt:lpstr>HIRA 313</vt:lpstr>
      <vt:lpstr>HIRA 313</vt:lpstr>
      <vt:lpstr>HIRA 313</vt:lpstr>
      <vt:lpstr>HIRA 313</vt:lpstr>
      <vt:lpstr>HIRA 313</vt:lpstr>
      <vt:lpstr>HIRA 313</vt:lpstr>
      <vt:lpstr>HIRA 313</vt:lpstr>
      <vt:lpstr>HIRA 313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298</dc:title>
  <dc:creator>M</dc:creator>
  <cp:lastModifiedBy>M</cp:lastModifiedBy>
  <cp:revision>4</cp:revision>
  <dcterms:created xsi:type="dcterms:W3CDTF">2012-11-04T17:25:30Z</dcterms:created>
  <dcterms:modified xsi:type="dcterms:W3CDTF">2014-09-14T10:25:55Z</dcterms:modified>
</cp:coreProperties>
</file>