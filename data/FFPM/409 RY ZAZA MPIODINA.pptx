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3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15/02/2013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15/02/2013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15/02/2013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15/02/2013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15/02/2013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15/02/2013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15/02/2013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15/02/2013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15/02/2013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15/02/2013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15/02/2013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15/02/2013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409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714356"/>
            <a:ext cx="8786842" cy="6143644"/>
          </a:xfrm>
        </p:spPr>
        <p:txBody>
          <a:bodyPr>
            <a:noAutofit/>
          </a:bodyPr>
          <a:lstStyle/>
          <a:p>
            <a:pPr marL="914400" indent="-914400">
              <a:buAutoNum type="arabicPeriod"/>
            </a:pPr>
            <a:r>
              <a:rPr lang="en-US" sz="5800" dirty="0" smtClean="0">
                <a:latin typeface="Cambria" pitchFamily="18" charset="0"/>
              </a:rPr>
              <a:t>"</a:t>
            </a:r>
            <a:r>
              <a:rPr lang="en-US" sz="5800" dirty="0" err="1" smtClean="0">
                <a:latin typeface="Cambria" pitchFamily="18" charset="0"/>
              </a:rPr>
              <a:t>Ry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zaza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mpiodina</a:t>
            </a:r>
            <a:r>
              <a:rPr lang="en-US" sz="5800" dirty="0" smtClean="0">
                <a:latin typeface="Cambria" pitchFamily="18" charset="0"/>
              </a:rPr>
              <a:t>, </a:t>
            </a:r>
          </a:p>
          <a:p>
            <a:pPr marL="914400" indent="-914400">
              <a:buNone/>
            </a:pP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mba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miverena</a:t>
            </a:r>
            <a:r>
              <a:rPr lang="en-US" sz="5800" dirty="0" smtClean="0">
                <a:latin typeface="Cambria" pitchFamily="18" charset="0"/>
              </a:rPr>
              <a:t>!"</a:t>
            </a:r>
            <a:endParaRPr lang="fr-FR" sz="58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800" dirty="0" err="1" smtClean="0">
                <a:latin typeface="Cambria" pitchFamily="18" charset="0"/>
              </a:rPr>
              <a:t>Antsoin'ny</a:t>
            </a:r>
            <a:r>
              <a:rPr lang="en-US" sz="5800" dirty="0" smtClean="0">
                <a:latin typeface="Cambria" pitchFamily="18" charset="0"/>
              </a:rPr>
              <a:t> Ray.</a:t>
            </a:r>
            <a:endParaRPr lang="fr-FR" sz="58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800" dirty="0" err="1" smtClean="0">
                <a:latin typeface="Cambria" pitchFamily="18" charset="0"/>
              </a:rPr>
              <a:t>Isika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hamaly</a:t>
            </a:r>
            <a:r>
              <a:rPr lang="en-US" sz="5800" dirty="0" smtClean="0">
                <a:latin typeface="Cambria" pitchFamily="18" charset="0"/>
              </a:rPr>
              <a:t> am-</a:t>
            </a:r>
            <a:r>
              <a:rPr lang="en-US" sz="5800" dirty="0" err="1" smtClean="0">
                <a:latin typeface="Cambria" pitchFamily="18" charset="0"/>
              </a:rPr>
              <a:t>po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tsy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terena</a:t>
            </a:r>
            <a:r>
              <a:rPr lang="en-US" sz="5800" dirty="0" smtClean="0">
                <a:latin typeface="Cambria" pitchFamily="18" charset="0"/>
              </a:rPr>
              <a:t>:</a:t>
            </a:r>
            <a:r>
              <a:rPr lang="fr-FR" sz="58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5800" dirty="0" smtClean="0">
                <a:latin typeface="Cambria" pitchFamily="18" charset="0"/>
              </a:rPr>
              <a:t>"</a:t>
            </a:r>
            <a:r>
              <a:rPr lang="en-US" sz="5800" dirty="0" err="1" smtClean="0">
                <a:latin typeface="Cambria" pitchFamily="18" charset="0"/>
              </a:rPr>
              <a:t>Indreto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izahay</a:t>
            </a:r>
            <a:endParaRPr lang="fr-FR" sz="5800" dirty="0" smtClean="0">
              <a:latin typeface="Cambria" pitchFamily="18" charset="0"/>
            </a:endParaRPr>
          </a:p>
          <a:p>
            <a:pPr>
              <a:buNone/>
            </a:pPr>
            <a:endParaRPr lang="fr-FR" sz="58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409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714356"/>
            <a:ext cx="8786842" cy="6143644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6000" dirty="0" err="1" smtClean="0">
                <a:latin typeface="Cambria" pitchFamily="18" charset="0"/>
              </a:rPr>
              <a:t>Miaiky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ratsy</a:t>
            </a:r>
            <a:endParaRPr lang="en-US" sz="60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000" dirty="0" err="1" smtClean="0">
                <a:latin typeface="Cambria" pitchFamily="18" charset="0"/>
              </a:rPr>
              <a:t>Maratran'ny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rafy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 marL="914400" indent="-914400">
              <a:buNone/>
            </a:pPr>
            <a:r>
              <a:rPr lang="en-US" sz="6000" dirty="0" err="1" smtClean="0">
                <a:latin typeface="Cambria" pitchFamily="18" charset="0"/>
              </a:rPr>
              <a:t>Sitrano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izahay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 marL="914400" indent="-914400"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simba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toetranay</a:t>
            </a:r>
            <a:r>
              <a:rPr lang="en-US" sz="6000" dirty="0" smtClean="0">
                <a:latin typeface="Cambria" pitchFamily="18" charset="0"/>
              </a:rPr>
              <a:t>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409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714356"/>
            <a:ext cx="8786842" cy="6143644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6000" dirty="0" smtClean="0">
                <a:latin typeface="Cambria" pitchFamily="18" charset="0"/>
              </a:rPr>
              <a:t>2. </a:t>
            </a:r>
            <a:r>
              <a:rPr lang="en-US" sz="6000" dirty="0" err="1" smtClean="0">
                <a:latin typeface="Cambria" pitchFamily="18" charset="0"/>
              </a:rPr>
              <a:t>Indrisy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nanota</a:t>
            </a:r>
            <a:r>
              <a:rPr lang="en-US" sz="6000" dirty="0" smtClean="0">
                <a:latin typeface="Cambria" pitchFamily="18" charset="0"/>
              </a:rPr>
              <a:t> ka </a:t>
            </a:r>
            <a:r>
              <a:rPr lang="en-US" sz="6000" dirty="0" err="1" smtClean="0">
                <a:latin typeface="Cambria" pitchFamily="18" charset="0"/>
              </a:rPr>
              <a:t>mendrika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faty</a:t>
            </a:r>
            <a:endParaRPr lang="en-US" sz="60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000" dirty="0" err="1" smtClean="0">
                <a:latin typeface="Cambria" pitchFamily="18" charset="0"/>
              </a:rPr>
              <a:t>Sy</a:t>
            </a:r>
            <a:r>
              <a:rPr lang="en-US" sz="6000" dirty="0" smtClean="0">
                <a:latin typeface="Cambria" pitchFamily="18" charset="0"/>
              </a:rPr>
              <a:t> very </a:t>
            </a:r>
            <a:r>
              <a:rPr lang="en-US" sz="6000" dirty="0" err="1" smtClean="0">
                <a:latin typeface="Cambria" pitchFamily="18" charset="0"/>
              </a:rPr>
              <a:t>izahay</a:t>
            </a:r>
            <a:r>
              <a:rPr lang="en-US" sz="6000" dirty="0" smtClean="0">
                <a:latin typeface="Cambria" pitchFamily="18" charset="0"/>
              </a:rPr>
              <a:t>!</a:t>
            </a:r>
          </a:p>
          <a:p>
            <a:pPr marL="914400" indent="-914400"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razanay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dia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nanompo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maty</a:t>
            </a:r>
            <a:endParaRPr lang="en-US" sz="60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narahinay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409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844" y="714356"/>
            <a:ext cx="9001156" cy="6143644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Ray ô, </a:t>
            </a:r>
            <a:r>
              <a:rPr lang="en-US" sz="6000" dirty="0" err="1" smtClean="0">
                <a:latin typeface="Cambria" pitchFamily="18" charset="0"/>
              </a:rPr>
              <a:t>jereo</a:t>
            </a:r>
            <a:endParaRPr lang="en-US" sz="60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dia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vonjeo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 marL="914400" indent="-914400">
              <a:buNone/>
            </a:pP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zanakao</a:t>
            </a:r>
            <a:endParaRPr lang="en-US" sz="60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000" dirty="0" err="1" smtClean="0">
                <a:latin typeface="Cambria" pitchFamily="18" charset="0"/>
              </a:rPr>
              <a:t>Izahay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mitanondrika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izao</a:t>
            </a:r>
            <a:r>
              <a:rPr lang="en-US" sz="6000" dirty="0" smtClean="0">
                <a:latin typeface="Cambria" pitchFamily="18" charset="0"/>
              </a:rPr>
              <a:t>".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409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844" y="714356"/>
            <a:ext cx="9001156" cy="6143644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6000" dirty="0" smtClean="0">
                <a:latin typeface="Cambria" pitchFamily="18" charset="0"/>
              </a:rPr>
              <a:t>3. "</a:t>
            </a:r>
            <a:r>
              <a:rPr lang="en-US" sz="6000" dirty="0" err="1" smtClean="0">
                <a:latin typeface="Cambria" pitchFamily="18" charset="0"/>
              </a:rPr>
              <a:t>Sitraniko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fihemoranareo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 marL="914400" indent="-914400">
              <a:buNone/>
            </a:pP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zanako</a:t>
            </a:r>
            <a:r>
              <a:rPr lang="en-US" sz="6000" dirty="0" smtClean="0">
                <a:latin typeface="Cambria" pitchFamily="18" charset="0"/>
              </a:rPr>
              <a:t> ô!</a:t>
            </a:r>
          </a:p>
          <a:p>
            <a:pPr marL="914400" indent="-914400">
              <a:buNone/>
            </a:pP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ampanjomboniko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aminareo</a:t>
            </a:r>
            <a:endParaRPr lang="en-US" sz="60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tavako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koa</a:t>
            </a:r>
            <a:r>
              <a:rPr lang="en-US" sz="6000" dirty="0" smtClean="0">
                <a:latin typeface="Cambria" pitchFamily="18" charset="0"/>
              </a:rPr>
              <a:t>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409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844" y="714356"/>
            <a:ext cx="9001156" cy="6143644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6000" dirty="0" err="1" smtClean="0">
                <a:latin typeface="Cambria" pitchFamily="18" charset="0"/>
              </a:rPr>
              <a:t>Izany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irinay</a:t>
            </a:r>
            <a:endParaRPr lang="en-US" sz="60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000" dirty="0" smtClean="0">
                <a:latin typeface="Cambria" pitchFamily="18" charset="0"/>
              </a:rPr>
              <a:t>Ho re </a:t>
            </a:r>
            <a:r>
              <a:rPr lang="en-US" sz="6000" dirty="0" err="1" smtClean="0">
                <a:latin typeface="Cambria" pitchFamily="18" charset="0"/>
              </a:rPr>
              <a:t>ao</a:t>
            </a:r>
            <a:r>
              <a:rPr lang="en-US" sz="6000" dirty="0" smtClean="0">
                <a:latin typeface="Cambria" pitchFamily="18" charset="0"/>
              </a:rPr>
              <a:t> am-</a:t>
            </a:r>
            <a:r>
              <a:rPr lang="en-US" sz="6000" dirty="0" err="1" smtClean="0">
                <a:latin typeface="Cambria" pitchFamily="18" charset="0"/>
              </a:rPr>
              <a:t>ponay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 marL="914400" indent="-914400"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Ray </a:t>
            </a:r>
            <a:r>
              <a:rPr lang="en-US" sz="6000" dirty="0" err="1" smtClean="0">
                <a:latin typeface="Cambria" pitchFamily="18" charset="0"/>
              </a:rPr>
              <a:t>Hianao</a:t>
            </a:r>
            <a:endParaRPr lang="en-US" sz="60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000" dirty="0" err="1" smtClean="0">
                <a:latin typeface="Cambria" pitchFamily="18" charset="0"/>
              </a:rPr>
              <a:t>Mampionona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olonao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  <a:p>
            <a:pPr marL="914400" indent="-914400">
              <a:buNone/>
            </a:pPr>
            <a:r>
              <a:rPr lang="en-US" sz="6000" dirty="0" smtClean="0">
                <a:latin typeface="Cambria" pitchFamily="18" charset="0"/>
              </a:rPr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117</Words>
  <PresentationFormat>Affichage à l'écran (4:3)</PresentationFormat>
  <Paragraphs>32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409</vt:lpstr>
      <vt:lpstr>HIRA 409</vt:lpstr>
      <vt:lpstr>HIRA 409</vt:lpstr>
      <vt:lpstr>HIRA 409</vt:lpstr>
      <vt:lpstr>HIRA 409</vt:lpstr>
      <vt:lpstr>HIRA 409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409</dc:title>
  <dc:creator>M</dc:creator>
  <cp:lastModifiedBy>M</cp:lastModifiedBy>
  <cp:revision>2</cp:revision>
  <dcterms:created xsi:type="dcterms:W3CDTF">2012-12-08T20:10:48Z</dcterms:created>
  <dcterms:modified xsi:type="dcterms:W3CDTF">2013-02-15T20:41:26Z</dcterms:modified>
</cp:coreProperties>
</file>