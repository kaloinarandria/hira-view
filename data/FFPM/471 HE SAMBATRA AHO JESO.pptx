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6" r:id="rId9"/>
    <p:sldId id="261" r:id="rId10"/>
    <p:sldId id="262" r:id="rId11"/>
    <p:sldId id="267" r:id="rId12"/>
    <p:sldId id="263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9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He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miaraka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lavi-pahoriana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9072626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ali-mampahory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raho-mitatao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anilanao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mody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fitahiana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9215502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lalana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ombako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e !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	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hazavao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9286940" cy="614364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faniriako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manetsika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sakaizanao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doria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9072626" cy="6072206"/>
          </a:xfrm>
        </p:spPr>
        <p:txBody>
          <a:bodyPr vert="horz" lIns="91440" tIns="45720" rIns="91440" bIns="45720" rtlCol="0">
            <a:noAutofit/>
          </a:bodyPr>
          <a:lstStyle/>
          <a:p>
            <a:pPr lvl="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lvl="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Hianao no antenaiko hitantana ny dia</a:t>
            </a:r>
          </a:p>
          <a:p>
            <a:pPr lvl="0">
              <a:buNone/>
            </a:pP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71546"/>
            <a:ext cx="9215502" cy="57864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O! Avia, Jeso tano aho e!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Tantanonao ny diako, 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Tompo mamonje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501222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sakaizanao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 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ampoky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 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haravoana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 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lavitra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9144064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ilaina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anananao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miaraka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Mionona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9215502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tretrika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toloranao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9215502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4.Inona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mihoatra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manan-kery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loharanon-tsoa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9215502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zavatra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Koa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onenonao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lapanao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9215502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Manjakà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Jeso,ato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fahotako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e!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avelao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189</Words>
  <PresentationFormat>Affichage à l'écran (4:3)</PresentationFormat>
  <Paragraphs>49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471</vt:lpstr>
      <vt:lpstr>HIRA 471</vt:lpstr>
      <vt:lpstr>HIRA 471</vt:lpstr>
      <vt:lpstr>HIRA 471</vt:lpstr>
      <vt:lpstr>HIRA 471</vt:lpstr>
      <vt:lpstr>HIRA 471</vt:lpstr>
      <vt:lpstr>HIRA 471</vt:lpstr>
      <vt:lpstr>HIRA 471</vt:lpstr>
      <vt:lpstr>HIRA 471</vt:lpstr>
      <vt:lpstr>HIRA 471</vt:lpstr>
      <vt:lpstr>HIRA 471</vt:lpstr>
      <vt:lpstr>HIRA 471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471</dc:title>
  <dc:creator>M</dc:creator>
  <cp:lastModifiedBy>M</cp:lastModifiedBy>
  <cp:revision>9</cp:revision>
  <dcterms:created xsi:type="dcterms:W3CDTF">2012-12-08T20:40:55Z</dcterms:created>
  <dcterms:modified xsi:type="dcterms:W3CDTF">2015-03-21T19:43:02Z</dcterms:modified>
</cp:coreProperties>
</file>