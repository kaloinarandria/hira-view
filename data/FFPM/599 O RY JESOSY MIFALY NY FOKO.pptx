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599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O, Ry Jesosy mifaly ny foko,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tsy lavitra Anao,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mba mangataka indrindra re aho.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Ary mifona </a:t>
            </a:r>
            <a:r>
              <a:rPr lang="fi-FI" sz="6600" dirty="0" smtClean="0">
                <a:latin typeface="Cambria" pitchFamily="18" charset="0"/>
              </a:rPr>
              <a:t>Aminao</a:t>
            </a:r>
            <a:r>
              <a:rPr lang="fi-FI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599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Tano ny zanakao mba tsy ho very,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Tano akaiky Anao 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Zaza </a:t>
            </a:r>
            <a:r>
              <a:rPr lang="fi-FI" sz="6600" dirty="0" smtClean="0">
                <a:latin typeface="Cambria" pitchFamily="18" charset="0"/>
              </a:rPr>
              <a:t>adala </a:t>
            </a:r>
            <a:r>
              <a:rPr lang="fi-FI" sz="6600" dirty="0" smtClean="0">
                <a:latin typeface="Cambria" pitchFamily="18" charset="0"/>
              </a:rPr>
              <a:t>ka mety miery,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dia lavitra 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599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Aza manary izay mitalaho,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mba vonjeo anie;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Tena mahantra sy ory re aho.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Diso sy meloka be;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599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Nefa maniry hiova ho tsara,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ta-hanoa Anao,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Ary ny zavatra izay voarara,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mba hataoko izao.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599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Raiso, ry Tompoko, ny fikasako,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Raiso ny foko anio 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ny marina no ialako,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Dia ahitsio sy ampio;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599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Hianao, ry Mpamonjy mahery,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No tsy mba mety mandao,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Ary izaho dia tsy mba irery,</a:t>
            </a:r>
          </a:p>
          <a:p>
            <a:pPr>
              <a:buNone/>
            </a:pPr>
            <a:r>
              <a:rPr lang="fi-FI" sz="6600" smtClean="0">
                <a:latin typeface="Cambria" pitchFamily="18" charset="0"/>
              </a:rPr>
              <a:t>Fa tsy ho lavitra 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158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599</vt:lpstr>
      <vt:lpstr>HIRA 599</vt:lpstr>
      <vt:lpstr>HIRA 599</vt:lpstr>
      <vt:lpstr>HIRA 599</vt:lpstr>
      <vt:lpstr>HIRA 599</vt:lpstr>
      <vt:lpstr>HIRA 599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7</cp:revision>
  <dcterms:created xsi:type="dcterms:W3CDTF">2012-12-08T21:04:49Z</dcterms:created>
  <dcterms:modified xsi:type="dcterms:W3CDTF">2014-07-26T11:58:33Z</dcterms:modified>
</cp:coreProperties>
</file>