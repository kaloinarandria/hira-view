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2" r:id="rId7"/>
    <p:sldId id="260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98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454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1. </a:t>
            </a:r>
            <a:r>
              <a:rPr lang="fr-FR" sz="6600" dirty="0" err="1" smtClean="0">
                <a:latin typeface="Cambria" pitchFamily="18" charset="0"/>
              </a:rPr>
              <a:t>Veloma</a:t>
            </a:r>
            <a:r>
              <a:rPr lang="fr-FR" sz="6600" dirty="0" smtClean="0">
                <a:latin typeface="Cambria" pitchFamily="18" charset="0"/>
              </a:rPr>
              <a:t> no </a:t>
            </a:r>
            <a:r>
              <a:rPr lang="fr-FR" sz="6600" dirty="0" err="1" smtClean="0">
                <a:latin typeface="Cambria" pitchFamily="18" charset="0"/>
              </a:rPr>
              <a:t>apetrako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tapaka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hevitro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Handao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fahazarako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Kristy</a:t>
            </a:r>
            <a:r>
              <a:rPr lang="fr-FR" sz="6600" dirty="0" smtClean="0">
                <a:latin typeface="Cambria" pitchFamily="18" charset="0"/>
              </a:rPr>
              <a:t> no </a:t>
            </a:r>
            <a:r>
              <a:rPr lang="fr-FR" sz="6600" dirty="0" err="1" smtClean="0">
                <a:latin typeface="Cambria" pitchFamily="18" charset="0"/>
              </a:rPr>
              <a:t>harahiko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454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Veloma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hianao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tontolo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Izaho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tamana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aty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Veloma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hianao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454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2.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làlan'ota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hitako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Namono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fanahiko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he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ery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tazako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Ilay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tany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soa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mamiko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454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Veloma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hianao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tontolo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Izaho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tamana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aty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Veloma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hianao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454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 3: </a:t>
            </a:r>
            <a:r>
              <a:rPr lang="fr-FR" sz="6600" dirty="0" err="1" smtClean="0">
                <a:latin typeface="Cambria" pitchFamily="18" charset="0"/>
              </a:rPr>
              <a:t>Mpanota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smtClean="0">
                <a:latin typeface="Cambria" pitchFamily="18" charset="0"/>
              </a:rPr>
              <a:t>ô, </a:t>
            </a:r>
            <a:r>
              <a:rPr lang="fr-FR" sz="6600" dirty="0" err="1" smtClean="0">
                <a:latin typeface="Cambria" pitchFamily="18" charset="0"/>
              </a:rPr>
              <a:t>nahoana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No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miaraka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aminay</a:t>
            </a:r>
            <a:r>
              <a:rPr lang="fr-FR" sz="6600" dirty="0" smtClean="0">
                <a:latin typeface="Cambria" pitchFamily="18" charset="0"/>
              </a:rPr>
              <a:t>?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mbola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misy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toerana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ho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ho </a:t>
            </a:r>
            <a:r>
              <a:rPr lang="fr-FR" sz="6600" dirty="0" err="1" smtClean="0">
                <a:latin typeface="Cambria" pitchFamily="18" charset="0"/>
              </a:rPr>
              <a:t>anay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454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Veloma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hianao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tontolo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Izaho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tamana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aty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Veloma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hianao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454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84" y="785794"/>
            <a:ext cx="914400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4. </a:t>
            </a:r>
            <a:r>
              <a:rPr lang="fr-FR" sz="6600" dirty="0" err="1" smtClean="0">
                <a:latin typeface="Cambria" pitchFamily="18" charset="0"/>
              </a:rPr>
              <a:t>Veloma</a:t>
            </a:r>
            <a:r>
              <a:rPr lang="fr-FR" sz="6600" dirty="0" smtClean="0">
                <a:latin typeface="Cambria" pitchFamily="18" charset="0"/>
              </a:rPr>
              <a:t>, fa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aloha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tany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honenako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maika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aho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hankao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Handray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fitsaharako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454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Veloma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hianao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tontolo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Izaho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tamana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aty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Veloma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hianao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454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5. </a:t>
            </a:r>
            <a:r>
              <a:rPr lang="fr-FR" sz="6600" dirty="0" err="1" smtClean="0">
                <a:latin typeface="Cambria" pitchFamily="18" charset="0"/>
              </a:rPr>
              <a:t>Jerosalema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tazako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velona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hirako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any</a:t>
            </a:r>
            <a:r>
              <a:rPr lang="fr-FR" sz="6600" dirty="0" smtClean="0">
                <a:latin typeface="Cambria" pitchFamily="18" charset="0"/>
              </a:rPr>
              <a:t> no </a:t>
            </a:r>
            <a:r>
              <a:rPr lang="fr-FR" sz="6600" dirty="0" err="1" smtClean="0">
                <a:latin typeface="Cambria" pitchFamily="18" charset="0"/>
              </a:rPr>
              <a:t>honenako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Hidera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Mpanjakako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454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Ho </a:t>
            </a:r>
            <a:r>
              <a:rPr lang="fr-FR" sz="6600" dirty="0" err="1" smtClean="0">
                <a:latin typeface="Cambria" pitchFamily="18" charset="0"/>
              </a:rPr>
              <a:t>any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aho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Ho </a:t>
            </a:r>
            <a:r>
              <a:rPr lang="fr-FR" sz="6600" dirty="0" err="1" smtClean="0">
                <a:latin typeface="Cambria" pitchFamily="18" charset="0"/>
              </a:rPr>
              <a:t>any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aho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Izaho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smtClean="0">
                <a:latin typeface="Cambria" pitchFamily="18" charset="0"/>
              </a:rPr>
              <a:t>tamàna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aty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Ho </a:t>
            </a:r>
            <a:r>
              <a:rPr lang="fr-FR" sz="6600" dirty="0" err="1" smtClean="0">
                <a:latin typeface="Cambria" pitchFamily="18" charset="0"/>
              </a:rPr>
              <a:t>any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aho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206</Words>
  <PresentationFormat>Affichage à l'écran (4:3)</PresentationFormat>
  <Paragraphs>50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454 </vt:lpstr>
      <vt:lpstr>Hira 454 </vt:lpstr>
      <vt:lpstr>Hira 454 </vt:lpstr>
      <vt:lpstr>Hira 454 </vt:lpstr>
      <vt:lpstr>Hira 454 </vt:lpstr>
      <vt:lpstr>Hira 454 </vt:lpstr>
      <vt:lpstr>Hira 454 </vt:lpstr>
      <vt:lpstr>Hira 454 </vt:lpstr>
      <vt:lpstr>Hira 454 </vt:lpstr>
      <vt:lpstr>Hira 454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449 </dc:title>
  <dc:creator>M</dc:creator>
  <cp:lastModifiedBy>M</cp:lastModifiedBy>
  <cp:revision>2</cp:revision>
  <dcterms:created xsi:type="dcterms:W3CDTF">2012-11-26T19:32:36Z</dcterms:created>
  <dcterms:modified xsi:type="dcterms:W3CDTF">2013-01-17T22:37:00Z</dcterms:modified>
</cp:coreProperties>
</file>