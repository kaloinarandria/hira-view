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00042"/>
            <a:ext cx="914400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1. Tany Betlehema fahiny 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Nisy Zaza teraka;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Tonga toy ny mpivahiny,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Nefa tena Zanaka.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Izy no Jesosinao,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Ka mba raiso ho anao!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00042"/>
            <a:ext cx="914400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2. Ao ny lapa feno haja.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Nisy Azy fahizay;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Saotra, dera, aman-daza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Teo anatrehan-dRay,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Izany no nilaozany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Hamonjeny ny aty.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00042"/>
            <a:ext cx="914400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3. Zaza tsy nanota Izy,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Nefa Zaza toa anao,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Koa raisonao, rankizy,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Mba ho tena havanao;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Ary mba arahonao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Izay fanaony hitanao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00042"/>
            <a:ext cx="914400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4. Raha hianao tomany,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Izy hampangina anao,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Izy koa hampahamamy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Izay fifaliano: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Matokia hianao.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Izy no Sakaizanao!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00042"/>
            <a:ext cx="914400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5. Nefa mba henoy, ry Zaza: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Ao an-danitra Izy izao.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Fa ho avy indray hitsara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An'izao tontolo izao: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Koa mba fidionao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Izy ho Mpamonjinao!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146</Words>
  <PresentationFormat>Affichage à l'écran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61</vt:lpstr>
      <vt:lpstr>Hira 61</vt:lpstr>
      <vt:lpstr>Hira 61</vt:lpstr>
      <vt:lpstr>Hira 61</vt:lpstr>
      <vt:lpstr>Hira 61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16</cp:revision>
  <dcterms:created xsi:type="dcterms:W3CDTF">2012-10-02T21:52:07Z</dcterms:created>
  <dcterms:modified xsi:type="dcterms:W3CDTF">2013-07-02T11:40:55Z</dcterms:modified>
</cp:coreProperties>
</file>