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47" autoAdjust="0"/>
  </p:normalViewPr>
  <p:slideViewPr>
    <p:cSldViewPr>
      <p:cViewPr varScale="1">
        <p:scale>
          <a:sx n="44" d="100"/>
          <a:sy n="44" d="100"/>
        </p:scale>
        <p:origin x="-9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124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Nitsangana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Neken'ny</a:t>
            </a:r>
            <a:r>
              <a:rPr lang="en-US" sz="6600" dirty="0" smtClean="0">
                <a:latin typeface="Cambria" pitchFamily="18" charset="0"/>
              </a:rPr>
              <a:t> Ray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Misokatra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124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Tompom-pandresena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Nandrava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Andriam-pamonjena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Tolory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hasina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124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Amboninahitra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Hiarahako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mizaka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45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124</vt:lpstr>
      <vt:lpstr>HIRA 124</vt:lpstr>
      <vt:lpstr>HIRA 124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15</cp:revision>
  <dcterms:created xsi:type="dcterms:W3CDTF">2012-10-21T18:56:48Z</dcterms:created>
  <dcterms:modified xsi:type="dcterms:W3CDTF">2013-07-03T06:42:39Z</dcterms:modified>
</cp:coreProperties>
</file>