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Vita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fandresena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famonjena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fasana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Fahavalo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farany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Fa Jeso nitsangana,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Tonga fanafahana;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Haleloia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2. </a:t>
            </a:r>
            <a:r>
              <a:rPr lang="es-ES" sz="7200" dirty="0" err="1" smtClean="0">
                <a:latin typeface="Cambria" pitchFamily="18" charset="0"/>
              </a:rPr>
              <a:t>To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nambara</a:t>
            </a:r>
            <a:r>
              <a:rPr lang="es-E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Fa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fatotra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nivaha</a:t>
            </a:r>
            <a:r>
              <a:rPr lang="es-E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Foana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fasana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nitsangana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Tamin-kery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lehibe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Ka torio ry mino e!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Eran-tany mba ho re: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Haleloia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214346" y="642918"/>
            <a:ext cx="1000128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3. </a:t>
            </a:r>
            <a:r>
              <a:rPr lang="es-ES" sz="7200" dirty="0" err="1" smtClean="0">
                <a:latin typeface="Cambria" pitchFamily="18" charset="0"/>
              </a:rPr>
              <a:t>Dia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venteso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hosana</a:t>
            </a:r>
            <a:r>
              <a:rPr lang="es-E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Aoka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hihambahamba</a:t>
            </a:r>
            <a:r>
              <a:rPr lang="es-E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Lay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nisolo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Izy no nisantatra</a:t>
            </a:r>
          </a:p>
          <a:p>
            <a:pPr>
              <a:buNone/>
            </a:pPr>
            <a:r>
              <a:rPr lang="it-IT" sz="7200" dirty="0" smtClean="0">
                <a:latin typeface="Cambria" pitchFamily="18" charset="0"/>
              </a:rPr>
              <a:t>Ny fiainan-tsambatra:</a:t>
            </a:r>
          </a:p>
          <a:p>
            <a:pPr>
              <a:buNone/>
            </a:pPr>
            <a:r>
              <a:rPr lang="it-IT" sz="7200" smtClean="0">
                <a:latin typeface="Cambria" pitchFamily="18" charset="0"/>
              </a:rPr>
              <a:t>Haleloia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</Words>
  <PresentationFormat>Affichage à l'écran 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137</vt:lpstr>
      <vt:lpstr>Hira 137</vt:lpstr>
      <vt:lpstr>Hira 137</vt:lpstr>
      <vt:lpstr>Hira 137</vt:lpstr>
      <vt:lpstr>Hira 137</vt:lpstr>
      <vt:lpstr>Hira 137</vt:lpstr>
      <vt:lpstr>Hira 137</vt:lpstr>
      <vt:lpstr>Hira 137</vt:lpstr>
      <vt:lpstr>Hira 137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2013-07-03T07:54:41Z</dcterms:modified>
</cp:coreProperties>
</file>