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593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1. Ry Jeso ô, Mpanjakanay,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Hadinonao va izahay,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No tsy omenao faingana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rano mahavelona?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593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2. He, maina sy mangetana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Sy ivesarana entana,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mapiferin'aina anay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efitra onenanay.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593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3.Tsy hitanao ve, Tompo ô,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valaka sy rera-po,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Malain-kanaraka Anao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olom-boafidinao?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593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Aidino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Fanahinao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Sy fifaliam-po vaovao;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ranon'aina anie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Hatondrakao ny tany re!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593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5. Reseo ny fahavalonay,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Omeo rariny izahay,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Tapahonao ny gadranay,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Ampiadano izahay!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593</vt:lpstr>
      <vt:lpstr>HIRA 593</vt:lpstr>
      <vt:lpstr>HIRA 593</vt:lpstr>
      <vt:lpstr>HIRA 593</vt:lpstr>
      <vt:lpstr>HIRA 593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9</cp:revision>
  <dcterms:created xsi:type="dcterms:W3CDTF">2012-12-08T21:04:49Z</dcterms:created>
  <dcterms:modified xsi:type="dcterms:W3CDTF">2015-03-22T05:14:17Z</dcterms:modified>
</cp:coreProperties>
</file>