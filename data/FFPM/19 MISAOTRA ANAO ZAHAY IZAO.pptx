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12" autoAdjust="0"/>
    <p:restoredTop sz="94660"/>
  </p:normalViewPr>
  <p:slideViewPr>
    <p:cSldViewPr>
      <p:cViewPr varScale="1">
        <p:scale>
          <a:sx n="60" d="100"/>
          <a:sy n="60" d="100"/>
        </p:scale>
        <p:origin x="-3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Jehovah Ray!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notohizanao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andronay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tonga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aty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tranonao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0"/>
            <a:ext cx="7972452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	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9572692" cy="5715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Mpanome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re,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isan-andro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maro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be.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 indent="-324000"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Anao'zahay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Rainay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indent="-324000"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helokay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navelanao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indent="-324000"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Nefa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moa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indent="-324000"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mahalaza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natao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?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 indent="-324000"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tokoa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19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1504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mafy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sakananao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hanjo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be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fanirianao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hadio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796908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85791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5.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fr-FR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</a:t>
            </a:r>
            <a:r>
              <a:rPr lang="en-US" sz="600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minao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an-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danitra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Honenanay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fitsaharana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6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Mandrakizay</a:t>
            </a:r>
            <a:r>
              <a:rPr lang="en-US" sz="6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spcBef>
                <a:spcPts val="0"/>
              </a:spcBef>
              <a:buNone/>
            </a:pPr>
            <a:endParaRPr lang="fr-FR" sz="6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</Words>
  <PresentationFormat>Affichage à l'écran (4:3)</PresentationFormat>
  <Paragraphs>32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19</vt:lpstr>
      <vt:lpstr>HIRA 1 9</vt:lpstr>
      <vt:lpstr>HIRA 19</vt:lpstr>
      <vt:lpstr>HIRA 19</vt:lpstr>
      <vt:lpstr>HIRA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4</cp:revision>
  <dcterms:created xsi:type="dcterms:W3CDTF">2012-10-02T21:28:02Z</dcterms:created>
  <dcterms:modified xsi:type="dcterms:W3CDTF">2014-05-28T10:38:22Z</dcterms:modified>
</cp:coreProperties>
</file>