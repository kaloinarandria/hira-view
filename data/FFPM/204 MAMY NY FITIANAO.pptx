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Jehovah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Nahafoy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Hanavotanao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antranao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Ta-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hanafa-keloka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fitaomanao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ovay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Hankato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anatrao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204 </vt:lpstr>
      <vt:lpstr>HIRA 204 </vt:lpstr>
      <vt:lpstr>HIRA 204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6</cp:revision>
  <dcterms:created xsi:type="dcterms:W3CDTF">2012-10-03T08:17:13Z</dcterms:created>
  <dcterms:modified xsi:type="dcterms:W3CDTF">2014-07-27T05:18:25Z</dcterms:modified>
</cp:coreProperties>
</file>