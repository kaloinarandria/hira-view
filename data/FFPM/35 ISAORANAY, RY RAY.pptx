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0966" autoAdjust="0"/>
    <p:restoredTop sz="94660"/>
  </p:normalViewPr>
  <p:slideViewPr>
    <p:cSldViewPr>
      <p:cViewPr varScale="1">
        <p:scale>
          <a:sx n="55" d="100"/>
          <a:sy n="55" d="100"/>
        </p:scale>
        <p:origin x="-78" y="-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04/08/2014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50070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1.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Isaoranay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fitiavanao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Fa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indro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azonay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taom-baovao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  <a:p>
            <a:pPr>
              <a:buNone/>
            </a:pP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857232"/>
            <a:ext cx="8786842" cy="514351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Tompo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ô!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Ambeno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'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fifaliana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	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aoka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re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feno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hasoavanao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2863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2.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taona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lasa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Nipaoka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olon-tsoa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Ireny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nikasa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:,: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tafita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koa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785794"/>
            <a:ext cx="8858280" cy="521495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fitondrana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anefa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Afeninao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nony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miantefa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Vao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sina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3.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Fanahy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ô,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avia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Hitari-dalana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e!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Mandroso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dia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Hamaky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rano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be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929718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herinao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lefy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No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tanjaky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ampy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mba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fefy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avy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ny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manjo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928670"/>
            <a:ext cx="8929718" cy="54292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l-PL" sz="6600" b="1" dirty="0" smtClean="0">
                <a:solidFill>
                  <a:srgbClr val="002060"/>
                </a:solidFill>
                <a:latin typeface="Cambria" pitchFamily="18" charset="0"/>
              </a:rPr>
              <a:t>4. ltoero, Jeso tia,</a:t>
            </a:r>
          </a:p>
          <a:p>
            <a:pPr>
              <a:buNone/>
            </a:pPr>
            <a:r>
              <a:rPr lang="pl-PL" sz="6600" b="1" dirty="0" smtClean="0">
                <a:solidFill>
                  <a:srgbClr val="002060"/>
                </a:solidFill>
                <a:latin typeface="Cambria" pitchFamily="18" charset="0"/>
              </a:rPr>
              <a:t>Ny sambonay re!</a:t>
            </a:r>
          </a:p>
          <a:p>
            <a:pPr>
              <a:buNone/>
            </a:pPr>
            <a:r>
              <a:rPr lang="pl-PL" sz="6600" b="1" dirty="0" smtClean="0">
                <a:solidFill>
                  <a:srgbClr val="002060"/>
                </a:solidFill>
                <a:latin typeface="Cambria" pitchFamily="18" charset="0"/>
              </a:rPr>
              <a:t>Na tony na maria,</a:t>
            </a:r>
          </a:p>
          <a:p>
            <a:pPr>
              <a:buNone/>
            </a:pPr>
            <a:r>
              <a:rPr lang="pl-PL" sz="6600" b="1" dirty="0" smtClean="0">
                <a:solidFill>
                  <a:srgbClr val="002060"/>
                </a:solidFill>
                <a:latin typeface="Cambria" pitchFamily="18" charset="0"/>
              </a:rPr>
              <a:t>:,: 'Ty ranomasim-be :,: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b="1" dirty="0" smtClean="0">
                <a:solidFill>
                  <a:srgbClr val="0070C0"/>
                </a:solidFill>
                <a:latin typeface="Cambria" pitchFamily="18" charset="0"/>
              </a:rPr>
              <a:t>HIRA 35</a:t>
            </a:r>
            <a:endParaRPr lang="fr-FR" b="1" dirty="0">
              <a:solidFill>
                <a:srgbClr val="0070C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857232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Raha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Hianao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no hita</a:t>
            </a: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Tsy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fefika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izahay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Ambara-piampita</a:t>
            </a:r>
            <a:endParaRPr lang="es-ES" sz="6600" b="1" dirty="0" smtClean="0">
              <a:solidFill>
                <a:srgbClr val="002060"/>
              </a:solidFill>
              <a:latin typeface="Cambria" pitchFamily="18" charset="0"/>
            </a:endParaRPr>
          </a:p>
          <a:p>
            <a:pPr>
              <a:buNone/>
            </a:pP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Ary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 </a:t>
            </a:r>
            <a:r>
              <a:rPr lang="es-ES" sz="6600" b="1" dirty="0" err="1" smtClean="0">
                <a:solidFill>
                  <a:srgbClr val="002060"/>
                </a:solidFill>
                <a:latin typeface="Cambria" pitchFamily="18" charset="0"/>
              </a:rPr>
              <a:t>an-tratran-dRay</a:t>
            </a:r>
            <a:r>
              <a:rPr lang="es-ES" sz="6600" b="1" dirty="0" smtClean="0">
                <a:solidFill>
                  <a:srgbClr val="002060"/>
                </a:solidFill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142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35</vt:lpstr>
      <vt:lpstr>HIRA 35</vt:lpstr>
      <vt:lpstr>HIRA 35</vt:lpstr>
      <vt:lpstr>HIRA 35</vt:lpstr>
      <vt:lpstr>HIRA 35</vt:lpstr>
      <vt:lpstr>HIRA 35</vt:lpstr>
      <vt:lpstr>HIRA 35</vt:lpstr>
      <vt:lpstr>HIRA 35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21: 1, 3</dc:title>
  <dc:creator>M</dc:creator>
  <cp:lastModifiedBy>M</cp:lastModifiedBy>
  <cp:revision>20</cp:revision>
  <dcterms:created xsi:type="dcterms:W3CDTF">2012-10-02T21:34:15Z</dcterms:created>
  <dcterms:modified xsi:type="dcterms:W3CDTF">2014-08-04T12:58:09Z</dcterms:modified>
</cp:coreProperties>
</file>