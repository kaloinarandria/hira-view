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0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Tahio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Ankalazao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nasandratrao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kiady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aronay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Mpanjakanay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Ampandreseo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menatra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rafinao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9144064" cy="59293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Mpampionona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Ampikambano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sampam-piangonana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Hiray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pitiavana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62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193</vt:lpstr>
      <vt:lpstr>HIRA 193</vt:lpstr>
      <vt:lpstr>HIRA 193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5</cp:revision>
  <dcterms:created xsi:type="dcterms:W3CDTF">2012-10-03T08:17:13Z</dcterms:created>
  <dcterms:modified xsi:type="dcterms:W3CDTF">2013-11-29T09:36:54Z</dcterms:modified>
</cp:coreProperties>
</file>