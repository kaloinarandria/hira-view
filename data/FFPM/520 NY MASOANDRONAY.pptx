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6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011222"/>
          </a:xfrm>
        </p:spPr>
        <p:txBody>
          <a:bodyPr>
            <a:normAutofit/>
          </a:bodyPr>
          <a:lstStyle/>
          <a:p>
            <a:r>
              <a:rPr lang="fr-FR" sz="4000" b="1" dirty="0" err="1" smtClean="0"/>
              <a:t>Hira</a:t>
            </a:r>
            <a:r>
              <a:rPr lang="fr-FR" sz="4000" b="1" dirty="0" smtClean="0"/>
              <a:t> </a:t>
            </a:r>
            <a:r>
              <a:rPr lang="fr-FR" sz="4000" b="1" dirty="0" smtClean="0"/>
              <a:t>520</a:t>
            </a:r>
            <a:endParaRPr lang="fr-FR" sz="4000" b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285720" y="1000108"/>
            <a:ext cx="8858312" cy="57150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1.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masoandronay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Mirefarefa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izao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Madiva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hody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izahay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Hiverina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aminao</a:t>
            </a:r>
            <a:r>
              <a:rPr lang="en-US" sz="7200" dirty="0" smtClean="0">
                <a:latin typeface="Cambria" pitchFamily="18" charset="0"/>
              </a:rPr>
              <a:t> 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011222"/>
          </a:xfrm>
        </p:spPr>
        <p:txBody>
          <a:bodyPr>
            <a:normAutofit/>
          </a:bodyPr>
          <a:lstStyle/>
          <a:p>
            <a:r>
              <a:rPr lang="fr-FR" sz="4000" b="1" dirty="0" err="1" smtClean="0"/>
              <a:t>Hira</a:t>
            </a:r>
            <a:r>
              <a:rPr lang="fr-FR" sz="4000" b="1" dirty="0" smtClean="0"/>
              <a:t> </a:t>
            </a:r>
            <a:r>
              <a:rPr lang="fr-FR" sz="4000" b="1" dirty="0" smtClean="0"/>
              <a:t>520</a:t>
            </a:r>
            <a:endParaRPr lang="fr-FR" sz="4000" b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71406" y="1000108"/>
            <a:ext cx="9215502" cy="57150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Jeso</a:t>
            </a:r>
            <a:r>
              <a:rPr lang="en-US" sz="7200" dirty="0" smtClean="0">
                <a:latin typeface="Cambria" pitchFamily="18" charset="0"/>
              </a:rPr>
              <a:t> ô! </a:t>
            </a:r>
            <a:r>
              <a:rPr lang="en-US" sz="7200" dirty="0" err="1" smtClean="0">
                <a:latin typeface="Cambria" pitchFamily="18" charset="0"/>
              </a:rPr>
              <a:t>sasao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Sasao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madio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izahay</a:t>
            </a:r>
            <a:r>
              <a:rPr lang="en-US" sz="72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Ho </a:t>
            </a:r>
            <a:r>
              <a:rPr lang="en-US" sz="7200" dirty="0" err="1" smtClean="0">
                <a:latin typeface="Cambria" pitchFamily="18" charset="0"/>
              </a:rPr>
              <a:t>mendrika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lanitra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Izay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honenanay</a:t>
            </a:r>
            <a:r>
              <a:rPr lang="en-US" sz="7200" dirty="0" smtClean="0">
                <a:latin typeface="Cambria" pitchFamily="18" charset="0"/>
              </a:rPr>
              <a:t>.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011222"/>
          </a:xfrm>
        </p:spPr>
        <p:txBody>
          <a:bodyPr>
            <a:normAutofit/>
          </a:bodyPr>
          <a:lstStyle/>
          <a:p>
            <a:r>
              <a:rPr lang="fr-FR" sz="4000" b="1" dirty="0" err="1" smtClean="0"/>
              <a:t>Hira</a:t>
            </a:r>
            <a:r>
              <a:rPr lang="fr-FR" sz="4000" b="1" dirty="0" smtClean="0"/>
              <a:t> </a:t>
            </a:r>
            <a:r>
              <a:rPr lang="fr-FR" sz="4000" b="1" dirty="0" smtClean="0"/>
              <a:t>520</a:t>
            </a:r>
            <a:endParaRPr lang="fr-FR" sz="4000" b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285720" y="1000108"/>
            <a:ext cx="8858312" cy="57150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2. </a:t>
            </a:r>
            <a:r>
              <a:rPr lang="en-US" sz="7200" dirty="0" err="1" smtClean="0">
                <a:latin typeface="Cambria" pitchFamily="18" charset="0"/>
              </a:rPr>
              <a:t>Tsy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ela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intsony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koa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Ity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ady</a:t>
            </a:r>
            <a:r>
              <a:rPr lang="en-US" sz="7200" dirty="0" smtClean="0">
                <a:latin typeface="Cambria" pitchFamily="18" charset="0"/>
              </a:rPr>
              <a:t> lava </a:t>
            </a:r>
            <a:r>
              <a:rPr lang="en-US" sz="7200" dirty="0" err="1" smtClean="0">
                <a:latin typeface="Cambria" pitchFamily="18" charset="0"/>
              </a:rPr>
              <a:t>ity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Ho </a:t>
            </a:r>
            <a:r>
              <a:rPr lang="en-US" sz="7200" dirty="0" err="1" smtClean="0">
                <a:latin typeface="Cambria" pitchFamily="18" charset="0"/>
              </a:rPr>
              <a:t>afa-tsasatra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tokoa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Rehefa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tonga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ary</a:t>
            </a:r>
            <a:r>
              <a:rPr lang="en-US" sz="7200" dirty="0" smtClean="0">
                <a:latin typeface="Cambria" pitchFamily="18" charset="0"/>
              </a:rPr>
              <a:t> 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011222"/>
          </a:xfrm>
        </p:spPr>
        <p:txBody>
          <a:bodyPr>
            <a:normAutofit/>
          </a:bodyPr>
          <a:lstStyle/>
          <a:p>
            <a:r>
              <a:rPr lang="fr-FR" sz="4000" b="1" dirty="0" err="1" smtClean="0"/>
              <a:t>Hira</a:t>
            </a:r>
            <a:r>
              <a:rPr lang="fr-FR" sz="4000" b="1" dirty="0" smtClean="0"/>
              <a:t> </a:t>
            </a:r>
            <a:r>
              <a:rPr lang="fr-FR" sz="4000" b="1" dirty="0" smtClean="0"/>
              <a:t>520</a:t>
            </a:r>
            <a:endParaRPr lang="fr-FR" sz="4000" b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71406" y="1000108"/>
            <a:ext cx="9215502" cy="57150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Jeso</a:t>
            </a:r>
            <a:r>
              <a:rPr lang="en-US" sz="7200" dirty="0" smtClean="0">
                <a:latin typeface="Cambria" pitchFamily="18" charset="0"/>
              </a:rPr>
              <a:t> ô! </a:t>
            </a:r>
            <a:r>
              <a:rPr lang="en-US" sz="7200" dirty="0" err="1" smtClean="0">
                <a:latin typeface="Cambria" pitchFamily="18" charset="0"/>
              </a:rPr>
              <a:t>sasao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Sasao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madio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izahay</a:t>
            </a:r>
            <a:r>
              <a:rPr lang="en-US" sz="72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Ho </a:t>
            </a:r>
            <a:r>
              <a:rPr lang="en-US" sz="7200" dirty="0" err="1" smtClean="0">
                <a:latin typeface="Cambria" pitchFamily="18" charset="0"/>
              </a:rPr>
              <a:t>mendrika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lanitra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Izay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honenanay</a:t>
            </a:r>
            <a:r>
              <a:rPr lang="en-US" sz="7200" dirty="0" smtClean="0">
                <a:latin typeface="Cambria" pitchFamily="18" charset="0"/>
              </a:rPr>
              <a:t>.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011222"/>
          </a:xfrm>
        </p:spPr>
        <p:txBody>
          <a:bodyPr>
            <a:normAutofit/>
          </a:bodyPr>
          <a:lstStyle/>
          <a:p>
            <a:r>
              <a:rPr lang="fr-FR" sz="4000" b="1" dirty="0" err="1" smtClean="0"/>
              <a:t>Hira</a:t>
            </a:r>
            <a:r>
              <a:rPr lang="fr-FR" sz="4000" b="1" dirty="0" smtClean="0"/>
              <a:t> </a:t>
            </a:r>
            <a:r>
              <a:rPr lang="fr-FR" sz="4000" b="1" dirty="0" smtClean="0"/>
              <a:t>520</a:t>
            </a:r>
            <a:endParaRPr lang="fr-FR" sz="4000" b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0" y="785794"/>
            <a:ext cx="9429784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3. </a:t>
            </a:r>
            <a:r>
              <a:rPr lang="en-US" sz="7200" dirty="0" err="1" smtClean="0">
                <a:latin typeface="Cambria" pitchFamily="18" charset="0"/>
              </a:rPr>
              <a:t>Madiva</a:t>
            </a:r>
            <a:r>
              <a:rPr lang="en-US" sz="7200" dirty="0" smtClean="0">
                <a:latin typeface="Cambria" pitchFamily="18" charset="0"/>
              </a:rPr>
              <a:t> ho </a:t>
            </a:r>
            <a:r>
              <a:rPr lang="en-US" sz="7200" dirty="0" err="1" smtClean="0">
                <a:latin typeface="Cambria" pitchFamily="18" charset="0"/>
              </a:rPr>
              <a:t>hitanay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Ilay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Tomponay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ary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Madiva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hihaona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aminay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namanay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taty</a:t>
            </a:r>
            <a:r>
              <a:rPr lang="en-US" sz="7200" dirty="0" smtClean="0">
                <a:latin typeface="Cambria" pitchFamily="18" charset="0"/>
              </a:rPr>
              <a:t> 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011222"/>
          </a:xfrm>
        </p:spPr>
        <p:txBody>
          <a:bodyPr>
            <a:normAutofit/>
          </a:bodyPr>
          <a:lstStyle/>
          <a:p>
            <a:r>
              <a:rPr lang="fr-FR" sz="4000" b="1" dirty="0" err="1" smtClean="0"/>
              <a:t>Hira</a:t>
            </a:r>
            <a:r>
              <a:rPr lang="fr-FR" sz="4000" b="1" dirty="0" smtClean="0"/>
              <a:t> </a:t>
            </a:r>
            <a:r>
              <a:rPr lang="fr-FR" sz="4000" b="1" dirty="0" smtClean="0"/>
              <a:t>520</a:t>
            </a:r>
            <a:endParaRPr lang="fr-FR" sz="4000" b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71406" y="1000108"/>
            <a:ext cx="9215502" cy="57150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Jeso</a:t>
            </a:r>
            <a:r>
              <a:rPr lang="en-US" sz="7200" dirty="0" smtClean="0">
                <a:latin typeface="Cambria" pitchFamily="18" charset="0"/>
              </a:rPr>
              <a:t> ô! </a:t>
            </a:r>
            <a:r>
              <a:rPr lang="en-US" sz="7200" dirty="0" err="1" smtClean="0">
                <a:latin typeface="Cambria" pitchFamily="18" charset="0"/>
              </a:rPr>
              <a:t>sasao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Sasao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madio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izahay</a:t>
            </a:r>
            <a:r>
              <a:rPr lang="en-US" sz="72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Ho </a:t>
            </a:r>
            <a:r>
              <a:rPr lang="en-US" sz="7200" dirty="0" err="1" smtClean="0">
                <a:latin typeface="Cambria" pitchFamily="18" charset="0"/>
              </a:rPr>
              <a:t>mendrika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lanitra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Izay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honenanay</a:t>
            </a:r>
            <a:r>
              <a:rPr lang="en-US" sz="7200" dirty="0" smtClean="0">
                <a:latin typeface="Cambria" pitchFamily="18" charset="0"/>
              </a:rPr>
              <a:t>.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011222"/>
          </a:xfrm>
        </p:spPr>
        <p:txBody>
          <a:bodyPr>
            <a:normAutofit/>
          </a:bodyPr>
          <a:lstStyle/>
          <a:p>
            <a:r>
              <a:rPr lang="fr-FR" sz="4000" b="1" dirty="0" err="1" smtClean="0"/>
              <a:t>Hira</a:t>
            </a:r>
            <a:r>
              <a:rPr lang="fr-FR" sz="4000" b="1" dirty="0" smtClean="0"/>
              <a:t> </a:t>
            </a:r>
            <a:r>
              <a:rPr lang="fr-FR" sz="4000" b="1" dirty="0" smtClean="0"/>
              <a:t>520</a:t>
            </a:r>
            <a:endParaRPr lang="fr-FR" sz="4000" b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285720" y="857232"/>
            <a:ext cx="8858312" cy="5857892"/>
          </a:xfrm>
        </p:spPr>
        <p:txBody>
          <a:bodyPr>
            <a:noAutofit/>
          </a:bodyPr>
          <a:lstStyle/>
          <a:p>
            <a:pPr marL="0">
              <a:spcBef>
                <a:spcPts val="0"/>
              </a:spcBef>
              <a:buNone/>
            </a:pPr>
            <a:r>
              <a:rPr lang="en-US" sz="7200" dirty="0" smtClean="0">
                <a:latin typeface="Cambria" pitchFamily="18" charset="0"/>
              </a:rPr>
              <a:t>4. He! </a:t>
            </a:r>
            <a:r>
              <a:rPr lang="en-US" sz="7200" dirty="0" err="1" smtClean="0">
                <a:latin typeface="Cambria" pitchFamily="18" charset="0"/>
              </a:rPr>
              <a:t>kely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sisa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izao</a:t>
            </a:r>
            <a:r>
              <a:rPr lang="en-US" sz="7200" dirty="0" smtClean="0">
                <a:latin typeface="Cambria" pitchFamily="18" charset="0"/>
              </a:rPr>
              <a:t> </a:t>
            </a:r>
          </a:p>
          <a:p>
            <a:pPr marL="0">
              <a:spcBef>
                <a:spcPts val="0"/>
              </a:spcBef>
              <a:buNone/>
            </a:pPr>
            <a:r>
              <a:rPr lang="en-US" sz="7200" dirty="0" smtClean="0">
                <a:latin typeface="Cambria" pitchFamily="18" charset="0"/>
              </a:rPr>
              <a:t>No </a:t>
            </a:r>
            <a:r>
              <a:rPr lang="en-US" sz="7200" dirty="0" err="1" smtClean="0">
                <a:latin typeface="Cambria" pitchFamily="18" charset="0"/>
              </a:rPr>
              <a:t>hisentoanay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 marL="0">
              <a:spcBef>
                <a:spcPts val="0"/>
              </a:spcBef>
              <a:buNone/>
            </a:pPr>
            <a:r>
              <a:rPr lang="en-US" sz="7200" dirty="0" err="1" smtClean="0">
                <a:latin typeface="Cambria" pitchFamily="18" charset="0"/>
              </a:rPr>
              <a:t>Dia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hofafan'ny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tananao</a:t>
            </a:r>
            <a:endParaRPr lang="en-US" sz="7200" dirty="0" smtClean="0">
              <a:latin typeface="Cambria" pitchFamily="18" charset="0"/>
            </a:endParaRPr>
          </a:p>
          <a:p>
            <a:pPr marL="0">
              <a:spcBef>
                <a:spcPts val="0"/>
              </a:spcBef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ranomasonay</a:t>
            </a:r>
            <a:r>
              <a:rPr lang="en-US" sz="7200" dirty="0" smtClean="0">
                <a:latin typeface="Cambria" pitchFamily="18" charset="0"/>
              </a:rPr>
              <a:t> 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011222"/>
          </a:xfrm>
        </p:spPr>
        <p:txBody>
          <a:bodyPr>
            <a:normAutofit/>
          </a:bodyPr>
          <a:lstStyle/>
          <a:p>
            <a:r>
              <a:rPr lang="fr-FR" sz="4000" b="1" dirty="0" err="1" smtClean="0"/>
              <a:t>Hira</a:t>
            </a:r>
            <a:r>
              <a:rPr lang="fr-FR" sz="4000" b="1" dirty="0" smtClean="0"/>
              <a:t> </a:t>
            </a:r>
            <a:r>
              <a:rPr lang="fr-FR" sz="4000" b="1" dirty="0" smtClean="0"/>
              <a:t>520</a:t>
            </a:r>
            <a:endParaRPr lang="fr-FR" sz="4000" b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71406" y="1000108"/>
            <a:ext cx="9215502" cy="57150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Jeso</a:t>
            </a:r>
            <a:r>
              <a:rPr lang="en-US" sz="7200" dirty="0" smtClean="0">
                <a:latin typeface="Cambria" pitchFamily="18" charset="0"/>
              </a:rPr>
              <a:t> ô! </a:t>
            </a:r>
            <a:r>
              <a:rPr lang="en-US" sz="7200" dirty="0" err="1" smtClean="0">
                <a:latin typeface="Cambria" pitchFamily="18" charset="0"/>
              </a:rPr>
              <a:t>sasao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Sasao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madio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izahay</a:t>
            </a:r>
            <a:r>
              <a:rPr lang="en-US" sz="72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Ho </a:t>
            </a:r>
            <a:r>
              <a:rPr lang="en-US" sz="7200" dirty="0" err="1" smtClean="0">
                <a:latin typeface="Cambria" pitchFamily="18" charset="0"/>
              </a:rPr>
              <a:t>mendrika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lanitra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Izay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honenanay</a:t>
            </a:r>
            <a:r>
              <a:rPr lang="en-US" sz="7200" dirty="0" smtClean="0">
                <a:latin typeface="Cambria" pitchFamily="18" charset="0"/>
              </a:rPr>
              <a:t>.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011222"/>
          </a:xfrm>
        </p:spPr>
        <p:txBody>
          <a:bodyPr>
            <a:normAutofit/>
          </a:bodyPr>
          <a:lstStyle/>
          <a:p>
            <a:r>
              <a:rPr lang="fr-FR" sz="4000" b="1" dirty="0" err="1" smtClean="0"/>
              <a:t>Hira</a:t>
            </a:r>
            <a:r>
              <a:rPr lang="fr-FR" sz="4000" b="1" dirty="0" smtClean="0"/>
              <a:t> </a:t>
            </a:r>
            <a:r>
              <a:rPr lang="fr-FR" sz="4000" b="1" dirty="0" smtClean="0"/>
              <a:t>520</a:t>
            </a:r>
            <a:endParaRPr lang="fr-FR" sz="4000" b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285720" y="1000108"/>
            <a:ext cx="8858312" cy="57150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5. </a:t>
            </a:r>
            <a:r>
              <a:rPr lang="en-US" sz="7200" dirty="0" err="1" smtClean="0">
                <a:latin typeface="Cambria" pitchFamily="18" charset="0"/>
              </a:rPr>
              <a:t>Ity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hita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maso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ity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Izay</a:t>
            </a:r>
            <a:r>
              <a:rPr lang="en-US" sz="7200" dirty="0" smtClean="0">
                <a:latin typeface="Cambria" pitchFamily="18" charset="0"/>
              </a:rPr>
              <a:t>, </a:t>
            </a:r>
            <a:r>
              <a:rPr lang="en-US" sz="7200" dirty="0" err="1" smtClean="0">
                <a:latin typeface="Cambria" pitchFamily="18" charset="0"/>
              </a:rPr>
              <a:t>tsy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mahafa-po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Hisolo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paradisa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ary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Izay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hifalian'ny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fo</a:t>
            </a:r>
            <a:r>
              <a:rPr lang="en-US" sz="7200" dirty="0" smtClean="0">
                <a:latin typeface="Cambria" pitchFamily="18" charset="0"/>
              </a:rPr>
              <a:t> 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011222"/>
          </a:xfrm>
        </p:spPr>
        <p:txBody>
          <a:bodyPr>
            <a:normAutofit/>
          </a:bodyPr>
          <a:lstStyle/>
          <a:p>
            <a:r>
              <a:rPr lang="fr-FR" sz="4000" b="1" dirty="0" err="1" smtClean="0"/>
              <a:t>Hira</a:t>
            </a:r>
            <a:r>
              <a:rPr lang="fr-FR" sz="4000" b="1" dirty="0" smtClean="0"/>
              <a:t> </a:t>
            </a:r>
            <a:r>
              <a:rPr lang="fr-FR" sz="4000" b="1" dirty="0" smtClean="0"/>
              <a:t>520</a:t>
            </a:r>
            <a:endParaRPr lang="fr-FR" sz="4000" b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71406" y="1000108"/>
            <a:ext cx="9215502" cy="57150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Jeso</a:t>
            </a:r>
            <a:r>
              <a:rPr lang="en-US" sz="7200" dirty="0" smtClean="0">
                <a:latin typeface="Cambria" pitchFamily="18" charset="0"/>
              </a:rPr>
              <a:t> ô! </a:t>
            </a:r>
            <a:r>
              <a:rPr lang="en-US" sz="7200" dirty="0" err="1" smtClean="0">
                <a:latin typeface="Cambria" pitchFamily="18" charset="0"/>
              </a:rPr>
              <a:t>sasao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Sasao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madio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izahay</a:t>
            </a:r>
            <a:r>
              <a:rPr lang="en-US" sz="72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Ho </a:t>
            </a:r>
            <a:r>
              <a:rPr lang="en-US" sz="7200" dirty="0" err="1" smtClean="0">
                <a:latin typeface="Cambria" pitchFamily="18" charset="0"/>
              </a:rPr>
              <a:t>mendrika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lanitra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Izay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honenanay</a:t>
            </a:r>
            <a:r>
              <a:rPr lang="en-US" sz="7200" dirty="0" smtClean="0">
                <a:latin typeface="Cambria" pitchFamily="18" charset="0"/>
              </a:rPr>
              <a:t>.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188</Words>
  <PresentationFormat>Affichage à l'écran (4:3)</PresentationFormat>
  <Paragraphs>50</Paragraphs>
  <Slides>10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1" baseType="lpstr">
      <vt:lpstr>Thème Office</vt:lpstr>
      <vt:lpstr>Hira 520</vt:lpstr>
      <vt:lpstr>Hira 520</vt:lpstr>
      <vt:lpstr>Hira 520</vt:lpstr>
      <vt:lpstr>Hira 520</vt:lpstr>
      <vt:lpstr>Hira 520</vt:lpstr>
      <vt:lpstr>Hira 520</vt:lpstr>
      <vt:lpstr>Hira 520</vt:lpstr>
      <vt:lpstr>Hira 520</vt:lpstr>
      <vt:lpstr>Hira 520</vt:lpstr>
      <vt:lpstr>Hira 520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530</dc:title>
  <dc:creator>M</dc:creator>
  <cp:lastModifiedBy>M</cp:lastModifiedBy>
  <cp:revision>5</cp:revision>
  <dcterms:created xsi:type="dcterms:W3CDTF">2012-10-10T06:45:31Z</dcterms:created>
  <dcterms:modified xsi:type="dcterms:W3CDTF">2013-07-23T16:15:29Z</dcterms:modified>
</cp:coreProperties>
</file>