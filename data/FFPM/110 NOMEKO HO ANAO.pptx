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70" r:id="rId3"/>
    <p:sldId id="265" r:id="rId4"/>
    <p:sldId id="271" r:id="rId5"/>
    <p:sldId id="266" r:id="rId6"/>
    <p:sldId id="272" r:id="rId7"/>
    <p:sldId id="267" r:id="rId8"/>
    <p:sldId id="273" r:id="rId9"/>
    <p:sldId id="268" r:id="rId10"/>
    <p:sldId id="274" r:id="rId11"/>
    <p:sldId id="269" r:id="rId12"/>
    <p:sldId id="275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2" d="100"/>
          <a:sy n="52" d="100"/>
        </p:scale>
        <p:origin x="-84" y="-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24/05/2015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110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Nomeko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masina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Hanavotra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marina!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110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Ka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inona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taminao</a:t>
            </a:r>
            <a:r>
              <a:rPr lang="en-US" sz="6600" dirty="0" smtClean="0">
                <a:latin typeface="Cambria" pitchFamily="18" charset="0"/>
              </a:rPr>
              <a:t>! :,: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110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Nafoiko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zava-tsoa</a:t>
            </a:r>
            <a:r>
              <a:rPr lang="en-US" sz="6600" dirty="0" smtClean="0">
                <a:latin typeface="Cambria" pitchFamily="18" charset="0"/>
              </a:rPr>
              <a:t> be,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hanatonanao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Raiko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lehibe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110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Ka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inona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taminao</a:t>
            </a:r>
            <a:r>
              <a:rPr lang="en-US" sz="6600" dirty="0" smtClean="0">
                <a:latin typeface="Cambria" pitchFamily="18" charset="0"/>
              </a:rPr>
              <a:t>! :,: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110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Izaho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Nijaly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mafy</a:t>
            </a:r>
            <a:r>
              <a:rPr lang="en-US" sz="6600" dirty="0" smtClean="0">
                <a:latin typeface="Cambria" pitchFamily="18" charset="0"/>
              </a:rPr>
              <a:t> re,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Hanafaka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Mpanota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lehibe</a:t>
            </a:r>
            <a:r>
              <a:rPr lang="en-US" sz="66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110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Ka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inona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taminao</a:t>
            </a:r>
            <a:r>
              <a:rPr lang="en-US" sz="6600" dirty="0" smtClean="0">
                <a:latin typeface="Cambria" pitchFamily="18" charset="0"/>
              </a:rPr>
              <a:t>! :,: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110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vonjy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lehibe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Nataoko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nitete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Hanadio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110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Ka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inona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taminao</a:t>
            </a:r>
            <a:r>
              <a:rPr lang="en-US" sz="6600" dirty="0" smtClean="0">
                <a:latin typeface="Cambria" pitchFamily="18" charset="0"/>
              </a:rPr>
              <a:t>! :,: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110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5.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ô!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teniko</a:t>
            </a:r>
            <a:r>
              <a:rPr lang="en-US" sz="6600" dirty="0" smtClean="0">
                <a:latin typeface="Cambria" pitchFamily="18" charset="0"/>
              </a:rPr>
              <a:t>;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Atolotro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aiko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</a:t>
            </a:r>
            <a:r>
              <a:rPr lang="en-US" sz="6600" dirty="0" smtClean="0">
                <a:latin typeface="Cambria" pitchFamily="18" charset="0"/>
              </a:rPr>
              <a:t>;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110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</a:t>
            </a:r>
            <a:r>
              <a:rPr lang="en-US" sz="6600" dirty="0" err="1" smtClean="0">
                <a:latin typeface="Cambria" pitchFamily="18" charset="0"/>
              </a:rPr>
              <a:t>Izany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isaorako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Mpamonjiko</a:t>
            </a:r>
            <a:r>
              <a:rPr lang="en-US" sz="6600" dirty="0" smtClean="0">
                <a:latin typeface="Cambria" pitchFamily="18" charset="0"/>
              </a:rPr>
              <a:t> :,: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110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6.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raisonao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Oneno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hatrety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Ataovy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lapanao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Na </a:t>
            </a:r>
            <a:r>
              <a:rPr lang="en-US" sz="6600" dirty="0" err="1" smtClean="0">
                <a:latin typeface="Cambria" pitchFamily="18" charset="0"/>
              </a:rPr>
              <a:t>eto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ary</a:t>
            </a:r>
            <a:r>
              <a:rPr lang="en-US" sz="6600" dirty="0" smtClean="0">
                <a:latin typeface="Cambria" pitchFamily="18" charset="0"/>
              </a:rPr>
              <a:t>;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110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785794"/>
            <a:ext cx="9358346" cy="6072206"/>
          </a:xfrm>
        </p:spPr>
        <p:txBody>
          <a:bodyPr>
            <a:noAutofit/>
          </a:bodyPr>
          <a:lstStyle/>
          <a:p>
            <a:pPr>
              <a:buNone/>
            </a:pP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ô!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fanananao</a:t>
            </a:r>
            <a:r>
              <a:rPr lang="en-US" sz="6600" dirty="0" smtClean="0">
                <a:latin typeface="Cambria" pitchFamily="18" charset="0"/>
              </a:rPr>
              <a:t> :,: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182</Words>
  <PresentationFormat>Affichage à l'écran (4:3)</PresentationFormat>
  <Paragraphs>62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Hira 110</vt:lpstr>
      <vt:lpstr>Hira 110</vt:lpstr>
      <vt:lpstr>Hira 110</vt:lpstr>
      <vt:lpstr>Hira 110</vt:lpstr>
      <vt:lpstr>Hira 110</vt:lpstr>
      <vt:lpstr>Hira 110</vt:lpstr>
      <vt:lpstr>Hira 110</vt:lpstr>
      <vt:lpstr>Hira 110</vt:lpstr>
      <vt:lpstr>Hira 110</vt:lpstr>
      <vt:lpstr>Hira 110</vt:lpstr>
      <vt:lpstr>Hira 110</vt:lpstr>
      <vt:lpstr>Hira 110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110</dc:title>
  <dc:creator>M</dc:creator>
  <cp:lastModifiedBy>M</cp:lastModifiedBy>
  <cp:revision>3</cp:revision>
  <dcterms:created xsi:type="dcterms:W3CDTF">2012-11-04T17:22:12Z</dcterms:created>
  <dcterms:modified xsi:type="dcterms:W3CDTF">2015-05-24T05:05:05Z</dcterms:modified>
</cp:coreProperties>
</file>