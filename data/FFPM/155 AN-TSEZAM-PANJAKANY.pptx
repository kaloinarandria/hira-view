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  <p:sldId id="269" r:id="rId3"/>
    <p:sldId id="270" r:id="rId4"/>
    <p:sldId id="271" r:id="rId5"/>
    <p:sldId id="272" r:id="rId6"/>
    <p:sldId id="273" r:id="rId7"/>
    <p:sldId id="274" r:id="rId8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59" d="100"/>
          <a:sy n="59" d="100"/>
        </p:scale>
        <p:origin x="-67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28662" y="0"/>
            <a:ext cx="6572296" cy="92867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dirty="0" smtClean="0"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155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642918"/>
            <a:ext cx="9144000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pt-BR" sz="7200" dirty="0" smtClean="0">
                <a:latin typeface="Cambria" pitchFamily="18" charset="0"/>
              </a:rPr>
              <a:t>1. An-tsezam-panjakany</a:t>
            </a:r>
          </a:p>
          <a:p>
            <a:pPr>
              <a:buNone/>
            </a:pPr>
            <a:r>
              <a:rPr lang="pt-BR" sz="7200" dirty="0" smtClean="0">
                <a:latin typeface="Cambria" pitchFamily="18" charset="0"/>
              </a:rPr>
              <a:t>Ambony kintana</a:t>
            </a:r>
          </a:p>
          <a:p>
            <a:pPr>
              <a:buNone/>
            </a:pPr>
            <a:r>
              <a:rPr lang="pt-BR" sz="7200" dirty="0" smtClean="0">
                <a:latin typeface="Cambria" pitchFamily="18" charset="0"/>
              </a:rPr>
              <a:t>No lapan'i Jesosy</a:t>
            </a:r>
          </a:p>
          <a:p>
            <a:pPr>
              <a:buNone/>
            </a:pPr>
            <a:r>
              <a:rPr lang="pt-BR" sz="7200" dirty="0" smtClean="0">
                <a:latin typeface="Cambria" pitchFamily="18" charset="0"/>
              </a:rPr>
              <a:t>Ilay nasandratra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28662" y="0"/>
            <a:ext cx="6572296" cy="92867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dirty="0" smtClean="0"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155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000108"/>
            <a:ext cx="9144000" cy="564357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pt-BR" sz="7200" dirty="0" smtClean="0">
                <a:latin typeface="Cambria" pitchFamily="18" charset="0"/>
              </a:rPr>
              <a:t>2. Aty an-tany iva</a:t>
            </a:r>
          </a:p>
          <a:p>
            <a:pPr>
              <a:buNone/>
            </a:pPr>
            <a:r>
              <a:rPr lang="pt-BR" sz="7200" dirty="0" smtClean="0">
                <a:latin typeface="Cambria" pitchFamily="18" charset="0"/>
              </a:rPr>
              <a:t>Anilam-pasana</a:t>
            </a:r>
          </a:p>
          <a:p>
            <a:pPr>
              <a:buNone/>
            </a:pPr>
            <a:r>
              <a:rPr lang="pt-BR" sz="7200" dirty="0" smtClean="0">
                <a:latin typeface="Cambria" pitchFamily="18" charset="0"/>
              </a:rPr>
              <a:t>No ipetrahantsika</a:t>
            </a:r>
          </a:p>
          <a:p>
            <a:pPr>
              <a:buNone/>
            </a:pPr>
            <a:r>
              <a:rPr lang="pt-BR" sz="7200" dirty="0" smtClean="0">
                <a:latin typeface="Cambria" pitchFamily="18" charset="0"/>
              </a:rPr>
              <a:t>Zohim-pahoriana</a:t>
            </a:r>
            <a:endParaRPr lang="pt-BR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28662" y="0"/>
            <a:ext cx="6572296" cy="92867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dirty="0" smtClean="0"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155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642918"/>
            <a:ext cx="9144000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pt-BR" sz="7200" dirty="0" smtClean="0">
                <a:latin typeface="Cambria" pitchFamily="18" charset="0"/>
              </a:rPr>
              <a:t>3. Kanefa mety ihany</a:t>
            </a:r>
          </a:p>
          <a:p>
            <a:pPr>
              <a:buNone/>
            </a:pPr>
            <a:r>
              <a:rPr lang="pt-BR" sz="7200" dirty="0" smtClean="0">
                <a:latin typeface="Cambria" pitchFamily="18" charset="0"/>
              </a:rPr>
              <a:t>Ny monina aty</a:t>
            </a:r>
          </a:p>
          <a:p>
            <a:pPr>
              <a:buNone/>
            </a:pPr>
            <a:r>
              <a:rPr lang="pt-BR" sz="7200" dirty="0" smtClean="0">
                <a:latin typeface="Cambria" pitchFamily="18" charset="0"/>
              </a:rPr>
              <a:t>Hiomana ho any</a:t>
            </a:r>
          </a:p>
          <a:p>
            <a:pPr>
              <a:buNone/>
            </a:pPr>
            <a:r>
              <a:rPr lang="pt-BR" sz="7200" dirty="0" smtClean="0">
                <a:latin typeface="Cambria" pitchFamily="18" charset="0"/>
              </a:rPr>
              <a:t>An-danitra </a:t>
            </a:r>
            <a:r>
              <a:rPr lang="pt-BR" sz="7200" dirty="0" smtClean="0">
                <a:latin typeface="Cambria" pitchFamily="18" charset="0"/>
              </a:rPr>
              <a:t>ary</a:t>
            </a:r>
            <a:endParaRPr lang="pt-BR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28662" y="0"/>
            <a:ext cx="6572296" cy="92867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dirty="0" smtClean="0"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155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928670"/>
            <a:ext cx="9144000" cy="571501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pt-BR" sz="7200" dirty="0" smtClean="0">
                <a:latin typeface="Cambria" pitchFamily="18" charset="0"/>
              </a:rPr>
              <a:t>4. Isika tsy kamboty</a:t>
            </a:r>
          </a:p>
          <a:p>
            <a:pPr>
              <a:buNone/>
            </a:pPr>
            <a:r>
              <a:rPr lang="pt-BR" sz="7200" dirty="0" smtClean="0">
                <a:latin typeface="Cambria" pitchFamily="18" charset="0"/>
              </a:rPr>
              <a:t>Na dia nilaozany ;</a:t>
            </a:r>
          </a:p>
          <a:p>
            <a:pPr>
              <a:buNone/>
            </a:pPr>
            <a:r>
              <a:rPr lang="pt-BR" sz="7200" dirty="0" smtClean="0">
                <a:latin typeface="Cambria" pitchFamily="18" charset="0"/>
              </a:rPr>
              <a:t>Nomeny ny Fanahy</a:t>
            </a:r>
          </a:p>
          <a:p>
            <a:pPr>
              <a:buNone/>
            </a:pPr>
            <a:r>
              <a:rPr lang="pt-BR" sz="7200" dirty="0" smtClean="0">
                <a:latin typeface="Cambria" pitchFamily="18" charset="0"/>
              </a:rPr>
              <a:t>Ho solon-tenany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28662" y="0"/>
            <a:ext cx="6572296" cy="92867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dirty="0" smtClean="0"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155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071546"/>
            <a:ext cx="9144000" cy="557214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pt-BR" sz="7200" dirty="0" smtClean="0">
                <a:latin typeface="Cambria" pitchFamily="18" charset="0"/>
              </a:rPr>
              <a:t>5. Ny fahoriantsika</a:t>
            </a:r>
          </a:p>
          <a:p>
            <a:pPr>
              <a:buNone/>
            </a:pPr>
            <a:r>
              <a:rPr lang="pt-BR" sz="7200" dirty="0" smtClean="0">
                <a:latin typeface="Cambria" pitchFamily="18" charset="0"/>
              </a:rPr>
              <a:t>Dia efa maivana</a:t>
            </a:r>
          </a:p>
          <a:p>
            <a:pPr>
              <a:buNone/>
            </a:pPr>
            <a:r>
              <a:rPr lang="pt-BR" sz="7200" dirty="0" smtClean="0">
                <a:latin typeface="Cambria" pitchFamily="18" charset="0"/>
              </a:rPr>
              <a:t>Ny fahafantesantsiky</a:t>
            </a:r>
          </a:p>
          <a:p>
            <a:pPr>
              <a:buNone/>
            </a:pPr>
            <a:r>
              <a:rPr lang="pt-BR" sz="7200" dirty="0" smtClean="0">
                <a:latin typeface="Cambria" pitchFamily="18" charset="0"/>
              </a:rPr>
              <a:t>Dia afa-tsindrona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28662" y="0"/>
            <a:ext cx="6572296" cy="92867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dirty="0" smtClean="0"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155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-142908" y="714356"/>
            <a:ext cx="9644098" cy="550072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pt-BR" sz="7200" dirty="0" smtClean="0">
                <a:latin typeface="Cambria" pitchFamily="18" charset="0"/>
              </a:rPr>
              <a:t>6. Ny ain'ny Jeso Tompo</a:t>
            </a:r>
          </a:p>
          <a:p>
            <a:pPr>
              <a:buNone/>
            </a:pPr>
            <a:r>
              <a:rPr lang="pt-BR" sz="7200" dirty="0" smtClean="0">
                <a:latin typeface="Cambria" pitchFamily="18" charset="0"/>
              </a:rPr>
              <a:t>Iainantsika aty</a:t>
            </a:r>
          </a:p>
          <a:p>
            <a:pPr>
              <a:buNone/>
            </a:pPr>
            <a:r>
              <a:rPr lang="pt-BR" sz="7200" dirty="0" smtClean="0">
                <a:latin typeface="Cambria" pitchFamily="18" charset="0"/>
              </a:rPr>
              <a:t>Tsy ela dia hiseho</a:t>
            </a:r>
          </a:p>
          <a:p>
            <a:pPr>
              <a:buNone/>
            </a:pPr>
            <a:r>
              <a:rPr lang="pt-BR" sz="7200" dirty="0" smtClean="0">
                <a:latin typeface="Cambria" pitchFamily="18" charset="0"/>
              </a:rPr>
              <a:t>Indray ny </a:t>
            </a:r>
            <a:r>
              <a:rPr lang="pt-BR" sz="7200" dirty="0" smtClean="0">
                <a:latin typeface="Cambria" pitchFamily="18" charset="0"/>
              </a:rPr>
              <a:t>tenany</a:t>
            </a:r>
            <a:endParaRPr lang="pt-BR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28662" y="0"/>
            <a:ext cx="6572296" cy="92867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dirty="0" smtClean="0"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155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071546"/>
            <a:ext cx="9144000" cy="557214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pt-BR" sz="7200" dirty="0" smtClean="0">
                <a:latin typeface="Cambria" pitchFamily="18" charset="0"/>
              </a:rPr>
              <a:t>7. Ka hira no venteso</a:t>
            </a:r>
          </a:p>
          <a:p>
            <a:pPr>
              <a:buNone/>
            </a:pPr>
            <a:r>
              <a:rPr lang="pt-BR" sz="7200" dirty="0" smtClean="0">
                <a:latin typeface="Cambria" pitchFamily="18" charset="0"/>
              </a:rPr>
              <a:t>Ry havany izao</a:t>
            </a:r>
          </a:p>
          <a:p>
            <a:pPr>
              <a:buNone/>
            </a:pPr>
            <a:r>
              <a:rPr lang="pt-BR" sz="7200" dirty="0" smtClean="0">
                <a:latin typeface="Cambria" pitchFamily="18" charset="0"/>
              </a:rPr>
              <a:t>Ny senton'alahelo</a:t>
            </a:r>
          </a:p>
          <a:p>
            <a:pPr>
              <a:buNone/>
            </a:pPr>
            <a:r>
              <a:rPr lang="pt-BR" sz="7200" dirty="0" smtClean="0">
                <a:latin typeface="Cambria" pitchFamily="18" charset="0"/>
              </a:rPr>
              <a:t>Mba atsaharonao !</a:t>
            </a:r>
            <a:endParaRPr lang="pt-BR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100</Words>
  <PresentationFormat>Affichage à l'écran (4:3)</PresentationFormat>
  <Paragraphs>35</Paragraphs>
  <Slides>7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8" baseType="lpstr">
      <vt:lpstr>Thème Office</vt:lpstr>
      <vt:lpstr>HIRA 155</vt:lpstr>
      <vt:lpstr>HIRA 155</vt:lpstr>
      <vt:lpstr>HIRA 155</vt:lpstr>
      <vt:lpstr>HIRA 155</vt:lpstr>
      <vt:lpstr>HIRA 155</vt:lpstr>
      <vt:lpstr>HIRA 155</vt:lpstr>
      <vt:lpstr>HIRA 155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175</dc:title>
  <dc:creator>M</dc:creator>
  <cp:lastModifiedBy>M</cp:lastModifiedBy>
  <cp:revision>9</cp:revision>
  <dcterms:created xsi:type="dcterms:W3CDTF">2012-10-03T08:15:06Z</dcterms:created>
  <dcterms:modified xsi:type="dcterms:W3CDTF">2013-07-25T17:45:33Z</dcterms:modified>
</cp:coreProperties>
</file>