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33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Mpanazava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Tarihonay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sainay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184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357158" y="857232"/>
            <a:ext cx="935837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alahelonay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savao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toetray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havaozinao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Velomy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ainay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184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Sento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renao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valio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tahio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mahantra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Fanahin'ny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Mpiantra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40</Words>
  <PresentationFormat>Affichage à l'écran (4:3)</PresentationFormat>
  <Paragraphs>13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184</vt:lpstr>
      <vt:lpstr>HIRA 184</vt:lpstr>
      <vt:lpstr>HIRA 184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7</cp:revision>
  <dcterms:created xsi:type="dcterms:W3CDTF">2012-11-11T21:19:33Z</dcterms:created>
  <dcterms:modified xsi:type="dcterms:W3CDTF">2014-06-03T19:10:46Z</dcterms:modified>
</cp:coreProperties>
</file>