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606" autoAdjust="0"/>
    <p:restoredTop sz="94660"/>
  </p:normalViewPr>
  <p:slideViewPr>
    <p:cSldViewPr>
      <p:cViewPr varScale="1">
        <p:scale>
          <a:sx n="60" d="100"/>
          <a:sy n="60" d="100"/>
        </p:scale>
        <p:origin x="-3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Ankalazainay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hiran'ny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anjelinao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Manehoeho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fatratra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hobin'ny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voavotra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9072626" cy="6000768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Jehovah!</a:t>
            </a:r>
          </a:p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heniky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mpitory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irakao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Mihoby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fanompoana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Mihira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fisaorana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71470" y="785794"/>
            <a:ext cx="9286940" cy="585789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59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59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Ho Ray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to</a:t>
            </a:r>
            <a:endParaRPr lang="en-US" sz="59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mpamindra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9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59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nirahinao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Isaoranay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foto-pamonjena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7.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Kristy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Mitovy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amin-dRay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nisoloanao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8.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lozam-pahafatesana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hiainanay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rahatrizay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9.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kavanan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dRainao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itoeranao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hidina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Hitsena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85789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10.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naiditra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navotanao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Hiombon-dova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11.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Tario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làlana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Vimbinonao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dianay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isan-andro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vaky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Hambaranay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lazanao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Vonjeonao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Vonoy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hasoavy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Ambara-pahafatinay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13.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matoky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Zanaharinay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259</Words>
  <PresentationFormat>Affichage à l'écran (4:3)</PresentationFormat>
  <Paragraphs>65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  <vt:lpstr>HIRA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9</dc:title>
  <dc:creator>M</dc:creator>
  <cp:lastModifiedBy>M</cp:lastModifiedBy>
  <cp:revision>4</cp:revision>
  <dcterms:created xsi:type="dcterms:W3CDTF">2012-11-26T19:06:23Z</dcterms:created>
  <dcterms:modified xsi:type="dcterms:W3CDTF">2014-05-28T09:46:53Z</dcterms:modified>
</cp:coreProperties>
</file>