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4" r:id="rId9"/>
    <p:sldId id="262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8" autoAdjust="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He,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dera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hery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hilaza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voninahitrao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Mpanjaka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tonga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Mpamonjy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Mpisolonay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dera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hilaza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voninahitrao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Midera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Anjely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maro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be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Ta-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hankalaza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nataon'ny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tao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Jerosalema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Nitondra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rofia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fanajana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dera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hilaza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voninahitrao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mbola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nijaly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Nidera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mbola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hoderaina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ankehitrio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Mandrakizay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doria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dera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hilaza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voninahitrao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183</Words>
  <Application>Microsoft Office PowerPoint</Application>
  <PresentationFormat>Affichage à l'écran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780</vt:lpstr>
      <vt:lpstr>HIRA 780</vt:lpstr>
      <vt:lpstr>HIRA 780</vt:lpstr>
      <vt:lpstr>HIRA 780</vt:lpstr>
      <vt:lpstr>HIRA 780</vt:lpstr>
      <vt:lpstr>HIRA 780</vt:lpstr>
      <vt:lpstr>HIRA 780</vt:lpstr>
      <vt:lpstr>HIRA 780</vt:lpstr>
      <vt:lpstr>HIRA 780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FJKM Mandrosoa</cp:lastModifiedBy>
  <cp:revision>16</cp:revision>
  <dcterms:created xsi:type="dcterms:W3CDTF">2012-12-02T01:28:21Z</dcterms:created>
  <dcterms:modified xsi:type="dcterms:W3CDTF">2015-12-12T06:51:42Z</dcterms:modified>
</cp:coreProperties>
</file>