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96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1. Ry Sakaizan' ny mpanota!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Fantatrao ny zanakao,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malemy, mora lavo,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mangataka </a:t>
            </a:r>
            <a:r>
              <a:rPr lang="fi-FI" sz="6600" dirty="0" smtClean="0">
                <a:latin typeface="Cambria" pitchFamily="18" charset="0"/>
              </a:rPr>
              <a:t>Aminao </a:t>
            </a:r>
            <a:r>
              <a:rPr lang="fi-FI" sz="66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:,:Mba todiho, mba todiho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henoy ny vavakay.:,: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Raha mitombo harena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Noho ny fanambinanao,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Na matanjaka ny tena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Noho ny fitahianao,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:,:Mba tantano, mba tantano,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Sao tsy mahalala Anao.:,: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Raha mamely ny devoly,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Fahavalon-janakao,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mandroso manangoly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Hampisaraka </a:t>
            </a:r>
            <a:r>
              <a:rPr lang="fi-FI" sz="6600" dirty="0" smtClean="0">
                <a:latin typeface="Cambria" pitchFamily="18" charset="0"/>
              </a:rPr>
              <a:t>Aminao</a:t>
            </a:r>
            <a:r>
              <a:rPr lang="fi-FI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:,:Mba tazony, mba tazony,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tsy mahatana Anao:,: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4. Raha mangirifiry mafy,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Noho ny tsorakazonao,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ny havana rehetra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Tsy mahita izay hatao,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:,:Mba tsidiho, mba tsidiho,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maniry indrindra Anao:,: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5. Raha tonga ilay fotoana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Hiverenana aminao,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manahinahy foana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Noho ny ratsy izay natao 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:,:Mba tohano, mba tohano,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Hahatsiaro tsara Anao:,: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169</Words>
  <PresentationFormat>Affichage à l'écran (4:3)</PresentationFormat>
  <Paragraphs>40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576</vt:lpstr>
      <vt:lpstr>HIRA 576</vt:lpstr>
      <vt:lpstr>HIRA 576</vt:lpstr>
      <vt:lpstr>HIRA 576</vt:lpstr>
      <vt:lpstr>HIRA 576</vt:lpstr>
      <vt:lpstr>HIRA 576</vt:lpstr>
      <vt:lpstr>HIRA 576</vt:lpstr>
      <vt:lpstr>HIRA 576</vt:lpstr>
      <vt:lpstr>HIRA 576</vt:lpstr>
      <vt:lpstr>HIRA 576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8</cp:revision>
  <dcterms:created xsi:type="dcterms:W3CDTF">2012-12-08T21:04:49Z</dcterms:created>
  <dcterms:modified xsi:type="dcterms:W3CDTF">2015-03-22T05:43:22Z</dcterms:modified>
</cp:coreProperties>
</file>