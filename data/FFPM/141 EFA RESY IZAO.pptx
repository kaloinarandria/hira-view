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27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01/10/2014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01/10/2014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01/10/2014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01/10/2014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01/10/2014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01/10/2014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01/10/2014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141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Efa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resy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fasana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aza</a:t>
            </a:r>
            <a:r>
              <a:rPr lang="en-US" sz="7200" dirty="0" smtClean="0">
                <a:latin typeface="Cambria" pitchFamily="18" charset="0"/>
              </a:rPr>
              <a:t>,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asandrato</a:t>
            </a:r>
            <a:r>
              <a:rPr lang="en-US" sz="7200" dirty="0" smtClean="0">
                <a:latin typeface="Cambria" pitchFamily="18" charset="0"/>
              </a:rPr>
              <a:t> re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feo</a:t>
            </a:r>
            <a:r>
              <a:rPr lang="en-US" sz="7200" dirty="0" smtClean="0">
                <a:latin typeface="Cambria" pitchFamily="18" charset="0"/>
              </a:rPr>
              <a:t>,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141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28596" y="1000108"/>
            <a:ext cx="8715404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nampikoy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Lay </a:t>
            </a:r>
            <a:r>
              <a:rPr lang="en-US" sz="6600" dirty="0" err="1" smtClean="0">
                <a:latin typeface="Cambria" pitchFamily="18" charset="0"/>
              </a:rPr>
              <a:t>rafy</a:t>
            </a:r>
            <a:r>
              <a:rPr lang="en-US" sz="6600" dirty="0" smtClean="0">
                <a:latin typeface="Cambria" pitchFamily="18" charset="0"/>
              </a:rPr>
              <a:t> '</a:t>
            </a:r>
            <a:r>
              <a:rPr lang="en-US" sz="6600" dirty="0" err="1" smtClean="0">
                <a:latin typeface="Cambria" pitchFamily="18" charset="0"/>
              </a:rPr>
              <a:t>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nandoza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fahafatesana</a:t>
            </a:r>
            <a:r>
              <a:rPr lang="en-US" sz="6600" dirty="0" smtClean="0">
                <a:latin typeface="Cambria" pitchFamily="18" charset="0"/>
              </a:rPr>
              <a:t> ô!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Aiza</a:t>
            </a:r>
            <a:r>
              <a:rPr lang="en-US" sz="6600" dirty="0" smtClean="0">
                <a:latin typeface="Cambria" pitchFamily="18" charset="0"/>
              </a:rPr>
              <a:t> moa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herinao</a:t>
            </a:r>
            <a:r>
              <a:rPr lang="en-US" sz="6600" dirty="0" smtClean="0">
                <a:latin typeface="Cambria" pitchFamily="18" charset="0"/>
              </a:rPr>
              <a:t>?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141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71546"/>
            <a:ext cx="8572560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2. </a:t>
            </a:r>
            <a:r>
              <a:rPr lang="en-US" sz="7200" dirty="0" err="1" smtClean="0">
                <a:latin typeface="Cambria" pitchFamily="18" charset="0"/>
              </a:rPr>
              <a:t>Lasa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ilay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tahotrao</a:t>
            </a:r>
            <a:r>
              <a:rPr lang="en-US" sz="7200" dirty="0" smtClean="0">
                <a:latin typeface="Cambria" pitchFamily="18" charset="0"/>
              </a:rPr>
              <a:t>,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foko</a:t>
            </a:r>
            <a:r>
              <a:rPr lang="en-US" sz="7200" dirty="0" smtClean="0">
                <a:latin typeface="Cambria" pitchFamily="18" charset="0"/>
              </a:rPr>
              <a:t> '</a:t>
            </a:r>
            <a:r>
              <a:rPr lang="en-US" sz="7200" dirty="0" err="1" smtClean="0">
                <a:latin typeface="Cambria" pitchFamily="18" charset="0"/>
              </a:rPr>
              <a:t>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malemy</a:t>
            </a:r>
            <a:r>
              <a:rPr lang="en-US" sz="7200" dirty="0" smtClean="0">
                <a:latin typeface="Cambria" pitchFamily="18" charset="0"/>
              </a:rPr>
              <a:t>,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torotoro</a:t>
            </a:r>
            <a:r>
              <a:rPr lang="en-US" sz="7200" dirty="0" smtClean="0">
                <a:latin typeface="Cambria" pitchFamily="18" charset="0"/>
              </a:rPr>
              <a:t> '</a:t>
            </a:r>
            <a:r>
              <a:rPr lang="en-US" sz="7200" dirty="0" err="1" smtClean="0">
                <a:latin typeface="Cambria" pitchFamily="18" charset="0"/>
              </a:rPr>
              <a:t>zao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fahavalonao</a:t>
            </a:r>
            <a:r>
              <a:rPr lang="en-US" sz="7200" dirty="0" smtClean="0">
                <a:latin typeface="Cambria" pitchFamily="18" charset="0"/>
              </a:rPr>
              <a:t>,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141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nahatohitra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sandrin'i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Jesosy</a:t>
            </a:r>
            <a:r>
              <a:rPr lang="en-US" sz="7200" dirty="0" smtClean="0">
                <a:latin typeface="Cambria" pitchFamily="18" charset="0"/>
              </a:rPr>
              <a:t>;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fahafatesana</a:t>
            </a:r>
            <a:r>
              <a:rPr lang="en-US" sz="7200" dirty="0" smtClean="0">
                <a:latin typeface="Cambria" pitchFamily="18" charset="0"/>
              </a:rPr>
              <a:t> ô!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Aiza</a:t>
            </a:r>
            <a:r>
              <a:rPr lang="en-US" sz="7200" dirty="0" smtClean="0">
                <a:latin typeface="Cambria" pitchFamily="18" charset="0"/>
              </a:rPr>
              <a:t> moa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herinao</a:t>
            </a:r>
            <a:r>
              <a:rPr lang="en-US" sz="7200" dirty="0" smtClean="0">
                <a:latin typeface="Cambria" pitchFamily="18" charset="0"/>
              </a:rPr>
              <a:t>?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141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</a:t>
            </a:r>
            <a:r>
              <a:rPr lang="en-US" sz="7200" dirty="0" err="1" smtClean="0">
                <a:latin typeface="Cambria" pitchFamily="18" charset="0"/>
              </a:rPr>
              <a:t>Efa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lasa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tokoa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ozona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rehetra</a:t>
            </a:r>
            <a:r>
              <a:rPr lang="en-US" sz="7200" dirty="0" smtClean="0">
                <a:latin typeface="Cambria" pitchFamily="18" charset="0"/>
              </a:rPr>
              <a:t>,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Nasehon'i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,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miharihary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r>
              <a:rPr lang="en-US" sz="7200" dirty="0" smtClean="0">
                <a:latin typeface="Cambria" pitchFamily="18" charset="0"/>
              </a:rPr>
              <a:t>,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141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fitiavany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misy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fetra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fahafatesana</a:t>
            </a:r>
            <a:r>
              <a:rPr lang="en-US" sz="7200" dirty="0" smtClean="0">
                <a:latin typeface="Cambria" pitchFamily="18" charset="0"/>
              </a:rPr>
              <a:t> ô!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Aiza</a:t>
            </a:r>
            <a:r>
              <a:rPr lang="en-US" sz="7200" dirty="0" smtClean="0">
                <a:latin typeface="Cambria" pitchFamily="18" charset="0"/>
              </a:rPr>
              <a:t> moa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herinao</a:t>
            </a:r>
            <a:r>
              <a:rPr lang="en-US" sz="7200" dirty="0" smtClean="0">
                <a:latin typeface="Cambria" pitchFamily="18" charset="0"/>
              </a:rPr>
              <a:t>?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141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71546"/>
            <a:ext cx="8786842" cy="578645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4. Kristy no </a:t>
            </a:r>
            <a:r>
              <a:rPr lang="en-US" sz="7200" dirty="0" err="1" smtClean="0">
                <a:latin typeface="Cambria" pitchFamily="18" charset="0"/>
              </a:rPr>
              <a:t>santatra</a:t>
            </a:r>
            <a:r>
              <a:rPr lang="en-US" sz="7200" dirty="0" smtClean="0">
                <a:latin typeface="Cambria" pitchFamily="18" charset="0"/>
              </a:rPr>
              <a:t>: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lalana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mankany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Ho </a:t>
            </a:r>
            <a:r>
              <a:rPr lang="en-US" sz="7200" dirty="0" err="1" smtClean="0">
                <a:latin typeface="Cambria" pitchFamily="18" charset="0"/>
              </a:rPr>
              <a:t>ao</a:t>
            </a:r>
            <a:r>
              <a:rPr lang="en-US" sz="7200" dirty="0" smtClean="0">
                <a:latin typeface="Cambria" pitchFamily="18" charset="0"/>
              </a:rPr>
              <a:t> an-</a:t>
            </a:r>
            <a:r>
              <a:rPr lang="en-US" sz="7200" dirty="0" err="1" smtClean="0">
                <a:latin typeface="Cambria" pitchFamily="18" charset="0"/>
              </a:rPr>
              <a:t>tranon</a:t>
            </a:r>
            <a:r>
              <a:rPr lang="en-US" sz="7200" dirty="0" smtClean="0">
                <a:latin typeface="Cambria" pitchFamily="18" charset="0"/>
              </a:rPr>
              <a:t>-</a:t>
            </a:r>
            <a:r>
              <a:rPr lang="en-US" sz="7200" dirty="0" err="1" smtClean="0">
                <a:latin typeface="Cambria" pitchFamily="18" charset="0"/>
              </a:rPr>
              <a:t>dRay</a:t>
            </a:r>
            <a:r>
              <a:rPr lang="en-US" sz="7200" dirty="0" smtClean="0">
                <a:latin typeface="Cambria" pitchFamily="18" charset="0"/>
              </a:rPr>
              <a:t>,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mivoha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tsara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141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fifaliana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manerana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tany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fahafatesana</a:t>
            </a:r>
            <a:r>
              <a:rPr lang="en-US" sz="7200" dirty="0" smtClean="0">
                <a:latin typeface="Cambria" pitchFamily="18" charset="0"/>
              </a:rPr>
              <a:t> ô!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Aiza</a:t>
            </a:r>
            <a:r>
              <a:rPr lang="en-US" sz="7200" dirty="0" smtClean="0">
                <a:latin typeface="Cambria" pitchFamily="18" charset="0"/>
              </a:rPr>
              <a:t> moa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herinao</a:t>
            </a:r>
            <a:r>
              <a:rPr lang="en-US" sz="7200" dirty="0" smtClean="0">
                <a:latin typeface="Cambria" pitchFamily="18" charset="0"/>
              </a:rPr>
              <a:t>?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141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5. Kristy no </a:t>
            </a:r>
            <a:r>
              <a:rPr lang="en-US" sz="7200" dirty="0" err="1" smtClean="0">
                <a:latin typeface="Cambria" pitchFamily="18" charset="0"/>
              </a:rPr>
              <a:t>fiainana</a:t>
            </a:r>
            <a:r>
              <a:rPr lang="en-US" sz="7200" dirty="0" smtClean="0">
                <a:latin typeface="Cambria" pitchFamily="18" charset="0"/>
              </a:rPr>
              <a:t>: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matahotra</a:t>
            </a:r>
            <a:r>
              <a:rPr lang="en-US" sz="7200" dirty="0" smtClean="0">
                <a:latin typeface="Cambria" pitchFamily="18" charset="0"/>
              </a:rPr>
              <a:t>  </a:t>
            </a:r>
            <a:r>
              <a:rPr lang="en-US" sz="7200" dirty="0" err="1" smtClean="0">
                <a:latin typeface="Cambria" pitchFamily="18" charset="0"/>
              </a:rPr>
              <a:t>Azy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Omeny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tanjaka</a:t>
            </a:r>
            <a:r>
              <a:rPr lang="en-US" sz="7200" dirty="0" smtClean="0">
                <a:latin typeface="Cambria" pitchFamily="18" charset="0"/>
              </a:rPr>
              <a:t>,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fanahy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vaovao</a:t>
            </a:r>
            <a:r>
              <a:rPr lang="en-US" sz="7200" dirty="0" smtClean="0">
                <a:latin typeface="Cambria" pitchFamily="18" charset="0"/>
              </a:rPr>
              <a:t>,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141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071546"/>
            <a:ext cx="9215502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ataony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velona</a:t>
            </a:r>
            <a:r>
              <a:rPr lang="en-US" sz="7200" dirty="0" smtClean="0">
                <a:latin typeface="Cambria" pitchFamily="18" charset="0"/>
              </a:rPr>
              <a:t>,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mpandresy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tahaka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Azy</a:t>
            </a:r>
            <a:r>
              <a:rPr lang="en-US" sz="7200" dirty="0" smtClean="0">
                <a:latin typeface="Cambria" pitchFamily="18" charset="0"/>
              </a:rPr>
              <a:t>,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fahafatesana</a:t>
            </a:r>
            <a:r>
              <a:rPr lang="en-US" sz="7200" dirty="0" smtClean="0">
                <a:latin typeface="Cambria" pitchFamily="18" charset="0"/>
              </a:rPr>
              <a:t> ô!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Aiza</a:t>
            </a:r>
            <a:r>
              <a:rPr lang="en-US" sz="7200" dirty="0" smtClean="0">
                <a:latin typeface="Cambria" pitchFamily="18" charset="0"/>
              </a:rPr>
              <a:t> moa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herinao</a:t>
            </a:r>
            <a:r>
              <a:rPr lang="en-US" sz="7200" dirty="0" smtClean="0">
                <a:latin typeface="Cambria" pitchFamily="18" charset="0"/>
              </a:rPr>
              <a:t>?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183</Words>
  <PresentationFormat>Affichage à l'écran (4:3)</PresentationFormat>
  <Paragraphs>50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141</vt:lpstr>
      <vt:lpstr>Hira 141</vt:lpstr>
      <vt:lpstr>Hira 141</vt:lpstr>
      <vt:lpstr>Hira 141</vt:lpstr>
      <vt:lpstr>Hira 141</vt:lpstr>
      <vt:lpstr>Hira 141</vt:lpstr>
      <vt:lpstr>Hira 141</vt:lpstr>
      <vt:lpstr>Hira 141</vt:lpstr>
      <vt:lpstr>Hira 141</vt:lpstr>
      <vt:lpstr>Hira 141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141</dc:title>
  <dc:creator>M</dc:creator>
  <cp:lastModifiedBy>M</cp:lastModifiedBy>
  <cp:revision>4</cp:revision>
  <dcterms:created xsi:type="dcterms:W3CDTF">2012-11-04T17:23:48Z</dcterms:created>
  <dcterms:modified xsi:type="dcterms:W3CDTF">2014-10-01T10:00:23Z</dcterms:modified>
</cp:coreProperties>
</file>