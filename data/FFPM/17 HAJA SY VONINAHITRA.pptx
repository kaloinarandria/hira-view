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512" autoAdjust="0"/>
    <p:restoredTop sz="94660"/>
  </p:normalViewPr>
  <p:slideViewPr>
    <p:cSldViewPr>
      <p:cViewPr varScale="1">
        <p:scale>
          <a:sx n="60" d="100"/>
          <a:sy n="60" d="100"/>
        </p:scale>
        <p:origin x="-30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9144064" cy="592933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Haja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voninahitra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Omena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an'Andriamanitra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ihany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mahefa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:,: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sitraky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71480"/>
            <a:ext cx="9858412" cy="628652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haratsiana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resena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Marina,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laingaina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Hendry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fitahina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358346" cy="607220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toy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am-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bava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maizina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toy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mazava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takona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toy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miseho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àry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hitany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501222" cy="592933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4.Tsy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miova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fombany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oharina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Tia,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arovana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Miantra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ferana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9286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9144064" cy="614364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5.Saotra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amam-bavaka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	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ivavahana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anton'izao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tontolo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108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17</vt:lpstr>
      <vt:lpstr>HIRA 17</vt:lpstr>
      <vt:lpstr>HIRA 17</vt:lpstr>
      <vt:lpstr>HIRA 17</vt:lpstr>
      <vt:lpstr>HIRA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</dc:title>
  <dc:creator>M</dc:creator>
  <cp:lastModifiedBy>M</cp:lastModifiedBy>
  <cp:revision>8</cp:revision>
  <dcterms:created xsi:type="dcterms:W3CDTF">2012-10-02T21:28:02Z</dcterms:created>
  <dcterms:modified xsi:type="dcterms:W3CDTF">2014-05-28T10:30:52Z</dcterms:modified>
</cp:coreProperties>
</file>