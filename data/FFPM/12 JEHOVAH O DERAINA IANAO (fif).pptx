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6" r:id="rId4"/>
    <p:sldId id="269" r:id="rId5"/>
    <p:sldId id="262" r:id="rId6"/>
    <p:sldId id="263" r:id="rId7"/>
    <p:sldId id="267" r:id="rId8"/>
    <p:sldId id="268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142" autoAdjust="0"/>
    <p:restoredTop sz="94660"/>
  </p:normalViewPr>
  <p:slideViewPr>
    <p:cSldViewPr>
      <p:cViewPr varScale="1">
        <p:scale>
          <a:sx n="60" d="100"/>
          <a:sy n="60" d="100"/>
        </p:scale>
        <p:origin x="-6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1. Jehovah ô,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derainay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Ankalazainay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manaja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12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14356"/>
            <a:ext cx="921550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Jehovah ô,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derainay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Ankalazainay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manaja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12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Mpanjakanay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Omenay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eram-po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hasina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mihoby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12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857232"/>
            <a:ext cx="957266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Jehovah ô,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derainay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Ankalazainay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manaja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12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manerinerina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Jehovah be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marina!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misaotra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12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94"/>
            <a:ext cx="957266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Jehovah ô,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derainay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Ankalazainay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manaja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6834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12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Manerana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laza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voninahitrao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hanoa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12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857232"/>
            <a:ext cx="964409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Jehovah ô,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derainay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Ankalazainay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manaja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12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358346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Tanteraka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findriananao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mitsaoka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285720" y="0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12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857232"/>
            <a:ext cx="935834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Jehovah ô,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derainay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Ankalazainay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manaja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229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12</vt:lpstr>
      <vt:lpstr>HIRA 12</vt:lpstr>
      <vt:lpstr>HIRA 12</vt:lpstr>
      <vt:lpstr>HIRA 12</vt:lpstr>
      <vt:lpstr>HIRA 12</vt:lpstr>
      <vt:lpstr>HIRA 12</vt:lpstr>
      <vt:lpstr>HIRA 12</vt:lpstr>
      <vt:lpstr>HIRA 12</vt:lpstr>
      <vt:lpstr>HIRA 12</vt:lpstr>
      <vt:lpstr>HIRA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12: 1, 3 , 5</dc:title>
  <dc:creator>M</dc:creator>
  <cp:lastModifiedBy>M</cp:lastModifiedBy>
  <cp:revision>6</cp:revision>
  <dcterms:created xsi:type="dcterms:W3CDTF">2012-10-03T08:06:05Z</dcterms:created>
  <dcterms:modified xsi:type="dcterms:W3CDTF">2014-10-18T19:12:58Z</dcterms:modified>
</cp:coreProperties>
</file>