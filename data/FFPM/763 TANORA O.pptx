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60" r:id="rId6"/>
    <p:sldId id="259" r:id="rId7"/>
    <p:sldId id="265" r:id="rId8"/>
    <p:sldId id="266" r:id="rId9"/>
    <p:sldId id="262" r:id="rId10"/>
    <p:sldId id="263" r:id="rId11"/>
    <p:sldId id="267" r:id="rId12"/>
    <p:sldId id="268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8" autoAdjust="0"/>
    <p:restoredTop sz="94660"/>
  </p:normalViewPr>
  <p:slideViewPr>
    <p:cSldViewPr>
      <p:cViewPr varScale="1">
        <p:scale>
          <a:sx n="56" d="100"/>
          <a:sy n="56" d="100"/>
        </p:scale>
        <p:origin x="-76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17/07/2013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763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Tanora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Nosindrazanao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Miandry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Manasa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763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Ingao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anio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fanevanao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tafio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herinao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763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mifohaza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Tafio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herinao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Injao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Nosinao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Manantena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763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namanao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Taninin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doza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vonjeo</a:t>
            </a:r>
            <a:r>
              <a:rPr lang="fr-FR" sz="6600" dirty="0" smtClean="0">
                <a:latin typeface="Cambria" pitchFamily="18" charset="0"/>
              </a:rPr>
              <a:t> fa </a:t>
            </a:r>
            <a:r>
              <a:rPr lang="fr-FR" sz="6600" dirty="0" err="1" smtClean="0">
                <a:latin typeface="Cambria" pitchFamily="18" charset="0"/>
              </a:rPr>
              <a:t>mitoreo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763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Avia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jereo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Fiangonanao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vonjeo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Fa </a:t>
            </a:r>
            <a:r>
              <a:rPr lang="fr-FR" sz="6600" dirty="0" err="1" smtClean="0">
                <a:latin typeface="Cambria" pitchFamily="18" charset="0"/>
              </a:rPr>
              <a:t>mila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763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Tanora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ilaina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avia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Hiara</a:t>
            </a:r>
            <a:r>
              <a:rPr lang="fr-FR" sz="6600" dirty="0" smtClean="0">
                <a:latin typeface="Cambria" pitchFamily="18" charset="0"/>
              </a:rPr>
              <a:t>-dia.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763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mifohaza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Tafio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herinao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Injao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Nosinao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Manantena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763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namanao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Taninin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doza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vonjeo</a:t>
            </a:r>
            <a:r>
              <a:rPr lang="fr-FR" sz="6600" dirty="0" smtClean="0">
                <a:latin typeface="Cambria" pitchFamily="18" charset="0"/>
              </a:rPr>
              <a:t> fa </a:t>
            </a:r>
            <a:r>
              <a:rPr lang="fr-FR" sz="6600" dirty="0" err="1" smtClean="0">
                <a:latin typeface="Cambria" pitchFamily="18" charset="0"/>
              </a:rPr>
              <a:t>mitoreo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763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Omeo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anio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herinao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dia </a:t>
            </a:r>
            <a:r>
              <a:rPr lang="fr-FR" sz="6600" dirty="0" err="1" smtClean="0">
                <a:latin typeface="Cambria" pitchFamily="18" charset="0"/>
              </a:rPr>
              <a:t>falio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tapakao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763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didy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baikon'ny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Tsitoha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Tanteraho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hajao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763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mifohaza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Tafio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herinao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Injao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Nosinao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Manantena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763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namanao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Taninin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doza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vonjeo</a:t>
            </a:r>
            <a:r>
              <a:rPr lang="fr-FR" sz="6600" dirty="0" smtClean="0">
                <a:latin typeface="Cambria" pitchFamily="18" charset="0"/>
              </a:rPr>
              <a:t> fa </a:t>
            </a:r>
            <a:r>
              <a:rPr lang="fr-FR" sz="6600" dirty="0" err="1" smtClean="0">
                <a:latin typeface="Cambria" pitchFamily="18" charset="0"/>
              </a:rPr>
              <a:t>mitoreo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182</Words>
  <PresentationFormat>Affichage à l'écran (4:3)</PresentationFormat>
  <Paragraphs>54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763</vt:lpstr>
      <vt:lpstr>HIRA 763</vt:lpstr>
      <vt:lpstr>HIRA 763</vt:lpstr>
      <vt:lpstr>HIRA 763</vt:lpstr>
      <vt:lpstr>HIRA 763</vt:lpstr>
      <vt:lpstr>HIRA 763</vt:lpstr>
      <vt:lpstr>HIRA 763</vt:lpstr>
      <vt:lpstr>HIRA 763</vt:lpstr>
      <vt:lpstr>HIRA 763</vt:lpstr>
      <vt:lpstr>HIRA 763</vt:lpstr>
      <vt:lpstr>HIRA 763</vt:lpstr>
      <vt:lpstr>HIRA 763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14</cp:revision>
  <dcterms:created xsi:type="dcterms:W3CDTF">2012-12-02T01:28:21Z</dcterms:created>
  <dcterms:modified xsi:type="dcterms:W3CDTF">2013-07-17T08:48:02Z</dcterms:modified>
</cp:coreProperties>
</file>