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Maniry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any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Jerosalema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tanànanay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Tanàna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trano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aty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maintsy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rovitra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Kanefa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tazanay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ery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Ilay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tsara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lavitra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14488"/>
            <a:ext cx="8786842" cy="450057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Jerosalema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tanànanay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2.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tanterahorao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tia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anay</a:t>
            </a:r>
            <a:r>
              <a:rPr lang="fr-FR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fikasan'ny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Zanakao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Nataony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taminay</a:t>
            </a:r>
            <a:r>
              <a:rPr lang="fr-FR" sz="60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"Ho </a:t>
            </a:r>
            <a:r>
              <a:rPr lang="fr-FR" sz="6000" dirty="0" err="1" smtClean="0">
                <a:latin typeface="Cambria" pitchFamily="18" charset="0"/>
              </a:rPr>
              <a:t>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amiko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nomenao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tiako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hitany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voninahitro</a:t>
            </a:r>
            <a:r>
              <a:rPr lang="fr-FR" sz="6000" dirty="0" smtClean="0">
                <a:latin typeface="Cambria" pitchFamily="18" charset="0"/>
              </a:rPr>
              <a:t>."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14488"/>
            <a:ext cx="8786842" cy="450057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Jerosalema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tanànanay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</a:t>
            </a:r>
            <a:r>
              <a:rPr lang="fr-FR" sz="6000" dirty="0" err="1" smtClean="0">
                <a:latin typeface="Cambria" pitchFamily="18" charset="0"/>
              </a:rPr>
              <a:t>Mankany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dianay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Na </a:t>
            </a:r>
            <a:r>
              <a:rPr lang="fr-FR" sz="6000" dirty="0" err="1" smtClean="0">
                <a:latin typeface="Cambria" pitchFamily="18" charset="0"/>
              </a:rPr>
              <a:t>sarotra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làlana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Mihira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izahay</a:t>
            </a:r>
            <a:r>
              <a:rPr lang="fr-FR" sz="60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hasasaranay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intsony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tazanay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sahady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masina</a:t>
            </a:r>
            <a:r>
              <a:rPr lang="fr-FR" sz="60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686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142984"/>
            <a:ext cx="8786842" cy="450057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tazanay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Jerosalema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tanànanay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masina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</Words>
  <PresentationFormat>Affichage à l'écran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686</vt:lpstr>
      <vt:lpstr>HIRA 686</vt:lpstr>
      <vt:lpstr>HIRA 686</vt:lpstr>
      <vt:lpstr>HIRA 686</vt:lpstr>
      <vt:lpstr>HIRA 686</vt:lpstr>
      <vt:lpstr>HIRA 686</vt:lpstr>
      <vt:lpstr>HIRA 686</vt:lpstr>
      <vt:lpstr>HIRA 686</vt:lpstr>
      <vt:lpstr>HIRA 686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686</dc:title>
  <dc:creator>M</dc:creator>
  <cp:lastModifiedBy>M</cp:lastModifiedBy>
  <cp:revision>3</cp:revision>
  <dcterms:created xsi:type="dcterms:W3CDTF">2012-12-02T01:06:06Z</dcterms:created>
  <dcterms:modified xsi:type="dcterms:W3CDTF">2013-01-06T13:10:28Z</dcterms:modified>
</cp:coreProperties>
</file>