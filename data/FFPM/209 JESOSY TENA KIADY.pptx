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31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kiady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reharehanay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Namoha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vavahady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tanindrazanay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Nampiditra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Hampahalala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Ray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fahendreny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hianaranay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2. Na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betsaka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mifofo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Baibolinay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Mihaza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milofo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Moa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ketraka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Mpiaro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Ka moa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ve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kivy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ve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maika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mihamaro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mpankasitraka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Filoha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Mpitarika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Hitory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hamoha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namanay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Vahoaka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tapitrisa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hasondrotray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Hahita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Paradisa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fiangonana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Hijoro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taho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Mamoa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sandry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andry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hijoroanay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foinay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handala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'Ty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lova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209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209  </vt:lpstr>
      <vt:lpstr>Hira 209  </vt:lpstr>
      <vt:lpstr>Hira 209  </vt:lpstr>
      <vt:lpstr>Hira 209  </vt:lpstr>
      <vt:lpstr>Hira 209  </vt:lpstr>
      <vt:lpstr>Hira 209  </vt:lpstr>
      <vt:lpstr>Hira 209  </vt:lpstr>
      <vt:lpstr>Hira 209  </vt:lpstr>
      <vt:lpstr>Hira 209  </vt:lpstr>
      <vt:lpstr>Hira 209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209  </dc:title>
  <dc:creator>M</dc:creator>
  <cp:lastModifiedBy>M</cp:lastModifiedBy>
  <cp:revision>3</cp:revision>
  <dcterms:created xsi:type="dcterms:W3CDTF">2012-11-26T19:20:01Z</dcterms:created>
  <dcterms:modified xsi:type="dcterms:W3CDTF">2014-04-20T09:54:53Z</dcterms:modified>
</cp:coreProperties>
</file>