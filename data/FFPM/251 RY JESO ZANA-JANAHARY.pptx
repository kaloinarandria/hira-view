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64" autoAdjust="0"/>
    <p:restoredTop sz="94660"/>
  </p:normalViewPr>
  <p:slideViewPr>
    <p:cSldViewPr>
      <p:cViewPr varScale="1">
        <p:scale>
          <a:sx n="57" d="100"/>
          <a:sy n="57" d="100"/>
        </p:scale>
        <p:origin x="-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714356"/>
            <a:ext cx="914400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Janahary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fototry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aim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baovao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aniraho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madinikao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714356"/>
            <a:ext cx="914400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fahafatesanao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nandresy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hiombonany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resy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fiarovany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571480"/>
            <a:ext cx="9429752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hajaina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omeo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hialany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hitsanganany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251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714356"/>
            <a:ext cx="9144000" cy="63579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Tantano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osa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lavitra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diany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fohy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kosa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fanahiny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251</vt:lpstr>
      <vt:lpstr>Hira 251</vt:lpstr>
      <vt:lpstr>Hira 251</vt:lpstr>
      <vt:lpstr>Hira 251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8</cp:revision>
  <dcterms:created xsi:type="dcterms:W3CDTF">2012-11-26T19:15:45Z</dcterms:created>
  <dcterms:modified xsi:type="dcterms:W3CDTF">2014-09-28T07:05:26Z</dcterms:modified>
</cp:coreProperties>
</file>