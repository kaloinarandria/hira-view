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1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332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Finaritra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aim-</a:t>
            </a:r>
            <a:r>
              <a:rPr lang="en-US" sz="6600" dirty="0" err="1" smtClean="0">
                <a:latin typeface="Cambria" pitchFamily="18" charset="0"/>
              </a:rPr>
              <a:t>baovao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ravo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eram-po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332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vitanao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voaray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fifaliany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Hitohy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hatrary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332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ô,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isan'ny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solika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fitaizako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Moa </a:t>
            </a:r>
            <a:r>
              <a:rPr lang="en-US" sz="6600" dirty="0" err="1" smtClean="0">
                <a:latin typeface="Cambria" pitchFamily="18" charset="0"/>
              </a:rPr>
              <a:t>misy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/>
          <a:lstStyle/>
          <a:p>
            <a:r>
              <a:rPr lang="fr-FR" b="1" dirty="0" err="1" smtClean="0">
                <a:solidFill>
                  <a:srgbClr val="002060"/>
                </a:solidFill>
              </a:rPr>
              <a:t>Hira</a:t>
            </a:r>
            <a:r>
              <a:rPr lang="fr-FR" b="1" dirty="0" smtClean="0">
                <a:solidFill>
                  <a:srgbClr val="002060"/>
                </a:solidFill>
              </a:rPr>
              <a:t> </a:t>
            </a:r>
            <a:r>
              <a:rPr lang="fr-FR" b="1" dirty="0" smtClean="0">
                <a:solidFill>
                  <a:srgbClr val="002060"/>
                </a:solidFill>
              </a:rPr>
              <a:t>332 </a:t>
            </a:r>
            <a:endParaRPr lang="fr-FR" b="1" dirty="0">
              <a:solidFill>
                <a:srgbClr val="00206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Hevero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fanahiko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aza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mety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afa-po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Ambara-pahafantatrao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76</Words>
  <PresentationFormat>Affichage à l'écran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332 </vt:lpstr>
      <vt:lpstr>Hira 332 </vt:lpstr>
      <vt:lpstr>Hira 332 </vt:lpstr>
      <vt:lpstr>Hira 332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334: </dc:title>
  <dc:creator>M</dc:creator>
  <cp:lastModifiedBy>M</cp:lastModifiedBy>
  <cp:revision>2</cp:revision>
  <dcterms:created xsi:type="dcterms:W3CDTF">2012-11-04T17:09:04Z</dcterms:created>
  <dcterms:modified xsi:type="dcterms:W3CDTF">2012-12-26T22:01:59Z</dcterms:modified>
</cp:coreProperties>
</file>