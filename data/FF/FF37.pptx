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Fa Tsy Misy Fahoriana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zay natolotrao 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nitarika hakiviana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satria zanakay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Noho ilay vesatra indrindra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Mafy sy manonja 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nentinao namindra raha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Novonoina Ianao Jesoa!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faniriam-panahy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hiaraka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Hamelona ahy ho sady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hiasa ho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famonjena soa 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nomenao ry 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anton'ny fiainanay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Fa tsy misy hafaliana tena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Mampifaly 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tsy iilay fitahiana avy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Aminao ry 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tsy misy koa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Hahasambatra 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tsy Ianao ry Tompo 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mitoetra anatinay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faniriam-panahy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hiaraka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Hamelona ahy ho sady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hiasa ho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famonjena soa 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nomenao ry 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anton'ny fiainanay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Ny fisainanay zay kely tsy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Mahatakatr'indraindray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Ianao, Ianao irery,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tokyiankinanay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finoana mila hivaha tsy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Mahasedra sarotra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Ampijoroy tsy hanahy 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Finoana matotra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faniriam-panahy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hiaraka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Hamelona ahy ho sady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hiasa ho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famonjena soa 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nomenao ry Ray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