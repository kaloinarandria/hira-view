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5"/>
  </p:notesMasterIdLst>
  <p:sldIdLst>
    <p:sldId id="730" r:id="rId2"/>
    <p:sldId id="731" r:id="rId3"/>
    <p:sldId id="732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5676"/>
    <a:srgbClr val="DF2F21"/>
    <a:srgbClr val="FF99FF"/>
    <a:srgbClr val="FF0000"/>
    <a:srgbClr val="FF0066"/>
    <a:srgbClr val="FFCC00"/>
    <a:srgbClr val="FF3399"/>
    <a:srgbClr val="699769"/>
    <a:srgbClr val="555931"/>
    <a:srgbClr val="D6E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8" autoAdjust="0"/>
    <p:restoredTop sz="94660"/>
  </p:normalViewPr>
  <p:slideViewPr>
    <p:cSldViewPr>
      <p:cViewPr varScale="1">
        <p:scale>
          <a:sx n="66" d="100"/>
          <a:sy n="66" d="100"/>
        </p:scale>
        <p:origin x="-58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DFAD9-7128-491B-9F1F-59195DE4829F}" type="datetimeFigureOut">
              <a:rPr lang="fr-FR" smtClean="0"/>
              <a:t>30/12/2012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1142-CB40-4B39-95FC-2DE552AB7F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70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30/12/2012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00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30/12/2012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86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30/12/2012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447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30/12/2012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051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30/12/2012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345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30/12/2012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15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30/12/2012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26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30/12/2012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8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30/12/2012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9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30/12/2012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56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30/12/2012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00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30/12/2012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371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88640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1.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Ry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Mpamonjy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olom-bery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Sarobidy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sy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mahery</a:t>
            </a:r>
            <a:endParaRPr lang="fr-FR" sz="5000" b="1" spc="300" dirty="0">
              <a:solidFill>
                <a:prstClr val="black"/>
              </a:solidFill>
              <a:latin typeface="Franklin Gothic Demi Cond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fitiavanao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ahy</a:t>
            </a:r>
            <a:endParaRPr lang="fr-FR" sz="5000" b="1" spc="300" dirty="0">
              <a:solidFill>
                <a:prstClr val="black"/>
              </a:solidFill>
              <a:latin typeface="Franklin Gothic Demi Cond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'Zay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mambabo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fanahy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Noho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ilay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fitiavanao</a:t>
            </a:r>
            <a:endParaRPr lang="fr-FR" sz="5000" b="1" spc="300" dirty="0">
              <a:solidFill>
                <a:prstClr val="black"/>
              </a:solidFill>
              <a:latin typeface="Franklin Gothic Demi Cond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Babonao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foko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izao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Ka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izao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rehetra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izao</a:t>
            </a:r>
            <a:endParaRPr lang="fr-FR" sz="5000" b="1" spc="300" dirty="0">
              <a:solidFill>
                <a:prstClr val="black"/>
              </a:solidFill>
              <a:latin typeface="Franklin Gothic Demi Cond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Tsy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hamoizako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Anao</a:t>
            </a:r>
            <a:endParaRPr lang="fr-FR" sz="5000" b="1" spc="300" dirty="0">
              <a:solidFill>
                <a:prstClr val="black"/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37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3250">
        <p:wipe dir="d"/>
      </p:transition>
    </mc:Choice>
    <mc:Fallback>
      <p:transition spd="slow">
        <p:wipe dir="d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364" y="188640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2.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fitiavanao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,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ry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Tompo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,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No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mambabo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ahy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hanompo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Tia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ahy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hianao</a:t>
            </a:r>
            <a:endParaRPr lang="fr-FR" sz="5000" b="1" spc="300" dirty="0">
              <a:solidFill>
                <a:prstClr val="black"/>
              </a:solidFill>
              <a:latin typeface="Franklin Gothic Demi Cond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Ka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mba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tiako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tsotra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izao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Eny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,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fantatrao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fa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tiako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Izao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fiainana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eto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izao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Tiako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izao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rehetra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izao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Nefa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mbola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tiako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Hianao</a:t>
            </a:r>
            <a:endParaRPr lang="fr-FR" sz="5000" b="1" spc="300" dirty="0">
              <a:solidFill>
                <a:prstClr val="black"/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7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8773" y="260648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3. Na dia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sarotra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sy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mafy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hanaraka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Anao</a:t>
            </a:r>
            <a:endParaRPr lang="fr-FR" sz="5000" b="1" spc="300" dirty="0">
              <a:solidFill>
                <a:prstClr val="black"/>
              </a:solidFill>
              <a:latin typeface="Franklin Gothic Demi Cond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Izaho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vonona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hihafy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F'efa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tiako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Hianao</a:t>
            </a:r>
            <a:endParaRPr lang="fr-FR" sz="5000" b="1" spc="300" dirty="0">
              <a:solidFill>
                <a:prstClr val="black"/>
              </a:solidFill>
              <a:latin typeface="Franklin Gothic Demi Cond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'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Zao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fiainana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izao</a:t>
            </a:r>
            <a:endParaRPr lang="fr-FR" sz="5000" b="1" spc="300" dirty="0">
              <a:solidFill>
                <a:prstClr val="black"/>
              </a:solidFill>
              <a:latin typeface="Franklin Gothic Demi Cond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Tsy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atakaloko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Anao</a:t>
            </a:r>
            <a:endParaRPr lang="fr-FR" sz="5000" b="1" spc="300" dirty="0">
              <a:solidFill>
                <a:prstClr val="black"/>
              </a:solidFill>
              <a:latin typeface="Franklin Gothic Demi Cond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Na dia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mamiko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aza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eto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Mbola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tiako</a:t>
            </a:r>
            <a:r>
              <a:rPr lang="fr-FR" sz="5000" b="1" spc="300" dirty="0">
                <a:solidFill>
                  <a:prstClr val="black"/>
                </a:solidFill>
                <a:latin typeface="Franklin Gothic Demi Cond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Franklin Gothic Demi Cond" pitchFamily="34" charset="0"/>
              </a:rPr>
              <a:t>Hianao</a:t>
            </a:r>
            <a:endParaRPr lang="fr-FR" sz="5000" b="1" spc="300" dirty="0">
              <a:solidFill>
                <a:prstClr val="black"/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984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8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2354</TotalTime>
  <Words>99</Words>
  <Application>Microsoft Office PowerPoint</Application>
  <PresentationFormat>Affichage à l'écran (4:3)</PresentationFormat>
  <Paragraphs>27</Paragraphs>
  <Slides>3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8_Thème Office</vt:lpstr>
      <vt:lpstr>Présentation PowerPoint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user</cp:lastModifiedBy>
  <cp:revision>235</cp:revision>
  <dcterms:created xsi:type="dcterms:W3CDTF">2011-10-19T12:35:50Z</dcterms:created>
  <dcterms:modified xsi:type="dcterms:W3CDTF">2012-12-30T02:58:28Z</dcterms:modified>
</cp:coreProperties>
</file>