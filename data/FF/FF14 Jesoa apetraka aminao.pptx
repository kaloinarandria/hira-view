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39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21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53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08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09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0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43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92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23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45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20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9EF3-F31F-451C-82C5-ACE2369CD7ED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4CD7B-D78C-46B2-991A-25DA31A66A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19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1183" y="199673"/>
            <a:ext cx="9144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0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FF 14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1</a:t>
            </a: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-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Jesoa,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Aminao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fanahiako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rehetra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asa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vita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hatrizay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tokoa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misy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fetra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Jesoa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aminao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.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734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764703"/>
            <a:ext cx="9144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cs typeface="Times New Roman" pitchFamily="18" charset="0"/>
              </a:rPr>
              <a:t>2-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Jesoa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,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Aminao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asa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fikelazan’aina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Tsy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misy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miafina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aminao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hetaheta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tsy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hay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lazaina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Jesoa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Aminao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.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370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384" y="605880"/>
            <a:ext cx="91440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3-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Jesoa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Aminao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toky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fanantenana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sitrakao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no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aoka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hatao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 Na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aiza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lalana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hombana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Jesoa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apetraka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Aminao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.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275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Affichage à l'écran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Domoina yrihat</cp:lastModifiedBy>
  <cp:revision>5</cp:revision>
  <dcterms:created xsi:type="dcterms:W3CDTF">2012-11-13T07:00:27Z</dcterms:created>
  <dcterms:modified xsi:type="dcterms:W3CDTF">2016-02-15T13:10:16Z</dcterms:modified>
</cp:coreProperties>
</file>