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misy reharehako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 tsy Ianao Jesosy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Anao ny hery, anao ny haja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voninahitra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fasana sy ny fiainan-tsy hita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efa resinao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Izao tontolo izao dia nahita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efa nitsangana Ianao.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aho Jeso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Manana Anao ‘zay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Tompon’ny 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aho Jeso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Miankina eo an-tratranao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ahy ny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ahy ny finoako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Raketiko ao am-po lalandava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reharehako Ianao.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nisy nahitam-pamonjena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 tsy taminao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Nanaiky Ianao tsy mba noterena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Hitondra aina 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tananao Mahery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natsotranao mba hitantana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Hahaizako mandeha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mizotra ny lala-marinao.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aho Jeso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Manana Anao ‘zay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Tompon’ny 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aho Jeso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Miankina eo an-tratranao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ahy ny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ahy ny finoako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Raketiko ao am-po lalandava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reharehako Ianao.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Nasehonao ilay fahefana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manda sy aroko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niala maina teo ‘lay satana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fahavaloko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misy maharombaka akory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eo an-tananao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Izany indrindra no ilazako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reharehako Ianao.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aho Jeso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Manana Anao ‘zay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Tompon’ny 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aho Jeso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Miankina eo an-tratranao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ahy ny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ahy ny finoako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Raketiko ao am-po lalandava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reharehako Ianao.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