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Miainga, mazotoa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Mikeleza aina koa,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mivavaha (2)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an’izao tontolo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Mijoroa, mitoria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Mamafaza teny 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Tompo be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manohana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Sarotra ny lalanao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matokia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Andrandrao ny masonao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mbola ao ny Tompo 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Izy no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hampandresy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mahereza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Tompo momba anao.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Mandrosoa, miasà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Tano ny Finoanao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mba matahotra,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manahinahy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Miadia, mitafia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firaisan-tsaina soa,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fahavalonao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handositra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kivikivy foana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Tomponao dia 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Mampahery lalandava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Ary koa tsy mba mandao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Izy no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hampandresy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mahereza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ny Tompo momba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