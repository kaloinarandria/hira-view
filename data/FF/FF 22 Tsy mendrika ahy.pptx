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2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13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52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5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86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3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11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50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47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72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9AF92-AE20-44BB-B88F-6D576B840F7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36543-B0E6-476B-9CE8-B894853C24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35352" y="123111"/>
            <a:ext cx="9144000" cy="675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57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spc="-30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22 </a:t>
            </a:r>
            <a:r>
              <a:rPr kumimoji="0" lang="en-GB" sz="4800" b="0" i="0" u="none" strike="noStrike" cap="none" spc="-30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ts val="57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spc="-30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spc="-30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spc="-30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800" b="0" i="0" u="none" strike="noStrike" cap="none" spc="-30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spc="-30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mpanomponao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atao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hoe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zanakao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niantso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laviko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hoy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tamy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nanatona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31190" y="-61025"/>
            <a:ext cx="9175189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madio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marina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(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hitsimpona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latsaka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latabatrao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hoy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“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” 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teninao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(2)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sahiko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2222" y="-5417"/>
            <a:ext cx="9144000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madio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marina 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(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(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re,hamarino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 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 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805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Office PowerPoint</Application>
  <PresentationFormat>Affichage à l'écran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2012-11-13T07:24:14Z</dcterms:created>
  <dcterms:modified xsi:type="dcterms:W3CDTF">2012-11-13T07:35:04Z</dcterms:modified>
</cp:coreProperties>
</file>