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26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28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05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1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58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32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20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18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28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10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48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91F3-7792-4C4A-B662-8E8DD348D9A0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D46F4-8E87-4129-8FBA-19ABCCF4D7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01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74936" y="74220"/>
            <a:ext cx="949946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Mihirà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manam-pofonaina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Mikaloa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mitsikia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Tapaka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gadra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novonjena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Afak’i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be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Edena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nihidy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aloha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nihidy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aloha)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ota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ratsin-drazantsika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He,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midanadana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mivoha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idiro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hitondray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mozika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180528" y="-5417"/>
            <a:ext cx="9649072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-‘Lay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satana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fahavalo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Resy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voakodia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Koa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herezo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mimalo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Tokinao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anio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ilay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Mesia</a:t>
            </a:r>
            <a:endParaRPr lang="en-GB" sz="4400" dirty="0"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voahosotra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hitondrana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famonjena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(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voahosotra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famonjena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Ndreto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ento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‘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zahay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miferin’aina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ota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mpahazo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  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34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4948"/>
            <a:ext cx="912631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3-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Afaka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ankehitriny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Tonga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Mpanavotra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ilay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gehenanay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Voasolo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paradisa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Koa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isaoranay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(Koa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isaoranay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Rainay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be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Ray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Tsitoha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Nanome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Ilay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Mesia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638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Affichage à l'écran (4:3)</PresentationFormat>
  <Paragraphs>28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2012-11-13T07:44:32Z</dcterms:created>
  <dcterms:modified xsi:type="dcterms:W3CDTF">2012-11-13T07:50:21Z</dcterms:modified>
</cp:coreProperties>
</file>