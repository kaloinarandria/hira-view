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Ray ô ! mba faniriako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toa ka sitrakao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handova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Dieny ety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tsy izaho irery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F’ireo ‘zay mino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Hiaraka amiko hatrany hatrany.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Endrey ny fiainana anilan-dRay,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Tompo iray  Fanahy iray,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iraisana avokoa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‘Reo asa soa, iray ny 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Iray ny loha, Ray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Nahoana moa e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atomboka anio 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Ray ô ! mba faniriako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toa ka sitrakao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ho zanaka manoa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Feno fahendrena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Hilofo hatrany koa hamita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Ireo asanao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tsy hirehareha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hanetry tena.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Endrey ny fiainana anilan-dRay,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Tompo iray  Fanahy iray,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iraisana avokoa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‘Reo asa soa, iray ny 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Iray ny loha, Ray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Nahoana moa e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atomboka anio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(Réf. BIS)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