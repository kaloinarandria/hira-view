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3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notesMasterIdLst>
    <p:notesMasterId r:id="rId8"/>
  </p:notesMasterIdLst>
  <p:sldIdLst>
    <p:sldId id="730" r:id="rId2"/>
    <p:sldId id="731" r:id="rId3"/>
    <p:sldId id="732" r:id="rId4"/>
    <p:sldId id="733" r:id="rId5"/>
    <p:sldId id="734" r:id="rId6"/>
    <p:sldId id="735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5676"/>
    <a:srgbClr val="DF2F21"/>
    <a:srgbClr val="FF99FF"/>
    <a:srgbClr val="FF0000"/>
    <a:srgbClr val="FF0066"/>
    <a:srgbClr val="FFCC00"/>
    <a:srgbClr val="FF3399"/>
    <a:srgbClr val="699769"/>
    <a:srgbClr val="555931"/>
    <a:srgbClr val="D6E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08" autoAdjust="0"/>
    <p:restoredTop sz="94660"/>
  </p:normalViewPr>
  <p:slideViewPr>
    <p:cSldViewPr>
      <p:cViewPr varScale="1">
        <p:scale>
          <a:sx n="60" d="100"/>
          <a:sy n="60" d="100"/>
        </p:scale>
        <p:origin x="-738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EDFAD9-7128-491B-9F1F-59195DE4829F}" type="datetimeFigureOut">
              <a:rPr lang="fr-FR" smtClean="0"/>
              <a:t>11/06/2012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621142-CB40-4B39-95FC-2DE552AB7F07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7707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1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2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3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4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5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FED03D-9928-4441-A724-AAFD1691197E}" type="slidenum">
              <a:rPr lang="fr-FR" smtClean="0">
                <a:solidFill>
                  <a:prstClr val="black"/>
                </a:solidFill>
              </a:rPr>
              <a:pPr/>
              <a:t>6</a:t>
            </a:fld>
            <a:endParaRPr lang="fr-FR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7792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11/06/2012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00044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11/06/2012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0862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11/06/2012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2447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11/06/2012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1051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11/06/2012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345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11/06/2012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5152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11/06/2012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2637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11/06/2012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88108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11/06/2012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929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11/06/2012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56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11/06/2012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3006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62B7C0-3614-4BDC-89DF-21FA9EB3D621}" type="datetimeFigureOut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11/06/2012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21506-9DFA-4C5B-9728-84CBDEB738D9}" type="slidenum">
              <a:rPr lang="fr-FR" smtClean="0">
                <a:solidFill>
                  <a:prstClr val="black">
                    <a:tint val="75000"/>
                  </a:prstClr>
                </a:solidFill>
              </a:rPr>
              <a:pPr/>
              <a:t>‹N°›</a:t>
            </a:fld>
            <a:endParaRPr lang="fr-F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6371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99392"/>
            <a:ext cx="91440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Fa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tsy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misy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fahoriana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'Zay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natolotrao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anay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Ka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nitarika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hakiviana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Satria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efa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zakanay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-150" dirty="0" err="1">
                <a:solidFill>
                  <a:prstClr val="black"/>
                </a:solidFill>
                <a:latin typeface="Arial Black" pitchFamily="34" charset="0"/>
              </a:rPr>
              <a:t>Noho'lay</a:t>
            </a:r>
            <a:r>
              <a:rPr lang="fr-FR" sz="5000" b="1" spc="-15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-150" dirty="0" err="1">
                <a:solidFill>
                  <a:prstClr val="black"/>
                </a:solidFill>
                <a:latin typeface="Arial Black" pitchFamily="34" charset="0"/>
              </a:rPr>
              <a:t>vesatra</a:t>
            </a:r>
            <a:r>
              <a:rPr lang="fr-FR" sz="5000" b="1" spc="-15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-150" dirty="0" err="1">
                <a:solidFill>
                  <a:prstClr val="black"/>
                </a:solidFill>
                <a:latin typeface="Arial Black" pitchFamily="34" charset="0"/>
              </a:rPr>
              <a:t>indrindra</a:t>
            </a:r>
            <a:r>
              <a:rPr lang="fr-FR" sz="5000" b="1" spc="-15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Mafy</a:t>
            </a: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, </a:t>
            </a:r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sy</a:t>
            </a: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manonja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koa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lzay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nentinao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namindra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Raha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novonoina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lanao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err="1">
                <a:solidFill>
                  <a:prstClr val="black"/>
                </a:solidFill>
                <a:latin typeface="Arial Black" pitchFamily="34" charset="0"/>
              </a:rPr>
              <a:t>Jesoa</a:t>
            </a:r>
            <a:r>
              <a:rPr lang="fr-FR" sz="5000" b="1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dirty="0" smtClean="0">
                <a:solidFill>
                  <a:prstClr val="black"/>
                </a:solidFill>
                <a:latin typeface="Arial Black" pitchFamily="34" charset="0"/>
              </a:rPr>
              <a:t>!</a:t>
            </a:r>
            <a:endParaRPr lang="fr-FR" sz="5000" b="1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0374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-364" y="620688"/>
            <a:ext cx="914400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faniriam-panahy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Hiaraka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Aminao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Hamelona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ahy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ho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sahy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Hiasa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ho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Famonjena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soa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'Zay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nomenao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ry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Ray 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anton'ny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fiainanay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777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-99392"/>
            <a:ext cx="9144000" cy="7017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Fa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tsy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misy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hafaliana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Tena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mampifaly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anay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Raha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tsy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ilay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fitahiana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Avy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Aminao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ry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Ray 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Fa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tsy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misy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koa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fitia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Hahasambatra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anay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Raha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tsy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lanao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ry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Tompo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tia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mitoetra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anatinay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1984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692696"/>
            <a:ext cx="914400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faniriam-panahy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Hiaraka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Aminao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Hamelona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ahy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ho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sahy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Hiasa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ho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Famonjena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soa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'Zay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nomenao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ry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Ray 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anton'ny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fiainanay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72098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188640"/>
            <a:ext cx="9144000" cy="62170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fisainanay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'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zay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kely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4800" b="1" spc="-150" dirty="0" err="1">
                <a:solidFill>
                  <a:prstClr val="black"/>
                </a:solidFill>
                <a:latin typeface="Arial Black" pitchFamily="34" charset="0"/>
              </a:rPr>
              <a:t>Tsy</a:t>
            </a:r>
            <a:r>
              <a:rPr lang="fr-FR" sz="4800" b="1" spc="-15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4800" b="1" spc="-150" dirty="0" err="1">
                <a:solidFill>
                  <a:prstClr val="black"/>
                </a:solidFill>
                <a:latin typeface="Arial Black" pitchFamily="34" charset="0"/>
              </a:rPr>
              <a:t>mahatakatr'indraindray</a:t>
            </a:r>
            <a:r>
              <a:rPr lang="fr-FR" sz="4800" b="1" spc="-15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Fa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lanao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,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lanao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irery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toky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iankinanay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finoana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mila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hivaha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Tsy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mahasedra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sarotra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Ampijoroy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tsy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hanahy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Ho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finoana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matotra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4585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620688"/>
            <a:ext cx="9144000" cy="54784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fr-FR" sz="5000" b="1" spc="300" dirty="0" err="1" smtClean="0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 smtClean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faniriam-panahy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Hiaraka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Aminao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Hamelona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ahy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ho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sahy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Hiasa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ho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Anao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Famonjena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soa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'Zay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nomenao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ry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Ray </a:t>
            </a:r>
          </a:p>
          <a:p>
            <a:pPr algn="ctr"/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No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anton'ny</a:t>
            </a:r>
            <a:r>
              <a:rPr lang="fr-FR" sz="5000" b="1" spc="300" dirty="0">
                <a:solidFill>
                  <a:prstClr val="black"/>
                </a:solidFill>
                <a:latin typeface="Arial Black" pitchFamily="34" charset="0"/>
              </a:rPr>
              <a:t> </a:t>
            </a:r>
            <a:r>
              <a:rPr lang="fr-FR" sz="5000" b="1" spc="300" dirty="0" err="1">
                <a:solidFill>
                  <a:prstClr val="black"/>
                </a:solidFill>
                <a:latin typeface="Arial Black" pitchFamily="34" charset="0"/>
              </a:rPr>
              <a:t>fiainanay</a:t>
            </a:r>
            <a:endParaRPr lang="fr-FR" sz="5000" b="1" spc="300" dirty="0">
              <a:solidFill>
                <a:prstClr val="black"/>
              </a:solidFill>
              <a:latin typeface="Arial Black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78935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slow" p14:dur="2750">
        <p:push dir="u"/>
      </p:transition>
    </mc:Choice>
    <mc:Fallback xmlns="">
      <p:transition spd="slow">
        <p:push dir="u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8_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2351</TotalTime>
  <Words>156</Words>
  <Application>Microsoft Office PowerPoint</Application>
  <PresentationFormat>Affichage à l'écran (4:3)</PresentationFormat>
  <Paragraphs>50</Paragraphs>
  <Slides>6</Slides>
  <Notes>6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8_Thème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Prive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Haridera RAZAFNTSALAMA</dc:creator>
  <cp:lastModifiedBy>Jules_Gerp</cp:lastModifiedBy>
  <cp:revision>233</cp:revision>
  <dcterms:created xsi:type="dcterms:W3CDTF">2011-10-19T12:35:50Z</dcterms:created>
  <dcterms:modified xsi:type="dcterms:W3CDTF">2012-06-11T03:41:38Z</dcterms:modified>
</cp:coreProperties>
</file>