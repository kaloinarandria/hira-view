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VATO FEHIZORO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Jesoa vato fehizoro,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Afa-tahotra ny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Ianao no mampijoro,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iankinana tokoa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Vato fiorenanay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Zanaky ny Avo,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Vato fialofanay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Amin-dratsy te handavo.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Vato azo itokiana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Sady tsy mba mivena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ny fahoriana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Ianao no ekena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Tompo (irery)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ilay vato tsy mifindra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Tompo (irery)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‘lay fehizoro indrindra.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Jesoa vato fehizoro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Mampisinda ahiahy,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mandresy horohoro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Manatanjaka fanahy.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ry vato tsara paika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mandray Anao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mijoro tsy miraika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N’inon’inona manjo.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Vato azo itokiana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Sady tsy mba mivena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ny fahoriana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Ianao no ekena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Tompo (irery)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ilay vato tsy mifindra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Tompo (irery)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‘lay fehizoro indrindra.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