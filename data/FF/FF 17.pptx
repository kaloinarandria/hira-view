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7"/>
  </p:notesMasterIdLst>
  <p:sldIdLst>
    <p:sldId id="512" r:id="rId2"/>
    <p:sldId id="518" r:id="rId3"/>
    <p:sldId id="520" r:id="rId4"/>
    <p:sldId id="521" r:id="rId5"/>
    <p:sldId id="523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D2D6"/>
    <a:srgbClr val="00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00" autoAdjust="0"/>
    <p:restoredTop sz="94676" autoAdjust="0"/>
  </p:normalViewPr>
  <p:slideViewPr>
    <p:cSldViewPr>
      <p:cViewPr>
        <p:scale>
          <a:sx n="60" d="100"/>
          <a:sy n="60" d="100"/>
        </p:scale>
        <p:origin x="-1566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94D9-62FE-4E44-BB47-A93297560D39}" type="datetimeFigureOut">
              <a:rPr lang="fr-FR" smtClean="0"/>
              <a:t>14/03/2012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658A-4088-4F94-B7A5-3A5D58554E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69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1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60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3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68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19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3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77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90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63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69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940240F-34D7-433D-B542-00C27C5E64A8}" type="datetimeFigureOut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14/03/2012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4085028-990B-4A27-B27D-49D05AA49884}" type="slidenum">
              <a:rPr lang="fr-FR" smtClean="0">
                <a:solidFill>
                  <a:srgbClr val="1F497D">
                    <a:shade val="90000"/>
                  </a:srgbClr>
                </a:solidFill>
              </a:rPr>
              <a:pPr/>
              <a:t>‹N°›</a:t>
            </a:fld>
            <a:endParaRPr lang="fr-FR">
              <a:solidFill>
                <a:srgbClr val="1F497D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403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5421" y="1988840"/>
            <a:ext cx="914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0" dirty="0" smtClean="0">
                <a:solidFill>
                  <a:prstClr val="black"/>
                </a:solidFill>
                <a:latin typeface="Arial Black" pitchFamily="34" charset="0"/>
              </a:rPr>
              <a:t>F.F 17</a:t>
            </a:r>
            <a:endParaRPr lang="fr-FR" sz="13000" baseline="300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6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45033" y="692696"/>
            <a:ext cx="94675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1. 0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be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fitia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  <a:p>
            <a:pPr lvl="0"/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He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isaoranay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Ianao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lvl="0"/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manaiky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hiara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-dia </a:t>
            </a: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Aminay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mpanomponao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lvl="0"/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'Zay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miasa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hanasoa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Olo-maro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mpiara-miaina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Manantena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vokatsoa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Amin'ny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asa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izay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efaina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26" y="-14610"/>
            <a:ext cx="91383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5400" dirty="0" smtClean="0">
                <a:solidFill>
                  <a:prstClr val="black"/>
                </a:solidFill>
                <a:latin typeface="Arial Black" pitchFamily="34" charset="0"/>
              </a:rPr>
              <a:t>F.F 16</a:t>
            </a:r>
            <a:endParaRPr lang="fr-FR" sz="6600" baseline="300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26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939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dirty="0" err="1">
                <a:solidFill>
                  <a:prstClr val="black"/>
                </a:solidFill>
                <a:latin typeface="Arial Black" pitchFamily="34" charset="0"/>
              </a:rPr>
              <a:t>Fiverenana</a:t>
            </a:r>
            <a:endParaRPr lang="fr-FR" sz="6600" baseline="30000" dirty="0">
              <a:solidFill>
                <a:prstClr val="black"/>
              </a:solidFill>
              <a:latin typeface="Arial Black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51753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He!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talenta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samihafa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4800" b="1" dirty="0" err="1" smtClean="0">
                <a:solidFill>
                  <a:prstClr val="black"/>
                </a:solidFill>
                <a:latin typeface="Arial Black" pitchFamily="34" charset="0"/>
              </a:rPr>
              <a:t>nomenao</a:t>
            </a:r>
            <a:r>
              <a:rPr lang="fr-FR" sz="48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 smtClean="0">
                <a:solidFill>
                  <a:prstClr val="black"/>
                </a:solidFill>
                <a:latin typeface="Arial Black" pitchFamily="34" charset="0"/>
              </a:rPr>
              <a:t>hampiasaina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ireo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miara-miasa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Dia 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avy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maraina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Ka 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maro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sesehena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hahazo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tombontsoa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Hampandroso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firenena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'Zay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kinasanay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ho to.</a:t>
            </a:r>
          </a:p>
        </p:txBody>
      </p:sp>
    </p:spTree>
    <p:extLst>
      <p:ext uri="{BB962C8B-B14F-4D97-AF65-F5344CB8AC3E}">
        <p14:creationId xmlns:p14="http://schemas.microsoft.com/office/powerpoint/2010/main" val="43034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45033" y="692696"/>
            <a:ext cx="94675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2.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Taona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maro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izay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Ray</a:t>
            </a:r>
          </a:p>
          <a:p>
            <a:pPr lvl="0"/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nodiavina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hatrizao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Niara-nilofosanay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Mba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hanao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asanao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Nefa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tsapanay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tokoa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Vitsy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no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mba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vita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tsara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  <a:p>
            <a:pPr lvl="0"/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Ka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tafio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herim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-po</a:t>
            </a:r>
          </a:p>
          <a:p>
            <a:pPr lvl="0"/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Hahavita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izay</a:t>
            </a:r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>
                <a:solidFill>
                  <a:prstClr val="black"/>
                </a:solidFill>
                <a:latin typeface="Arial Black" pitchFamily="34" charset="0"/>
              </a:rPr>
              <a:t>anjara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26" y="-14610"/>
            <a:ext cx="91383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5400" dirty="0" smtClean="0">
                <a:solidFill>
                  <a:prstClr val="black"/>
                </a:solidFill>
                <a:latin typeface="Arial Black" pitchFamily="34" charset="0"/>
              </a:rPr>
              <a:t>F.F 16</a:t>
            </a:r>
            <a:endParaRPr lang="fr-FR" sz="6600" baseline="300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00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939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dirty="0" err="1">
                <a:solidFill>
                  <a:prstClr val="black"/>
                </a:solidFill>
                <a:latin typeface="Arial Black" pitchFamily="34" charset="0"/>
              </a:rPr>
              <a:t>Fiverenana</a:t>
            </a:r>
            <a:endParaRPr lang="fr-FR" sz="6600" baseline="30000" dirty="0">
              <a:solidFill>
                <a:prstClr val="black"/>
              </a:solidFill>
              <a:latin typeface="Arial Black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51753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He!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talenta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samihafa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4800" b="1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4800" b="1" dirty="0" err="1" smtClean="0">
                <a:solidFill>
                  <a:prstClr val="black"/>
                </a:solidFill>
                <a:latin typeface="Arial Black" pitchFamily="34" charset="0"/>
              </a:rPr>
              <a:t>nomenao</a:t>
            </a:r>
            <a:r>
              <a:rPr lang="fr-FR" sz="48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dirty="0" err="1" smtClean="0">
                <a:solidFill>
                  <a:prstClr val="black"/>
                </a:solidFill>
                <a:latin typeface="Arial Black" pitchFamily="34" charset="0"/>
              </a:rPr>
              <a:t>hampiasaina</a:t>
            </a:r>
            <a:endParaRPr lang="fr-FR" sz="48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ireo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miara-miasa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Dia 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avy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maraina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Ka 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maro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sesehena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hahazo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tombontsoa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Hampandroso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firenena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'Zay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kinasanay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ho to.</a:t>
            </a:r>
          </a:p>
        </p:txBody>
      </p:sp>
    </p:spTree>
    <p:extLst>
      <p:ext uri="{BB962C8B-B14F-4D97-AF65-F5344CB8AC3E}">
        <p14:creationId xmlns:p14="http://schemas.microsoft.com/office/powerpoint/2010/main" val="197762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_Déb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2217</TotalTime>
  <Words>124</Words>
  <Application>Microsoft Office PowerPoint</Application>
  <PresentationFormat>Affichage à l'écran (4:3)</PresentationFormat>
  <Paragraphs>37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4_Débit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MAMYH</cp:lastModifiedBy>
  <cp:revision>364</cp:revision>
  <dcterms:created xsi:type="dcterms:W3CDTF">2011-11-08T15:26:39Z</dcterms:created>
  <dcterms:modified xsi:type="dcterms:W3CDTF">2012-03-14T14:11:10Z</dcterms:modified>
</cp:coreProperties>
</file>