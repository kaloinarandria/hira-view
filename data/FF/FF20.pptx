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trotraky ny adin-tsaina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Vao mba nahatsiaro Anao ry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Menatr’aho tsy sahy mitaraina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Jesoa fitiavana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Kanjo tambitamby safosafo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nasetrinao ny ditrako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Eny tsapako fa novidianao lafo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Tamin’ny ranao ny tenako.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 malalako tafio ny herinao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Hahaizako mandresy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fankam-panahy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tsinotsinona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izao tontonlo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fanimbana saina tena sy fanahy.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reharehako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ilay tanambokovoko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Hihamina eo anilanao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anie ny foko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eo anilanao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misy ny tolokoloko,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Eo no mahatsara ahy, Jesoa.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