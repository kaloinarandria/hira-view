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  <p:sldMasterId id="2147483792" r:id="rId2"/>
  </p:sldMasterIdLst>
  <p:notesMasterIdLst>
    <p:notesMasterId r:id="rId7"/>
  </p:notesMasterIdLst>
  <p:sldIdLst>
    <p:sldId id="717" r:id="rId3"/>
    <p:sldId id="725" r:id="rId4"/>
    <p:sldId id="726" r:id="rId5"/>
    <p:sldId id="727" r:id="rId6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A5676"/>
    <a:srgbClr val="DF2F21"/>
    <a:srgbClr val="FF99FF"/>
    <a:srgbClr val="FF0000"/>
    <a:srgbClr val="FF0066"/>
    <a:srgbClr val="FFCC00"/>
    <a:srgbClr val="FF3399"/>
    <a:srgbClr val="699769"/>
    <a:srgbClr val="555931"/>
    <a:srgbClr val="D6E7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508" autoAdjust="0"/>
    <p:restoredTop sz="94660"/>
  </p:normalViewPr>
  <p:slideViewPr>
    <p:cSldViewPr>
      <p:cViewPr varScale="1">
        <p:scale>
          <a:sx n="74" d="100"/>
          <a:sy n="74" d="100"/>
        </p:scale>
        <p:origin x="-432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EDFAD9-7128-491B-9F1F-59195DE4829F}" type="datetimeFigureOut">
              <a:rPr lang="fr-FR" smtClean="0"/>
              <a:t>15/02/2016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621142-CB40-4B39-95FC-2DE552AB7F0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877078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A47C5-A8FC-44E3-B40F-ACB506CDB2DF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15/02/2016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BB058-42DE-4B5A-9EC2-E4283189137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00217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A47C5-A8FC-44E3-B40F-ACB506CDB2DF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15/02/2016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BB058-42DE-4B5A-9EC2-E4283189137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91066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A47C5-A8FC-44E3-B40F-ACB506CDB2DF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15/02/2016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BB058-42DE-4B5A-9EC2-E4283189137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66571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A47C5-A8FC-44E3-B40F-ACB506CDB2DF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15/02/2016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BB058-42DE-4B5A-9EC2-E4283189137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9597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A47C5-A8FC-44E3-B40F-ACB506CDB2DF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15/02/2016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BB058-42DE-4B5A-9EC2-E4283189137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4039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A47C5-A8FC-44E3-B40F-ACB506CDB2DF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15/02/2016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BB058-42DE-4B5A-9EC2-E4283189137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70608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A47C5-A8FC-44E3-B40F-ACB506CDB2DF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15/02/2016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BB058-42DE-4B5A-9EC2-E4283189137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06681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A47C5-A8FC-44E3-B40F-ACB506CDB2DF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15/02/2016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BB058-42DE-4B5A-9EC2-E4283189137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07307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A47C5-A8FC-44E3-B40F-ACB506CDB2DF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15/02/2016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BB058-42DE-4B5A-9EC2-E4283189137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42880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A47C5-A8FC-44E3-B40F-ACB506CDB2DF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15/02/2016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BB058-42DE-4B5A-9EC2-E4283189137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62475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A47C5-A8FC-44E3-B40F-ACB506CDB2DF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15/02/2016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BB058-42DE-4B5A-9EC2-E4283189137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68266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fr-FR" smtClean="0"/>
              <a:t>Modifiez le style des sous-titres du masque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A47C5-A8FC-44E3-B40F-ACB506CDB2DF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15/02/2016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BB058-42DE-4B5A-9EC2-E4283189137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fr-FR" smtClean="0"/>
              <a:t>Modifiez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A47C5-A8FC-44E3-B40F-ACB506CDB2DF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15/02/2016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BB058-42DE-4B5A-9EC2-E4283189137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A47C5-A8FC-44E3-B40F-ACB506CDB2DF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15/02/2016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BB058-42DE-4B5A-9EC2-E4283189137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fr-FR" smtClean="0"/>
              <a:t>Modifiez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fr-FR" smtClean="0"/>
              <a:t>Modifiez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A47C5-A8FC-44E3-B40F-ACB506CDB2DF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15/02/2016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BB058-42DE-4B5A-9EC2-E4283189137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 smtClean="0"/>
              <a:t>Modifiez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 smtClean="0"/>
              <a:t>Modifiez les styles du texte du masque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fr-FR" smtClean="0"/>
              <a:t>Modifiez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fr-FR" smtClean="0"/>
              <a:t>Modifiez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A47C5-A8FC-44E3-B40F-ACB506CDB2DF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15/02/2016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BB058-42DE-4B5A-9EC2-E4283189137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A47C5-A8FC-44E3-B40F-ACB506CDB2DF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15/02/2016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BB058-42DE-4B5A-9EC2-E4283189137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A47C5-A8FC-44E3-B40F-ACB506CDB2DF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15/02/2016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BB058-42DE-4B5A-9EC2-E4283189137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fr-FR" smtClean="0"/>
              <a:t>Modifiez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fr-FR" smtClean="0"/>
              <a:t>Modifiez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A47C5-A8FC-44E3-B40F-ACB506CDB2DF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15/02/2016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BB058-42DE-4B5A-9EC2-E4283189137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fr-FR" smtClean="0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A47C5-A8FC-44E3-B40F-ACB506CDB2DF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15/02/2016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0F2BB058-42DE-4B5A-9EC2-E4283189137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fr-FR" smtClean="0"/>
              <a:t>Cliquez sur l'icône pour ajouter une image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fr-FR" smtClean="0"/>
              <a:t>Modifiez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A47C5-A8FC-44E3-B40F-ACB506CDB2DF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15/02/2016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BB058-42DE-4B5A-9EC2-E4283189137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fr-FR" smtClean="0"/>
              <a:t>Modifiez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A47C5-A8FC-44E3-B40F-ACB506CDB2DF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15/02/2016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BB058-42DE-4B5A-9EC2-E4283189137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50000">
              <a:schemeClr val="bg1">
                <a:lumMod val="95000"/>
              </a:schemeClr>
            </a:gs>
            <a:gs pos="100000">
              <a:schemeClr val="bg1"/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DA47C5-A8FC-44E3-B40F-ACB506CDB2DF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15/02/2016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2BB058-42DE-4B5A-9EC2-E4283189137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907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fr-FR" smtClean="0"/>
              <a:t>Modifiez les styles du texte du masque</a:t>
            </a:r>
          </a:p>
          <a:p>
            <a:pPr lvl="1" eaLnBrk="1" latinLnBrk="0" hangingPunct="1"/>
            <a:r>
              <a:rPr kumimoji="0" lang="fr-FR" smtClean="0"/>
              <a:t>Deuxième niveau</a:t>
            </a:r>
          </a:p>
          <a:p>
            <a:pPr lvl="2" eaLnBrk="1" latinLnBrk="0" hangingPunct="1"/>
            <a:r>
              <a:rPr kumimoji="0" lang="fr-FR" smtClean="0"/>
              <a:t>Troisième niveau</a:t>
            </a:r>
          </a:p>
          <a:p>
            <a:pPr lvl="3" eaLnBrk="1" latinLnBrk="0" hangingPunct="1"/>
            <a:r>
              <a:rPr kumimoji="0" lang="fr-FR" smtClean="0"/>
              <a:t>Quatrième niveau</a:t>
            </a:r>
          </a:p>
          <a:p>
            <a:pPr lvl="4" eaLnBrk="1" latinLnBrk="0" hangingPunct="1"/>
            <a:r>
              <a:rPr kumimoji="0" lang="fr-FR" smtClean="0"/>
              <a:t>Cinquième niveau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9DDA47C5-A8FC-44E3-B40F-ACB506CDB2DF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15/02/2016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0F2BB058-42DE-4B5A-9EC2-E4283189137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-11687" y="476672"/>
            <a:ext cx="9144000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914400" algn="ctr">
              <a:buAutoNum type="arabicPeriod"/>
            </a:pPr>
            <a:r>
              <a:rPr lang="en-US" sz="5000" b="1" kern="50" dirty="0" err="1" smtClean="0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ea typeface="Times New Roman"/>
              </a:rPr>
              <a:t>Tompo</a:t>
            </a:r>
            <a:r>
              <a:rPr lang="en-US" sz="5000" b="1" kern="50" dirty="0" smtClean="0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ea typeface="Times New Roman"/>
              </a:rPr>
              <a:t>Malala</a:t>
            </a:r>
            <a:r>
              <a:rPr lang="en-US" sz="5000" b="1" kern="50" dirty="0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ea typeface="Times New Roman"/>
              </a:rPr>
              <a:t>Tsitoha</a:t>
            </a:r>
            <a:r>
              <a:rPr lang="en-US" sz="5000" b="1" kern="50" dirty="0" smtClean="0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ea typeface="Times New Roman"/>
              </a:rPr>
              <a:t>, </a:t>
            </a:r>
          </a:p>
          <a:p>
            <a:pPr algn="ctr"/>
            <a:r>
              <a:rPr lang="en-US" sz="5000" b="1" kern="50" dirty="0" err="1" smtClean="0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ea typeface="Times New Roman"/>
              </a:rPr>
              <a:t>inty</a:t>
            </a:r>
            <a:r>
              <a:rPr lang="en-US" sz="5000" b="1" kern="50" dirty="0" smtClean="0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ea typeface="Times New Roman"/>
              </a:rPr>
              <a:t>aho</a:t>
            </a:r>
            <a:endParaRPr lang="en-US" sz="5000" b="1" kern="50" dirty="0">
              <a:solidFill>
                <a:srgbClr val="1A1A1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ews701 BT" pitchFamily="18" charset="0"/>
              <a:ea typeface="Times New Roman"/>
            </a:endParaRPr>
          </a:p>
          <a:p>
            <a:pPr algn="ctr"/>
            <a:r>
              <a:rPr lang="en-US" sz="5000" b="1" kern="50" dirty="0" err="1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ea typeface="Times New Roman"/>
              </a:rPr>
              <a:t>Izao</a:t>
            </a:r>
            <a:r>
              <a:rPr lang="en-US" sz="5000" b="1" kern="50" dirty="0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ea typeface="Times New Roman"/>
              </a:rPr>
              <a:t>vao</a:t>
            </a:r>
            <a:r>
              <a:rPr lang="en-US" sz="5000" b="1" kern="50" dirty="0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ea typeface="Times New Roman"/>
              </a:rPr>
              <a:t>nandre</a:t>
            </a:r>
            <a:r>
              <a:rPr lang="en-US" sz="5000" b="1" kern="50" dirty="0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ea typeface="Times New Roman"/>
              </a:rPr>
              <a:t>ilay</a:t>
            </a:r>
            <a:r>
              <a:rPr lang="en-US" sz="5000" b="1" kern="50" dirty="0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ea typeface="Times New Roman"/>
              </a:rPr>
              <a:t> </a:t>
            </a:r>
            <a:r>
              <a:rPr lang="en-US" sz="5000" b="1" kern="50" dirty="0" err="1" smtClean="0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ea typeface="Times New Roman"/>
              </a:rPr>
              <a:t>feo</a:t>
            </a:r>
            <a:endParaRPr lang="en-US" sz="5000" b="1" kern="50" dirty="0" smtClean="0">
              <a:solidFill>
                <a:srgbClr val="1A1A1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ews701 BT" pitchFamily="18" charset="0"/>
              <a:ea typeface="Times New Roman"/>
            </a:endParaRPr>
          </a:p>
          <a:p>
            <a:pPr algn="ctr"/>
            <a:r>
              <a:rPr lang="en-US" sz="5000" b="1" kern="50" dirty="0" err="1" smtClean="0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ea typeface="Times New Roman"/>
              </a:rPr>
              <a:t>niantso</a:t>
            </a:r>
            <a:r>
              <a:rPr lang="en-US" sz="5000" b="1" kern="50" dirty="0" smtClean="0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ea typeface="Times New Roman"/>
              </a:rPr>
              <a:t>ahy</a:t>
            </a:r>
            <a:r>
              <a:rPr lang="en-US" sz="5000" b="1" kern="50" dirty="0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ea typeface="Times New Roman"/>
              </a:rPr>
              <a:t> </a:t>
            </a:r>
          </a:p>
          <a:p>
            <a:pPr algn="ctr"/>
            <a:r>
              <a:rPr lang="en-US" sz="5000" b="1" kern="50" dirty="0" err="1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ea typeface="Times New Roman"/>
              </a:rPr>
              <a:t>Tsapako</a:t>
            </a:r>
            <a:r>
              <a:rPr lang="en-US" sz="5000" b="1" kern="50" dirty="0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ea typeface="Times New Roman"/>
              </a:rPr>
              <a:t>anatiko</a:t>
            </a:r>
            <a:r>
              <a:rPr lang="en-US" sz="5000" b="1" kern="50" dirty="0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ea typeface="Times New Roman"/>
              </a:rPr>
              <a:t> </a:t>
            </a:r>
            <a:r>
              <a:rPr lang="en-US" sz="5000" b="1" kern="50" dirty="0" err="1" smtClean="0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ea typeface="Times New Roman"/>
              </a:rPr>
              <a:t>ao</a:t>
            </a:r>
            <a:endParaRPr lang="en-US" sz="5000" b="1" kern="50" dirty="0" smtClean="0">
              <a:solidFill>
                <a:srgbClr val="1A1A1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ews701 BT" pitchFamily="18" charset="0"/>
              <a:ea typeface="Times New Roman"/>
            </a:endParaRPr>
          </a:p>
          <a:p>
            <a:pPr algn="ctr"/>
            <a:r>
              <a:rPr lang="en-US" sz="5000" b="1" kern="50" dirty="0" err="1" smtClean="0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ea typeface="Times New Roman"/>
              </a:rPr>
              <a:t>ny</a:t>
            </a:r>
            <a:r>
              <a:rPr lang="en-US" sz="5000" b="1" kern="50" dirty="0" smtClean="0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ea typeface="Times New Roman"/>
              </a:rPr>
              <a:t>herinao</a:t>
            </a:r>
            <a:r>
              <a:rPr lang="en-US" sz="5000" b="1" kern="50" dirty="0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ea typeface="Times New Roman"/>
              </a:rPr>
              <a:t> </a:t>
            </a:r>
          </a:p>
          <a:p>
            <a:pPr algn="ctr"/>
            <a:r>
              <a:rPr lang="en-US" sz="5000" b="1" kern="50" dirty="0" err="1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ea typeface="Times New Roman"/>
              </a:rPr>
              <a:t>Mitaona</a:t>
            </a:r>
            <a:r>
              <a:rPr lang="en-US" sz="5000" b="1" kern="50" dirty="0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ea typeface="Times New Roman"/>
              </a:rPr>
              <a:t>ahy</a:t>
            </a:r>
            <a:r>
              <a:rPr lang="en-US" sz="5000" b="1" kern="50" dirty="0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ea typeface="Times New Roman"/>
              </a:rPr>
              <a:t>mba</a:t>
            </a:r>
            <a:r>
              <a:rPr lang="en-US" sz="5000" b="1" kern="50" dirty="0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ea typeface="Times New Roman"/>
              </a:rPr>
              <a:t>hiverina</a:t>
            </a:r>
            <a:r>
              <a:rPr lang="en-US" sz="5000" b="1" kern="50" dirty="0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ea typeface="Times New Roman"/>
              </a:rPr>
              <a:t>Aminao</a:t>
            </a:r>
            <a:r>
              <a:rPr lang="en-US" sz="5000" b="1" kern="50" dirty="0" smtClean="0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ea typeface="Times New Roman"/>
              </a:rPr>
              <a:t>.</a:t>
            </a:r>
            <a:endParaRPr lang="en-US" sz="5000" b="1" kern="50" dirty="0">
              <a:solidFill>
                <a:srgbClr val="1A1A1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ews701 BT" pitchFamily="18" charset="0"/>
              <a:ea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203320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0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-27483" y="980728"/>
            <a:ext cx="9144000" cy="547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0" b="1" kern="50" dirty="0" err="1" smtClean="0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ea typeface="Times New Roman"/>
              </a:rPr>
              <a:t>Raiko</a:t>
            </a:r>
            <a:r>
              <a:rPr lang="en-US" sz="5000" b="1" kern="50" dirty="0" smtClean="0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ea typeface="Times New Roman"/>
              </a:rPr>
              <a:t> </a:t>
            </a:r>
            <a:r>
              <a:rPr lang="en-US" sz="5000" b="1" kern="50" dirty="0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ea typeface="Times New Roman"/>
              </a:rPr>
              <a:t>ô ! </a:t>
            </a:r>
            <a:r>
              <a:rPr lang="en-US" sz="5000" b="1" kern="50" dirty="0" err="1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ea typeface="Times New Roman"/>
              </a:rPr>
              <a:t>Raiko</a:t>
            </a:r>
            <a:r>
              <a:rPr lang="en-US" sz="5000" b="1" kern="50" dirty="0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ea typeface="Times New Roman"/>
              </a:rPr>
              <a:t> ô ! </a:t>
            </a:r>
            <a:r>
              <a:rPr lang="en-US" sz="5000" b="1" kern="50" dirty="0" err="1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ea typeface="Times New Roman"/>
              </a:rPr>
              <a:t>Inty</a:t>
            </a:r>
            <a:r>
              <a:rPr lang="en-US" sz="5000" b="1" kern="50" dirty="0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ea typeface="Times New Roman"/>
              </a:rPr>
              <a:t>aho</a:t>
            </a:r>
            <a:endParaRPr lang="en-US" sz="5000" b="1" kern="50" dirty="0">
              <a:solidFill>
                <a:srgbClr val="1A1A1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ews701 BT" pitchFamily="18" charset="0"/>
              <a:ea typeface="Times New Roman"/>
            </a:endParaRPr>
          </a:p>
          <a:p>
            <a:pPr algn="ctr"/>
            <a:r>
              <a:rPr lang="en-US" sz="5000" b="1" kern="50" dirty="0" err="1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ea typeface="Times New Roman"/>
              </a:rPr>
              <a:t>Raiso</a:t>
            </a:r>
            <a:r>
              <a:rPr lang="en-US" sz="5000" b="1" kern="50" dirty="0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ea typeface="Times New Roman"/>
              </a:rPr>
              <a:t>mba</a:t>
            </a:r>
            <a:r>
              <a:rPr lang="en-US" sz="5000" b="1" kern="50" dirty="0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ea typeface="Times New Roman"/>
              </a:rPr>
              <a:t> ho </a:t>
            </a:r>
            <a:r>
              <a:rPr lang="en-US" sz="5000" b="1" kern="50" dirty="0" err="1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ea typeface="Times New Roman"/>
              </a:rPr>
              <a:t>isan'ireo</a:t>
            </a:r>
            <a:r>
              <a:rPr lang="en-US" sz="5000" b="1" kern="50" dirty="0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ea typeface="Times New Roman"/>
              </a:rPr>
              <a:t>zanakao</a:t>
            </a:r>
            <a:endParaRPr lang="en-US" sz="5000" b="1" kern="50" dirty="0">
              <a:solidFill>
                <a:srgbClr val="1A1A1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ews701 BT" pitchFamily="18" charset="0"/>
              <a:ea typeface="Times New Roman"/>
            </a:endParaRPr>
          </a:p>
          <a:p>
            <a:pPr algn="ctr"/>
            <a:r>
              <a:rPr lang="en-US" sz="5000" b="1" kern="50" dirty="0" err="1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ea typeface="Times New Roman"/>
              </a:rPr>
              <a:t>Fa</a:t>
            </a:r>
            <a:r>
              <a:rPr lang="en-US" sz="5000" b="1" kern="50" dirty="0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ea typeface="Times New Roman"/>
              </a:rPr>
              <a:t>izaho</a:t>
            </a:r>
            <a:r>
              <a:rPr lang="en-US" sz="5000" b="1" kern="50" dirty="0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ea typeface="Times New Roman"/>
              </a:rPr>
              <a:t> '</a:t>
            </a:r>
            <a:r>
              <a:rPr lang="en-US" sz="5000" b="1" kern="50" dirty="0" err="1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ea typeface="Times New Roman"/>
              </a:rPr>
              <a:t>zay</a:t>
            </a:r>
            <a:r>
              <a:rPr lang="en-US" sz="5000" b="1" kern="50" dirty="0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ea typeface="Times New Roman"/>
              </a:rPr>
              <a:t>nania</a:t>
            </a:r>
            <a:r>
              <a:rPr lang="en-US" sz="5000" b="1" kern="50" dirty="0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ea typeface="Times New Roman"/>
              </a:rPr>
              <a:t>dia</a:t>
            </a:r>
            <a:r>
              <a:rPr lang="en-US" sz="5000" b="1" kern="50" dirty="0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ea typeface="Times New Roman"/>
              </a:rPr>
              <a:t>hiova</a:t>
            </a:r>
            <a:endParaRPr lang="en-US" sz="5000" b="1" kern="50" dirty="0">
              <a:solidFill>
                <a:srgbClr val="1A1A1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ews701 BT" pitchFamily="18" charset="0"/>
              <a:ea typeface="Times New Roman"/>
            </a:endParaRPr>
          </a:p>
          <a:p>
            <a:pPr algn="ctr"/>
            <a:r>
              <a:rPr lang="en-US" sz="5000" b="1" kern="50" dirty="0" err="1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ea typeface="Times New Roman"/>
              </a:rPr>
              <a:t>Hanaraka</a:t>
            </a:r>
            <a:r>
              <a:rPr lang="en-US" sz="5000" b="1" kern="50" dirty="0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ea typeface="Times New Roman"/>
              </a:rPr>
              <a:t>ny</a:t>
            </a:r>
            <a:r>
              <a:rPr lang="en-US" sz="5000" b="1" kern="50" dirty="0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ea typeface="Times New Roman"/>
              </a:rPr>
              <a:t>didinao</a:t>
            </a:r>
            <a:r>
              <a:rPr lang="en-US" sz="5000" b="1" kern="50" dirty="0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ea typeface="Times New Roman"/>
              </a:rPr>
              <a:t> Ray ô</a:t>
            </a:r>
            <a:r>
              <a:rPr lang="en-US" sz="5000" b="1" kern="50" dirty="0" smtClean="0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ea typeface="Times New Roman"/>
              </a:rPr>
              <a:t>!</a:t>
            </a:r>
            <a:endParaRPr lang="en-US" sz="5000" b="1" kern="50" dirty="0">
              <a:solidFill>
                <a:srgbClr val="1A1A1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ews701 BT" pitchFamily="18" charset="0"/>
              <a:ea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049329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0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-11687" y="2828"/>
            <a:ext cx="9144000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0" b="1" kern="50" dirty="0" smtClean="0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ea typeface="Times New Roman"/>
              </a:rPr>
              <a:t>2</a:t>
            </a:r>
            <a:r>
              <a:rPr lang="en-US" sz="5000" b="1" kern="50" dirty="0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ea typeface="Times New Roman"/>
              </a:rPr>
              <a:t>. </a:t>
            </a:r>
            <a:r>
              <a:rPr lang="en-US" sz="5000" b="1" kern="50" dirty="0" err="1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ea typeface="Times New Roman"/>
              </a:rPr>
              <a:t>Jesosy</a:t>
            </a:r>
            <a:r>
              <a:rPr lang="en-US" sz="5000" b="1" kern="50" dirty="0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ea typeface="Times New Roman"/>
              </a:rPr>
              <a:t>Zokiko</a:t>
            </a:r>
            <a:r>
              <a:rPr lang="en-US" sz="5000" b="1" kern="50" dirty="0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ea typeface="Times New Roman"/>
              </a:rPr>
              <a:t> ô ! </a:t>
            </a:r>
            <a:endParaRPr lang="en-US" sz="5000" b="1" kern="50" dirty="0" smtClean="0">
              <a:solidFill>
                <a:srgbClr val="1A1A1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ews701 BT" pitchFamily="18" charset="0"/>
              <a:ea typeface="Times New Roman"/>
            </a:endParaRPr>
          </a:p>
          <a:p>
            <a:pPr algn="ctr"/>
            <a:r>
              <a:rPr lang="en-US" sz="5000" b="1" kern="50" dirty="0" err="1" smtClean="0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ea typeface="Times New Roman"/>
              </a:rPr>
              <a:t>Raiso</a:t>
            </a:r>
            <a:r>
              <a:rPr lang="en-US" sz="5000" b="1" kern="50" dirty="0" smtClean="0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ea typeface="Times New Roman"/>
              </a:rPr>
              <a:t>aho</a:t>
            </a:r>
            <a:endParaRPr lang="en-US" sz="5000" b="1" kern="50" dirty="0">
              <a:solidFill>
                <a:srgbClr val="1A1A1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ews701 BT" pitchFamily="18" charset="0"/>
              <a:ea typeface="Times New Roman"/>
            </a:endParaRPr>
          </a:p>
          <a:p>
            <a:pPr algn="ctr"/>
            <a:r>
              <a:rPr lang="en-US" sz="5000" b="1" kern="50" dirty="0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ea typeface="Times New Roman"/>
              </a:rPr>
              <a:t>Ho </a:t>
            </a:r>
            <a:r>
              <a:rPr lang="en-US" sz="5000" b="1" kern="50" dirty="0" err="1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ea typeface="Times New Roman"/>
              </a:rPr>
              <a:t>isan'ireo</a:t>
            </a:r>
            <a:r>
              <a:rPr lang="en-US" sz="5000" b="1" kern="50" dirty="0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ea typeface="Times New Roman"/>
              </a:rPr>
              <a:t>zandrinao</a:t>
            </a:r>
            <a:r>
              <a:rPr lang="en-US" sz="5000" b="1" kern="50" dirty="0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ea typeface="Times New Roman"/>
              </a:rPr>
              <a:t> </a:t>
            </a:r>
            <a:endParaRPr lang="en-US" sz="5000" b="1" kern="50" dirty="0" smtClean="0">
              <a:solidFill>
                <a:srgbClr val="1A1A1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ews701 BT" pitchFamily="18" charset="0"/>
              <a:ea typeface="Times New Roman"/>
            </a:endParaRPr>
          </a:p>
          <a:p>
            <a:pPr algn="ctr"/>
            <a:r>
              <a:rPr lang="en-US" sz="5000" b="1" kern="50" dirty="0" err="1" smtClean="0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ea typeface="Times New Roman"/>
              </a:rPr>
              <a:t>tianao</a:t>
            </a:r>
            <a:endParaRPr lang="en-US" sz="5000" b="1" kern="50" dirty="0">
              <a:solidFill>
                <a:srgbClr val="1A1A1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ews701 BT" pitchFamily="18" charset="0"/>
              <a:ea typeface="Times New Roman"/>
            </a:endParaRPr>
          </a:p>
          <a:p>
            <a:pPr algn="ctr"/>
            <a:r>
              <a:rPr lang="en-US" sz="5000" b="1" kern="50" dirty="0" err="1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ea typeface="Times New Roman"/>
              </a:rPr>
              <a:t>Neniko</a:t>
            </a:r>
            <a:r>
              <a:rPr lang="en-US" sz="5000" b="1" kern="50" dirty="0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ea typeface="Times New Roman"/>
              </a:rPr>
              <a:t>ireny</a:t>
            </a:r>
            <a:r>
              <a:rPr lang="en-US" sz="5000" b="1" kern="50" dirty="0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ea typeface="Times New Roman"/>
              </a:rPr>
              <a:t>taloha</a:t>
            </a:r>
            <a:r>
              <a:rPr lang="en-US" sz="5000" b="1" kern="50" dirty="0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ea typeface="Times New Roman"/>
              </a:rPr>
              <a:t> </a:t>
            </a:r>
            <a:endParaRPr lang="en-US" sz="5000" b="1" kern="50" dirty="0" smtClean="0">
              <a:solidFill>
                <a:srgbClr val="1A1A1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ews701 BT" pitchFamily="18" charset="0"/>
              <a:ea typeface="Times New Roman"/>
            </a:endParaRPr>
          </a:p>
          <a:p>
            <a:pPr algn="ctr"/>
            <a:r>
              <a:rPr lang="en-US" sz="5000" b="1" kern="50" dirty="0" err="1" smtClean="0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ea typeface="Times New Roman"/>
              </a:rPr>
              <a:t>fa</a:t>
            </a:r>
            <a:r>
              <a:rPr lang="en-US" sz="5000" b="1" kern="50" dirty="0" smtClean="0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ea typeface="Times New Roman"/>
              </a:rPr>
              <a:t>hiova</a:t>
            </a:r>
            <a:r>
              <a:rPr lang="en-US" sz="5000" b="1" kern="50" dirty="0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ea typeface="Times New Roman"/>
              </a:rPr>
              <a:t>aho</a:t>
            </a:r>
            <a:endParaRPr lang="en-US" sz="5000" b="1" kern="50" dirty="0">
              <a:solidFill>
                <a:srgbClr val="1A1A1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ews701 BT" pitchFamily="18" charset="0"/>
              <a:ea typeface="Times New Roman"/>
            </a:endParaRPr>
          </a:p>
          <a:p>
            <a:pPr algn="ctr"/>
            <a:r>
              <a:rPr lang="en-US" sz="5000" b="1" kern="50" dirty="0" err="1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ea typeface="Times New Roman"/>
              </a:rPr>
              <a:t>Raiso</a:t>
            </a:r>
            <a:r>
              <a:rPr lang="en-US" sz="5000" b="1" kern="50" dirty="0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ea typeface="Times New Roman"/>
              </a:rPr>
              <a:t>aho</a:t>
            </a:r>
            <a:r>
              <a:rPr lang="en-US" sz="5000" b="1" kern="50" dirty="0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ea typeface="Times New Roman"/>
              </a:rPr>
              <a:t> ! </a:t>
            </a:r>
            <a:r>
              <a:rPr lang="en-US" sz="5000" b="1" kern="50" dirty="0" err="1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ea typeface="Times New Roman"/>
              </a:rPr>
              <a:t>Raiso</a:t>
            </a:r>
            <a:r>
              <a:rPr lang="en-US" sz="5000" b="1" kern="50" dirty="0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ea typeface="Times New Roman"/>
              </a:rPr>
              <a:t>aho</a:t>
            </a:r>
            <a:r>
              <a:rPr lang="en-US" sz="5000" b="1" kern="50" dirty="0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ea typeface="Times New Roman"/>
              </a:rPr>
              <a:t> </a:t>
            </a:r>
            <a:r>
              <a:rPr lang="en-US" sz="5000" b="1" kern="50" dirty="0" err="1" smtClean="0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ea typeface="Times New Roman"/>
              </a:rPr>
              <a:t>Jeso</a:t>
            </a:r>
            <a:endParaRPr lang="en-US" sz="5000" b="1" kern="50" dirty="0" smtClean="0">
              <a:solidFill>
                <a:srgbClr val="1A1A1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ews701 BT" pitchFamily="18" charset="0"/>
              <a:ea typeface="Times New Roman"/>
            </a:endParaRPr>
          </a:p>
          <a:p>
            <a:pPr algn="ctr"/>
            <a:r>
              <a:rPr lang="en-US" sz="5000" b="1" kern="50" dirty="0" smtClean="0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ea typeface="Times New Roman"/>
              </a:rPr>
              <a:t> </a:t>
            </a:r>
            <a:r>
              <a:rPr lang="en-US" sz="5000" b="1" kern="50" dirty="0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ea typeface="Times New Roman"/>
              </a:rPr>
              <a:t>ho </a:t>
            </a:r>
            <a:r>
              <a:rPr lang="en-US" sz="5000" b="1" kern="50" dirty="0" err="1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ea typeface="Times New Roman"/>
              </a:rPr>
              <a:t>Anao</a:t>
            </a:r>
            <a:r>
              <a:rPr lang="en-US" sz="5000" b="1" kern="50" dirty="0" smtClean="0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ea typeface="Times New Roman"/>
              </a:rPr>
              <a:t>.</a:t>
            </a:r>
            <a:endParaRPr lang="en-US" sz="5000" b="1" kern="50" dirty="0">
              <a:solidFill>
                <a:srgbClr val="1A1A1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ews701 BT" pitchFamily="18" charset="0"/>
              <a:ea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049329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0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-11687" y="908720"/>
            <a:ext cx="9144000" cy="547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0" b="1" kern="50" dirty="0" err="1" smtClean="0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ea typeface="Times New Roman"/>
              </a:rPr>
              <a:t>Tompo</a:t>
            </a:r>
            <a:r>
              <a:rPr lang="en-US" sz="5000" b="1" kern="50" dirty="0" smtClean="0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ea typeface="Times New Roman"/>
              </a:rPr>
              <a:t> </a:t>
            </a:r>
            <a:r>
              <a:rPr lang="en-US" sz="5000" b="1" kern="50" dirty="0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ea typeface="Times New Roman"/>
              </a:rPr>
              <a:t>ô! </a:t>
            </a:r>
            <a:r>
              <a:rPr lang="en-US" sz="5000" b="1" kern="50" dirty="0" err="1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ea typeface="Times New Roman"/>
              </a:rPr>
              <a:t>Tompo</a:t>
            </a:r>
            <a:r>
              <a:rPr lang="en-US" sz="5000" b="1" kern="50" dirty="0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ea typeface="Times New Roman"/>
              </a:rPr>
              <a:t> ô! </a:t>
            </a:r>
            <a:r>
              <a:rPr lang="en-US" sz="5000" b="1" kern="50" dirty="0" err="1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ea typeface="Times New Roman"/>
              </a:rPr>
              <a:t>Inty</a:t>
            </a:r>
            <a:r>
              <a:rPr lang="en-US" sz="5000" b="1" kern="50" dirty="0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ea typeface="Times New Roman"/>
              </a:rPr>
              <a:t>aho</a:t>
            </a:r>
            <a:endParaRPr lang="en-US" sz="5000" b="1" kern="50" dirty="0">
              <a:solidFill>
                <a:srgbClr val="1A1A1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ews701 BT" pitchFamily="18" charset="0"/>
              <a:ea typeface="Times New Roman"/>
            </a:endParaRPr>
          </a:p>
          <a:p>
            <a:pPr algn="ctr"/>
            <a:r>
              <a:rPr lang="en-US" sz="5000" b="1" kern="50" dirty="0" err="1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ea typeface="Times New Roman"/>
              </a:rPr>
              <a:t>Raiso</a:t>
            </a:r>
            <a:r>
              <a:rPr lang="en-US" sz="5000" b="1" kern="50" dirty="0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ea typeface="Times New Roman"/>
              </a:rPr>
              <a:t>mba</a:t>
            </a:r>
            <a:r>
              <a:rPr lang="en-US" sz="5000" b="1" kern="50" dirty="0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ea typeface="Times New Roman"/>
              </a:rPr>
              <a:t> ho </a:t>
            </a:r>
            <a:r>
              <a:rPr lang="en-US" sz="5000" b="1" kern="50" dirty="0" err="1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ea typeface="Times New Roman"/>
              </a:rPr>
              <a:t>isan'ireo</a:t>
            </a:r>
            <a:r>
              <a:rPr lang="en-US" sz="5000" b="1" kern="50" dirty="0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ea typeface="Times New Roman"/>
              </a:rPr>
              <a:t>zandrinao</a:t>
            </a:r>
            <a:endParaRPr lang="en-US" sz="5000" b="1" kern="50" dirty="0">
              <a:solidFill>
                <a:srgbClr val="1A1A1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ews701 BT" pitchFamily="18" charset="0"/>
              <a:ea typeface="Times New Roman"/>
            </a:endParaRPr>
          </a:p>
          <a:p>
            <a:pPr algn="ctr"/>
            <a:r>
              <a:rPr lang="en-US" sz="5000" b="1" kern="50" dirty="0" err="1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ea typeface="Times New Roman"/>
              </a:rPr>
              <a:t>Fa</a:t>
            </a:r>
            <a:r>
              <a:rPr lang="en-US" sz="5000" b="1" kern="50" dirty="0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ea typeface="Times New Roman"/>
              </a:rPr>
              <a:t>izaho</a:t>
            </a:r>
            <a:r>
              <a:rPr lang="en-US" sz="5000" b="1" kern="50" dirty="0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ea typeface="Times New Roman"/>
              </a:rPr>
              <a:t> '</a:t>
            </a:r>
            <a:r>
              <a:rPr lang="en-US" sz="5000" b="1" kern="50" dirty="0" err="1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ea typeface="Times New Roman"/>
              </a:rPr>
              <a:t>zay</a:t>
            </a:r>
            <a:r>
              <a:rPr lang="en-US" sz="5000" b="1" kern="50" dirty="0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ea typeface="Times New Roman"/>
              </a:rPr>
              <a:t>nania</a:t>
            </a:r>
            <a:r>
              <a:rPr lang="en-US" sz="5000" b="1" kern="50" dirty="0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ea typeface="Times New Roman"/>
              </a:rPr>
              <a:t>dia</a:t>
            </a:r>
            <a:r>
              <a:rPr lang="en-US" sz="5000" b="1" kern="50" dirty="0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ea typeface="Times New Roman"/>
              </a:rPr>
              <a:t>hiova</a:t>
            </a:r>
            <a:r>
              <a:rPr lang="en-US" sz="5000" b="1" kern="50" dirty="0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ea typeface="Times New Roman"/>
              </a:rPr>
              <a:t> </a:t>
            </a:r>
          </a:p>
          <a:p>
            <a:pPr algn="ctr"/>
            <a:r>
              <a:rPr lang="en-US" sz="5000" b="1" kern="50" dirty="0" err="1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ea typeface="Times New Roman"/>
              </a:rPr>
              <a:t>Hanaraka</a:t>
            </a:r>
            <a:r>
              <a:rPr lang="en-US" sz="5000" b="1" kern="50" dirty="0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ea typeface="Times New Roman"/>
              </a:rPr>
              <a:t>ny</a:t>
            </a:r>
            <a:r>
              <a:rPr lang="en-US" sz="5000" b="1" kern="50" dirty="0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ea typeface="Times New Roman"/>
              </a:rPr>
              <a:t>didinao</a:t>
            </a:r>
            <a:r>
              <a:rPr lang="en-US" sz="5000" b="1" kern="50" dirty="0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ea typeface="Times New Roman"/>
              </a:rPr>
              <a:t>Jeso</a:t>
            </a:r>
            <a:r>
              <a:rPr lang="en-US" sz="5000" b="1" kern="50" dirty="0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ea typeface="Times New Roman"/>
              </a:rPr>
              <a:t>!</a:t>
            </a:r>
            <a:endParaRPr lang="en-US" sz="5000" b="1" kern="50" dirty="0" smtClean="0">
              <a:solidFill>
                <a:srgbClr val="1A1A1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ews701 BT" pitchFamily="18" charset="0"/>
              <a:ea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887232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0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23_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Débit">
  <a:themeElements>
    <a:clrScheme name="Débit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Débit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Débit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2340</TotalTime>
  <Words>101</Words>
  <Application>Microsoft Office PowerPoint</Application>
  <PresentationFormat>Affichage à l'écran (4:3)</PresentationFormat>
  <Paragraphs>23</Paragraphs>
  <Slides>4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2</vt:i4>
      </vt:variant>
      <vt:variant>
        <vt:lpstr>Titres des diapositives</vt:lpstr>
      </vt:variant>
      <vt:variant>
        <vt:i4>4</vt:i4>
      </vt:variant>
    </vt:vector>
  </HeadingPairs>
  <TitlesOfParts>
    <vt:vector size="6" baseType="lpstr">
      <vt:lpstr>23_Thème Office</vt:lpstr>
      <vt:lpstr>Débit</vt:lpstr>
      <vt:lpstr>Présentation PowerPoint</vt:lpstr>
      <vt:lpstr>Présentation PowerPoint</vt:lpstr>
      <vt:lpstr>Présentation PowerPoint</vt:lpstr>
      <vt:lpstr>Présentation PowerPoint</vt:lpstr>
    </vt:vector>
  </TitlesOfParts>
  <Company>Prive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Haridera RAZAFNTSALAMA</dc:creator>
  <cp:lastModifiedBy>Domoina yrihat</cp:lastModifiedBy>
  <cp:revision>230</cp:revision>
  <dcterms:created xsi:type="dcterms:W3CDTF">2011-10-19T12:35:50Z</dcterms:created>
  <dcterms:modified xsi:type="dcterms:W3CDTF">2016-02-15T13:12:25Z</dcterms:modified>
</cp:coreProperties>
</file>