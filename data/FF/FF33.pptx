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33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1-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Inty aho Jesoa !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Miantso ahy Hianao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Na dia tsy mendrika,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e manolo-tena izao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Ianao no nifidy,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tsy haiko ny nandà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Ty antso sarobidy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ry Tompo, mamelà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heloka rehetra,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diovy aho, havaozy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Ho olom-baovao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hanao ny sitrakao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Ho mendrika tokoa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antsonao Jesoa.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33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2-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Inty aho Jesoa,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maintso ahy Hianao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fahalemeko anie,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ry Tompo fantatrao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Hianao no nifidy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sy maniraka ahy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Avy aminao Jeso,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herin’ny fanahy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Ho entiko manoa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asa atolotrao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Fa sarotra e ny dia,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ry Tompo manampia,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ho mendrika tokoa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antsonao Jesoa.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33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3-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Inty aho Jesoa,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miantso ahy Hianao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Mba ho fahazavan’izao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tontolo izao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Hianao no nifidy ahy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ho fanasina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Hanefa ny adidy lehibe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sy masina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Koa hamasino Tompo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Fa vonona aho Hanompo,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hombay ny herinao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Hitondra aim-baovao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Ho mendrika tokoa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antsonao Jesoa.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