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5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F89B-173D-44F0-9D81-E16F0AF91B73}" type="datetimeFigureOut">
              <a:rPr lang="fr-FR" smtClean="0"/>
              <a:t>16/11/2014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5B44-5AED-4956-8300-FE1085C9C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7919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F89B-173D-44F0-9D81-E16F0AF91B73}" type="datetimeFigureOut">
              <a:rPr lang="fr-FR" smtClean="0"/>
              <a:t>16/11/2014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5B44-5AED-4956-8300-FE1085C9C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5299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F89B-173D-44F0-9D81-E16F0AF91B73}" type="datetimeFigureOut">
              <a:rPr lang="fr-FR" smtClean="0"/>
              <a:t>16/11/2014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5B44-5AED-4956-8300-FE1085C9C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74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F89B-173D-44F0-9D81-E16F0AF91B73}" type="datetimeFigureOut">
              <a:rPr lang="fr-FR" smtClean="0"/>
              <a:t>16/11/2014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5B44-5AED-4956-8300-FE1085C9C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97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F89B-173D-44F0-9D81-E16F0AF91B73}" type="datetimeFigureOut">
              <a:rPr lang="fr-FR" smtClean="0"/>
              <a:t>16/11/2014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5B44-5AED-4956-8300-FE1085C9C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93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F89B-173D-44F0-9D81-E16F0AF91B73}" type="datetimeFigureOut">
              <a:rPr lang="fr-FR" smtClean="0"/>
              <a:t>16/11/2014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5B44-5AED-4956-8300-FE1085C9C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345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F89B-173D-44F0-9D81-E16F0AF91B73}" type="datetimeFigureOut">
              <a:rPr lang="fr-FR" smtClean="0"/>
              <a:t>16/11/2014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5B44-5AED-4956-8300-FE1085C9C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197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F89B-173D-44F0-9D81-E16F0AF91B73}" type="datetimeFigureOut">
              <a:rPr lang="fr-FR" smtClean="0"/>
              <a:t>16/11/2014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5B44-5AED-4956-8300-FE1085C9C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270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F89B-173D-44F0-9D81-E16F0AF91B73}" type="datetimeFigureOut">
              <a:rPr lang="fr-FR" smtClean="0"/>
              <a:t>16/11/2014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5B44-5AED-4956-8300-FE1085C9C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1157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F89B-173D-44F0-9D81-E16F0AF91B73}" type="datetimeFigureOut">
              <a:rPr lang="fr-FR" smtClean="0"/>
              <a:t>16/11/2014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5B44-5AED-4956-8300-FE1085C9C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77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F89B-173D-44F0-9D81-E16F0AF91B73}" type="datetimeFigureOut">
              <a:rPr lang="fr-FR" smtClean="0"/>
              <a:t>16/11/2014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5B44-5AED-4956-8300-FE1085C9C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56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5F89B-173D-44F0-9D81-E16F0AF91B73}" type="datetimeFigureOut">
              <a:rPr lang="fr-FR" smtClean="0"/>
              <a:t>16/11/2014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45B44-5AED-4956-8300-FE1085C9C9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828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80528" y="204633"/>
            <a:ext cx="9577064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FF 29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hisy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reharehako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Toy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hazo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nijalianao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(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Jesosy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ô)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Eo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amin’izay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rehetra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alehako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Izany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voadiko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Aminao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25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773996"/>
            <a:ext cx="9144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He !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rehetra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ekeko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Mora lo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maharitra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tokoa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kanefa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fitiavanao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jereko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niala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tamiko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1828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193140" y="1062027"/>
            <a:ext cx="93245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2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fanorenako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Raha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eto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an-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eto</a:t>
            </a:r>
            <a:r>
              <a:rPr lang="en-GB" sz="4800" dirty="0"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o! 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lanitra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fonenako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faniriako</a:t>
            </a:r>
            <a:endParaRPr lang="en-GB" sz="4800" dirty="0"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He !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tontolo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tazaniko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43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180528" y="548680"/>
            <a:ext cx="9144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Rendrarendra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  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Mamitaka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avokoa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kanefa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Ray ô)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anilanao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mamiko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Raiko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Raiso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2002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</Words>
  <Application>Microsoft Office PowerPoint</Application>
  <PresentationFormat>Affichage à l'écran (4:3)</PresentationFormat>
  <Paragraphs>24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user</cp:lastModifiedBy>
  <cp:revision>5</cp:revision>
  <dcterms:created xsi:type="dcterms:W3CDTF">2012-11-13T07:36:11Z</dcterms:created>
  <dcterms:modified xsi:type="dcterms:W3CDTF">2014-11-16T06:14:46Z</dcterms:modified>
</cp:coreProperties>
</file>