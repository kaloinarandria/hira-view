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43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70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53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14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25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51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7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49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77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30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72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8289-A662-4F03-A14C-C170931DC65A}" type="datetimeFigureOut">
              <a:rPr lang="fr-FR" smtClean="0"/>
              <a:t>25/05/2025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E2856-807E-470E-A70A-CB234CC7F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2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" y="112082"/>
            <a:ext cx="8897967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33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Inty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Miantso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Hianao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Na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 e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manolo-tena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nifidy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haiko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nandà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Ty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antso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sarobidy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mamelà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79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76672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heloka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havaozy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olom-baovao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sitrakao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antsonao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43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504" y="548680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Inty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maintso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Hianao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fahalemeko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anie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fantatrao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nifidy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maniraka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herin’ny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fanahy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5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488" y="404664"/>
            <a:ext cx="913151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entiko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asa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atolotrao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sarotra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e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Manampia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antsonao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0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4646" y="260648"/>
            <a:ext cx="922209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3-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Inty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miantso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Hianao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fahazavan’izao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tontolo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nifidy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fanasina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Hanefa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adidy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lehibe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masina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04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324544" y="476672"/>
            <a:ext cx="946854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Koa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vonona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Hanompo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hombay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herinao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Hitondra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aim-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baovao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antsonao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5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391</Words>
  <Application>Microsoft Office PowerPoint</Application>
  <PresentationFormat>Affichage à l'écran (4:3)</PresentationFormat>
  <Paragraphs>44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Demi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Kaloina RANDRIA</cp:lastModifiedBy>
  <cp:revision>6</cp:revision>
  <dcterms:created xsi:type="dcterms:W3CDTF">2012-11-13T07:50:22Z</dcterms:created>
  <dcterms:modified xsi:type="dcterms:W3CDTF">2025-05-25T08:43:49Z</dcterms:modified>
</cp:coreProperties>
</file>