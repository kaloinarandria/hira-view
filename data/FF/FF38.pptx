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42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662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82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40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11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182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29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37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458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36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514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2F18B-1412-4DF7-9537-F8635773BC2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E9197-E5CE-4F07-B82D-7E578ED0C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62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1520" y="1127956"/>
            <a:ext cx="9001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FF 38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todihonao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lasa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asa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Nandaniana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fotoana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vita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mora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67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576" y="1414027"/>
            <a:ext cx="91324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Ref</a:t>
            </a:r>
            <a:r>
              <a:rPr kumimoji="0" lang="en-GB" sz="48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Mitsangàna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Mijoroa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Aza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kivy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sanatria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Kristy.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582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1520" y="1127958"/>
            <a:ext cx="9001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FF 38</a:t>
            </a:r>
          </a:p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2-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Eny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tsara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tsaroana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Ireo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adidy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nokoloina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Maro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koa</a:t>
            </a:r>
            <a:r>
              <a:rPr lang="en-GB" sz="4800" dirty="0">
                <a:latin typeface="Franklin Gothic Demi" pitchFamily="34" charset="0"/>
              </a:rPr>
              <a:t> no </a:t>
            </a:r>
            <a:r>
              <a:rPr lang="en-GB" sz="4800" dirty="0" err="1">
                <a:latin typeface="Franklin Gothic Demi" pitchFamily="34" charset="0"/>
              </a:rPr>
              <a:t>tsy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tontosa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Nampitsotra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kanosa</a:t>
            </a:r>
            <a:endParaRPr lang="en-GB" sz="48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22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576" y="1414027"/>
            <a:ext cx="91324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Ref</a:t>
            </a:r>
            <a:r>
              <a:rPr kumimoji="0" lang="en-GB" sz="48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Mitsangàna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Mijoroa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Aza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kivy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sanatria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Kristy.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994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1520" y="758628"/>
            <a:ext cx="9001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FF 38</a:t>
            </a:r>
          </a:p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3-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Aoka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hiezaka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hatrany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Mba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hanamarina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izany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hipetra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tantara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an’ny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zanak’aman-para</a:t>
            </a:r>
            <a:r>
              <a:rPr lang="en-GB" sz="4800" dirty="0">
                <a:latin typeface="Franklin Gothic Demi" pitchFamily="34" charset="0"/>
              </a:rPr>
              <a:t>.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 smtClean="0">
                <a:latin typeface="Franklin Gothic Demi" pitchFamily="34" charset="0"/>
              </a:rPr>
              <a:t> </a:t>
            </a:r>
            <a:endParaRPr lang="en-GB" sz="48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576" y="1414027"/>
            <a:ext cx="91324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Ref</a:t>
            </a:r>
            <a:r>
              <a:rPr kumimoji="0" lang="en-GB" sz="48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Mitsangàna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sahia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Mijoroa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mitoria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Aza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kivy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sanatria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Kristy.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034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</Words>
  <Application>Microsoft Office PowerPoint</Application>
  <PresentationFormat>Affichage à l'écran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2012-11-13T08:08:31Z</dcterms:created>
  <dcterms:modified xsi:type="dcterms:W3CDTF">2012-11-13T08:14:04Z</dcterms:modified>
</cp:coreProperties>
</file>