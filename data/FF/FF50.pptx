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799A-23FD-4763-B2B5-731F4664FDE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322E-D3FA-411C-B73C-84A281218C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14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799A-23FD-4763-B2B5-731F4664FDE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322E-D3FA-411C-B73C-84A281218C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0177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799A-23FD-4763-B2B5-731F4664FDE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322E-D3FA-411C-B73C-84A281218C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884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799A-23FD-4763-B2B5-731F4664FDE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322E-D3FA-411C-B73C-84A281218C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4314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799A-23FD-4763-B2B5-731F4664FDE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322E-D3FA-411C-B73C-84A281218C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13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799A-23FD-4763-B2B5-731F4664FDE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322E-D3FA-411C-B73C-84A281218C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3058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799A-23FD-4763-B2B5-731F4664FDE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322E-D3FA-411C-B73C-84A281218C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860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799A-23FD-4763-B2B5-731F4664FDE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322E-D3FA-411C-B73C-84A281218C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1658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799A-23FD-4763-B2B5-731F4664FDE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322E-D3FA-411C-B73C-84A281218C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547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799A-23FD-4763-B2B5-731F4664FDE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322E-D3FA-411C-B73C-84A281218C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9904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799A-23FD-4763-B2B5-731F4664FDE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322E-D3FA-411C-B73C-84A281218C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57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8799A-23FD-4763-B2B5-731F4664FDEB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7322E-D3FA-411C-B73C-84A281218C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069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701988"/>
            <a:ext cx="925252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1-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misa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fatratra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mikendry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hanefa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zava-tsarotra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Moa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tsapanao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mahasambatra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asa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atao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am-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pitiavana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!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822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701991"/>
            <a:ext cx="925252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 err="1">
                <a:latin typeface="Franklin Gothic Demi" pitchFamily="34" charset="0"/>
              </a:rPr>
              <a:t>Mihamaivana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mora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entina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fahasahiranana</a:t>
            </a:r>
            <a:endParaRPr lang="en-GB" sz="4800" dirty="0">
              <a:latin typeface="Franklin Gothic Demi" pitchFamily="34" charset="0"/>
            </a:endParaRPr>
          </a:p>
          <a:p>
            <a:pPr algn="ctr"/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toa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mitambesatra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 smtClean="0">
                <a:latin typeface="Franklin Gothic Demi" pitchFamily="34" charset="0"/>
              </a:rPr>
              <a:t>   </a:t>
            </a:r>
            <a:r>
              <a:rPr lang="en-GB" sz="4800" dirty="0" err="1" smtClean="0">
                <a:latin typeface="Franklin Gothic Demi" pitchFamily="34" charset="0"/>
              </a:rPr>
              <a:t>Raha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ao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ny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manaiky</a:t>
            </a:r>
            <a:r>
              <a:rPr lang="en-GB" sz="4800" dirty="0">
                <a:latin typeface="Franklin Gothic Demi" pitchFamily="34" charset="0"/>
              </a:rPr>
              <a:t>  marina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tia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handala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 err="1" smtClean="0">
                <a:latin typeface="Franklin Gothic Demi" pitchFamily="34" charset="0"/>
              </a:rPr>
              <a:t>ny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asa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rehetra</a:t>
            </a:r>
            <a:r>
              <a:rPr lang="en-GB" sz="48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64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071325"/>
            <a:ext cx="925252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</a:rPr>
              <a:t>2-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>
                <a:latin typeface="Franklin Gothic Demi" pitchFamily="34" charset="0"/>
              </a:rPr>
              <a:t>Hoy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hafatry</a:t>
            </a:r>
            <a:r>
              <a:rPr lang="en-GB" sz="4800" dirty="0">
                <a:latin typeface="Franklin Gothic Demi" pitchFamily="34" charset="0"/>
              </a:rPr>
              <a:t> 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 err="1" smtClean="0">
                <a:latin typeface="Franklin Gothic Demi" pitchFamily="34" charset="0"/>
              </a:rPr>
              <a:t>ny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Tompo</a:t>
            </a:r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aminao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</a:t>
            </a:r>
            <a:r>
              <a:rPr lang="en-GB" sz="4800" dirty="0" err="1" smtClean="0">
                <a:latin typeface="Franklin Gothic Demi" pitchFamily="34" charset="0"/>
              </a:rPr>
              <a:t>Manatona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ahy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raha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toa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sahirana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Fa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manary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na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mandao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Izay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miezaka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hita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reraka</a:t>
            </a:r>
            <a:endParaRPr lang="en-GB" sz="4800" dirty="0"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67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332664"/>
            <a:ext cx="925252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 err="1">
                <a:latin typeface="Franklin Gothic Demi" pitchFamily="34" charset="0"/>
              </a:rPr>
              <a:t>Nefa</a:t>
            </a:r>
            <a:r>
              <a:rPr lang="en-GB" sz="4800" dirty="0">
                <a:latin typeface="Franklin Gothic Demi" pitchFamily="34" charset="0"/>
              </a:rPr>
              <a:t> moa </a:t>
            </a:r>
            <a:r>
              <a:rPr lang="en-GB" sz="4800" dirty="0" err="1">
                <a:latin typeface="Franklin Gothic Demi" pitchFamily="34" charset="0"/>
              </a:rPr>
              <a:t>ve</a:t>
            </a:r>
            <a:r>
              <a:rPr lang="en-GB" sz="4800" dirty="0">
                <a:latin typeface="Franklin Gothic Demi" pitchFamily="34" charset="0"/>
              </a:rPr>
              <a:t>, </a:t>
            </a:r>
            <a:r>
              <a:rPr lang="en-GB" sz="4800" dirty="0" err="1">
                <a:latin typeface="Franklin Gothic Demi" pitchFamily="34" charset="0"/>
              </a:rPr>
              <a:t>vonon’izao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Handà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tenanao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hamoy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tontolo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Dia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manaiky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koa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mba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tarihina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Fa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sarotra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làlana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 </a:t>
            </a:r>
            <a:r>
              <a:rPr lang="en-GB" sz="4800" dirty="0" err="1">
                <a:latin typeface="Franklin Gothic Demi" pitchFamily="34" charset="0"/>
              </a:rPr>
              <a:t>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asa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atao</a:t>
            </a:r>
            <a:r>
              <a:rPr lang="en-GB" sz="48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5334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332668"/>
            <a:ext cx="925252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 smtClean="0">
                <a:solidFill>
                  <a:srgbClr val="0070C0"/>
                </a:solidFill>
                <a:latin typeface="Franklin Gothic Demi" pitchFamily="34" charset="0"/>
              </a:rPr>
              <a:t>3-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Mitsanganà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 </a:t>
            </a:r>
            <a:r>
              <a:rPr lang="en-GB" sz="4800" dirty="0" err="1">
                <a:latin typeface="Franklin Gothic Demi" pitchFamily="34" charset="0"/>
              </a:rPr>
              <a:t>mandrosoa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hiasa</a:t>
            </a:r>
            <a:r>
              <a:rPr lang="en-GB" sz="4800" dirty="0">
                <a:latin typeface="Franklin Gothic Demi" pitchFamily="34" charset="0"/>
              </a:rPr>
              <a:t> e !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Fa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malalaka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saha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 </a:t>
            </a:r>
            <a:r>
              <a:rPr lang="en-GB" sz="4800" dirty="0" err="1">
                <a:latin typeface="Franklin Gothic Demi" pitchFamily="34" charset="0"/>
              </a:rPr>
              <a:t>izay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omena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</a:t>
            </a:r>
            <a:r>
              <a:rPr lang="en-GB" sz="4800" dirty="0" err="1" smtClean="0">
                <a:latin typeface="Franklin Gothic Demi" pitchFamily="34" charset="0"/>
              </a:rPr>
              <a:t>Dia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meteza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koa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hanaiky</a:t>
            </a:r>
            <a:r>
              <a:rPr lang="en-GB" sz="4800" dirty="0" smtClean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hanome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Harena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herim-po</a:t>
            </a:r>
            <a:r>
              <a:rPr lang="en-GB" sz="4800" dirty="0">
                <a:latin typeface="Franklin Gothic Demi" pitchFamily="34" charset="0"/>
              </a:rPr>
              <a:t>  </a:t>
            </a:r>
            <a:r>
              <a:rPr lang="en-GB" sz="4800" dirty="0" err="1">
                <a:latin typeface="Franklin Gothic Demi" pitchFamily="34" charset="0"/>
              </a:rPr>
              <a:t>ilaina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aminao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Aza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ketraka</a:t>
            </a:r>
            <a:r>
              <a:rPr lang="en-GB" sz="4800" dirty="0" smtClean="0">
                <a:latin typeface="Franklin Gothic Demi" pitchFamily="34" charset="0"/>
              </a:rPr>
              <a:t>,</a:t>
            </a:r>
            <a:r>
              <a:rPr lang="en-GB" sz="4800" dirty="0">
                <a:latin typeface="Franklin Gothic Demi" pitchFamily="34" charset="0"/>
              </a:rPr>
              <a:t>  </a:t>
            </a:r>
            <a:r>
              <a:rPr lang="en-GB" sz="4800" dirty="0" err="1">
                <a:latin typeface="Franklin Gothic Demi" pitchFamily="34" charset="0"/>
              </a:rPr>
              <a:t>matokia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izao</a:t>
            </a:r>
            <a:endParaRPr lang="en-GB" sz="4800" dirty="0"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55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702003"/>
            <a:ext cx="925252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>
                <a:latin typeface="Franklin Gothic Demi" pitchFamily="34" charset="0"/>
              </a:rPr>
              <a:t>‘Lay </a:t>
            </a:r>
            <a:r>
              <a:rPr lang="en-GB" sz="4800" dirty="0" err="1">
                <a:latin typeface="Franklin Gothic Demi" pitchFamily="34" charset="0"/>
              </a:rPr>
              <a:t>hery</a:t>
            </a:r>
            <a:r>
              <a:rPr lang="en-GB" sz="4800" dirty="0">
                <a:latin typeface="Franklin Gothic Demi" pitchFamily="34" charset="0"/>
              </a:rPr>
              <a:t> ‘</a:t>
            </a:r>
            <a:r>
              <a:rPr lang="en-GB" sz="4800" dirty="0" err="1">
                <a:latin typeface="Franklin Gothic Demi" pitchFamily="34" charset="0"/>
              </a:rPr>
              <a:t>zay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manohana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fihezahanao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mitondra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soa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 </a:t>
            </a:r>
            <a:r>
              <a:rPr lang="en-GB" sz="4800" dirty="0" err="1">
                <a:latin typeface="Franklin Gothic Demi" pitchFamily="34" charset="0"/>
              </a:rPr>
              <a:t>manova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mba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vao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vokatry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asa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 </a:t>
            </a:r>
            <a:r>
              <a:rPr lang="en-GB" sz="4800" dirty="0" err="1">
                <a:latin typeface="Franklin Gothic Demi" pitchFamily="34" charset="0"/>
              </a:rPr>
              <a:t>izay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nanasatr’anao</a:t>
            </a:r>
            <a:r>
              <a:rPr lang="en-GB" sz="48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09450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</Words>
  <Application>Microsoft Office PowerPoint</Application>
  <PresentationFormat>Affichage à l'écran (4:3)</PresentationFormat>
  <Paragraphs>36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7</cp:revision>
  <dcterms:created xsi:type="dcterms:W3CDTF">2012-11-13T08:34:53Z</dcterms:created>
  <dcterms:modified xsi:type="dcterms:W3CDTF">2012-11-13T08:41:43Z</dcterms:modified>
</cp:coreProperties>
</file>