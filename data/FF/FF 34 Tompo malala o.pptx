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62" r:id="rId3"/>
    <p:sldId id="257" r:id="rId4"/>
    <p:sldId id="263" r:id="rId5"/>
    <p:sldId id="259" r:id="rId6"/>
    <p:sldId id="264" r:id="rId7"/>
    <p:sldId id="266" r:id="rId8"/>
    <p:sldId id="267" r:id="rId9"/>
    <p:sldId id="261" r:id="rId10"/>
    <p:sldId id="265" r:id="rId11"/>
    <p:sldId id="268" r:id="rId12"/>
    <p:sldId id="269" r:id="rId13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4" d="100"/>
          <a:sy n="74" d="100"/>
        </p:scale>
        <p:origin x="-396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ed Rectangle 15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9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1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5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600200"/>
            <a:ext cx="7772400" cy="1780108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556001"/>
            <a:ext cx="6400800" cy="14732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58B1A-EA9B-4F1B-80AA-967C4801C77F}" type="datetimeFigureOut">
              <a:rPr lang="fr-FR" smtClean="0"/>
              <a:t>15/02/2016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3482A-285B-4DCB-9229-25D1B6ED3A6E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58B1A-EA9B-4F1B-80AA-967C4801C77F}" type="datetimeFigureOut">
              <a:rPr lang="fr-FR" smtClean="0"/>
              <a:t>15/02/2016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3482A-285B-4DCB-9229-25D1B6ED3A6E}" type="slidenum">
              <a:rPr lang="fr-FR" smtClean="0"/>
              <a:t>‹N°›</a:t>
            </a:fld>
            <a:endParaRPr lang="fr-FR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4736592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14"/>
          <p:cNvSpPr>
            <a:spLocks/>
          </p:cNvSpPr>
          <p:nvPr/>
        </p:nvSpPr>
        <p:spPr bwMode="hidden">
          <a:xfrm>
            <a:off x="6047438" y="4203592"/>
            <a:ext cx="2876429" cy="714026"/>
          </a:xfrm>
          <a:custGeom>
            <a:avLst/>
            <a:gdLst/>
            <a:ahLst/>
            <a:cxnLst>
              <a:cxn ang="0">
                <a:pos x="2700" y="0"/>
              </a:cxn>
              <a:cxn ang="0">
                <a:pos x="2700" y="0"/>
              </a:cxn>
              <a:cxn ang="0">
                <a:pos x="2586" y="18"/>
              </a:cxn>
              <a:cxn ang="0">
                <a:pos x="2470" y="38"/>
              </a:cxn>
              <a:cxn ang="0">
                <a:pos x="2352" y="60"/>
              </a:cxn>
              <a:cxn ang="0">
                <a:pos x="2230" y="82"/>
              </a:cxn>
              <a:cxn ang="0">
                <a:pos x="2106" y="108"/>
              </a:cxn>
              <a:cxn ang="0">
                <a:pos x="1978" y="134"/>
              </a:cxn>
              <a:cxn ang="0">
                <a:pos x="1848" y="164"/>
              </a:cxn>
              <a:cxn ang="0">
                <a:pos x="1714" y="194"/>
              </a:cxn>
              <a:cxn ang="0">
                <a:pos x="1714" y="194"/>
              </a:cxn>
              <a:cxn ang="0">
                <a:pos x="1472" y="252"/>
              </a:cxn>
              <a:cxn ang="0">
                <a:pos x="1236" y="304"/>
              </a:cxn>
              <a:cxn ang="0">
                <a:pos x="1010" y="352"/>
              </a:cxn>
              <a:cxn ang="0">
                <a:pos x="792" y="398"/>
              </a:cxn>
              <a:cxn ang="0">
                <a:pos x="584" y="438"/>
              </a:cxn>
              <a:cxn ang="0">
                <a:pos x="382" y="474"/>
              </a:cxn>
              <a:cxn ang="0">
                <a:pos x="188" y="508"/>
              </a:cxn>
              <a:cxn ang="0">
                <a:pos x="0" y="538"/>
              </a:cxn>
              <a:cxn ang="0">
                <a:pos x="0" y="538"/>
              </a:cxn>
              <a:cxn ang="0">
                <a:pos x="130" y="556"/>
              </a:cxn>
              <a:cxn ang="0">
                <a:pos x="254" y="572"/>
              </a:cxn>
              <a:cxn ang="0">
                <a:pos x="374" y="586"/>
              </a:cxn>
              <a:cxn ang="0">
                <a:pos x="492" y="598"/>
              </a:cxn>
              <a:cxn ang="0">
                <a:pos x="606" y="610"/>
              </a:cxn>
              <a:cxn ang="0">
                <a:pos x="716" y="618"/>
              </a:cxn>
              <a:cxn ang="0">
                <a:pos x="822" y="626"/>
              </a:cxn>
              <a:cxn ang="0">
                <a:pos x="926" y="632"/>
              </a:cxn>
              <a:cxn ang="0">
                <a:pos x="1028" y="636"/>
              </a:cxn>
              <a:cxn ang="0">
                <a:pos x="1126" y="638"/>
              </a:cxn>
              <a:cxn ang="0">
                <a:pos x="1220" y="640"/>
              </a:cxn>
              <a:cxn ang="0">
                <a:pos x="1312" y="640"/>
              </a:cxn>
              <a:cxn ang="0">
                <a:pos x="1402" y="638"/>
              </a:cxn>
              <a:cxn ang="0">
                <a:pos x="1490" y="636"/>
              </a:cxn>
              <a:cxn ang="0">
                <a:pos x="1574" y="632"/>
              </a:cxn>
              <a:cxn ang="0">
                <a:pos x="1656" y="626"/>
              </a:cxn>
              <a:cxn ang="0">
                <a:pos x="1734" y="620"/>
              </a:cxn>
              <a:cxn ang="0">
                <a:pos x="1812" y="612"/>
              </a:cxn>
              <a:cxn ang="0">
                <a:pos x="1886" y="602"/>
              </a:cxn>
              <a:cxn ang="0">
                <a:pos x="1960" y="592"/>
              </a:cxn>
              <a:cxn ang="0">
                <a:pos x="2030" y="580"/>
              </a:cxn>
              <a:cxn ang="0">
                <a:pos x="2100" y="568"/>
              </a:cxn>
              <a:cxn ang="0">
                <a:pos x="2166" y="554"/>
              </a:cxn>
              <a:cxn ang="0">
                <a:pos x="2232" y="540"/>
              </a:cxn>
              <a:cxn ang="0">
                <a:pos x="2296" y="524"/>
              </a:cxn>
              <a:cxn ang="0">
                <a:pos x="2358" y="508"/>
              </a:cxn>
              <a:cxn ang="0">
                <a:pos x="2418" y="490"/>
              </a:cxn>
              <a:cxn ang="0">
                <a:pos x="2478" y="472"/>
              </a:cxn>
              <a:cxn ang="0">
                <a:pos x="2592" y="432"/>
              </a:cxn>
              <a:cxn ang="0">
                <a:pos x="2702" y="390"/>
              </a:cxn>
              <a:cxn ang="0">
                <a:pos x="2702" y="390"/>
              </a:cxn>
              <a:cxn ang="0">
                <a:pos x="2706" y="388"/>
              </a:cxn>
              <a:cxn ang="0">
                <a:pos x="2706" y="388"/>
              </a:cxn>
              <a:cxn ang="0">
                <a:pos x="2706" y="0"/>
              </a:cxn>
              <a:cxn ang="0">
                <a:pos x="2706" y="0"/>
              </a:cxn>
              <a:cxn ang="0">
                <a:pos x="2700" y="0"/>
              </a:cxn>
              <a:cxn ang="0">
                <a:pos x="2700" y="0"/>
              </a:cxn>
            </a:cxnLst>
            <a:rect l="0" t="0" r="r" b="b"/>
            <a:pathLst>
              <a:path w="2706" h="640">
                <a:moveTo>
                  <a:pt x="2700" y="0"/>
                </a:moveTo>
                <a:lnTo>
                  <a:pt x="2700" y="0"/>
                </a:lnTo>
                <a:lnTo>
                  <a:pt x="2586" y="18"/>
                </a:lnTo>
                <a:lnTo>
                  <a:pt x="2470" y="38"/>
                </a:lnTo>
                <a:lnTo>
                  <a:pt x="2352" y="60"/>
                </a:lnTo>
                <a:lnTo>
                  <a:pt x="2230" y="82"/>
                </a:lnTo>
                <a:lnTo>
                  <a:pt x="2106" y="108"/>
                </a:lnTo>
                <a:lnTo>
                  <a:pt x="1978" y="134"/>
                </a:lnTo>
                <a:lnTo>
                  <a:pt x="1848" y="164"/>
                </a:lnTo>
                <a:lnTo>
                  <a:pt x="1714" y="194"/>
                </a:lnTo>
                <a:lnTo>
                  <a:pt x="1714" y="194"/>
                </a:lnTo>
                <a:lnTo>
                  <a:pt x="1472" y="252"/>
                </a:lnTo>
                <a:lnTo>
                  <a:pt x="1236" y="304"/>
                </a:lnTo>
                <a:lnTo>
                  <a:pt x="1010" y="352"/>
                </a:lnTo>
                <a:lnTo>
                  <a:pt x="792" y="398"/>
                </a:lnTo>
                <a:lnTo>
                  <a:pt x="584" y="438"/>
                </a:lnTo>
                <a:lnTo>
                  <a:pt x="382" y="474"/>
                </a:lnTo>
                <a:lnTo>
                  <a:pt x="188" y="508"/>
                </a:lnTo>
                <a:lnTo>
                  <a:pt x="0" y="538"/>
                </a:lnTo>
                <a:lnTo>
                  <a:pt x="0" y="538"/>
                </a:lnTo>
                <a:lnTo>
                  <a:pt x="130" y="556"/>
                </a:lnTo>
                <a:lnTo>
                  <a:pt x="254" y="572"/>
                </a:lnTo>
                <a:lnTo>
                  <a:pt x="374" y="586"/>
                </a:lnTo>
                <a:lnTo>
                  <a:pt x="492" y="598"/>
                </a:lnTo>
                <a:lnTo>
                  <a:pt x="606" y="610"/>
                </a:lnTo>
                <a:lnTo>
                  <a:pt x="716" y="618"/>
                </a:lnTo>
                <a:lnTo>
                  <a:pt x="822" y="626"/>
                </a:lnTo>
                <a:lnTo>
                  <a:pt x="926" y="632"/>
                </a:lnTo>
                <a:lnTo>
                  <a:pt x="1028" y="636"/>
                </a:lnTo>
                <a:lnTo>
                  <a:pt x="1126" y="638"/>
                </a:lnTo>
                <a:lnTo>
                  <a:pt x="1220" y="640"/>
                </a:lnTo>
                <a:lnTo>
                  <a:pt x="1312" y="640"/>
                </a:lnTo>
                <a:lnTo>
                  <a:pt x="1402" y="638"/>
                </a:lnTo>
                <a:lnTo>
                  <a:pt x="1490" y="636"/>
                </a:lnTo>
                <a:lnTo>
                  <a:pt x="1574" y="632"/>
                </a:lnTo>
                <a:lnTo>
                  <a:pt x="1656" y="626"/>
                </a:lnTo>
                <a:lnTo>
                  <a:pt x="1734" y="620"/>
                </a:lnTo>
                <a:lnTo>
                  <a:pt x="1812" y="612"/>
                </a:lnTo>
                <a:lnTo>
                  <a:pt x="1886" y="602"/>
                </a:lnTo>
                <a:lnTo>
                  <a:pt x="1960" y="592"/>
                </a:lnTo>
                <a:lnTo>
                  <a:pt x="2030" y="580"/>
                </a:lnTo>
                <a:lnTo>
                  <a:pt x="2100" y="568"/>
                </a:lnTo>
                <a:lnTo>
                  <a:pt x="2166" y="554"/>
                </a:lnTo>
                <a:lnTo>
                  <a:pt x="2232" y="540"/>
                </a:lnTo>
                <a:lnTo>
                  <a:pt x="2296" y="524"/>
                </a:lnTo>
                <a:lnTo>
                  <a:pt x="2358" y="508"/>
                </a:lnTo>
                <a:lnTo>
                  <a:pt x="2418" y="490"/>
                </a:lnTo>
                <a:lnTo>
                  <a:pt x="2478" y="472"/>
                </a:lnTo>
                <a:lnTo>
                  <a:pt x="2592" y="432"/>
                </a:lnTo>
                <a:lnTo>
                  <a:pt x="2702" y="390"/>
                </a:lnTo>
                <a:lnTo>
                  <a:pt x="2702" y="390"/>
                </a:lnTo>
                <a:lnTo>
                  <a:pt x="2706" y="388"/>
                </a:lnTo>
                <a:lnTo>
                  <a:pt x="2706" y="388"/>
                </a:lnTo>
                <a:lnTo>
                  <a:pt x="2706" y="0"/>
                </a:lnTo>
                <a:lnTo>
                  <a:pt x="2706" y="0"/>
                </a:lnTo>
                <a:lnTo>
                  <a:pt x="2700" y="0"/>
                </a:lnTo>
                <a:lnTo>
                  <a:pt x="2700" y="0"/>
                </a:lnTo>
                <a:close/>
              </a:path>
            </a:pathLst>
          </a:custGeom>
          <a:solidFill>
            <a:schemeClr val="bg2">
              <a:alpha val="29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Freeform 18"/>
          <p:cNvSpPr>
            <a:spLocks/>
          </p:cNvSpPr>
          <p:nvPr/>
        </p:nvSpPr>
        <p:spPr bwMode="hidden">
          <a:xfrm>
            <a:off x="2619320" y="4075290"/>
            <a:ext cx="5544515" cy="850138"/>
          </a:xfrm>
          <a:custGeom>
            <a:avLst/>
            <a:gdLst/>
            <a:ahLst/>
            <a:cxnLst>
              <a:cxn ang="0">
                <a:pos x="5216" y="714"/>
              </a:cxn>
              <a:cxn ang="0">
                <a:pos x="4984" y="686"/>
              </a:cxn>
              <a:cxn ang="0">
                <a:pos x="4478" y="610"/>
              </a:cxn>
              <a:cxn ang="0">
                <a:pos x="3914" y="508"/>
              </a:cxn>
              <a:cxn ang="0">
                <a:pos x="3286" y="374"/>
              </a:cxn>
              <a:cxn ang="0">
                <a:pos x="2946" y="296"/>
              </a:cxn>
              <a:cxn ang="0">
                <a:pos x="2682" y="236"/>
              </a:cxn>
              <a:cxn ang="0">
                <a:pos x="2430" y="184"/>
              </a:cxn>
              <a:cxn ang="0">
                <a:pos x="2190" y="140"/>
              </a:cxn>
              <a:cxn ang="0">
                <a:pos x="1960" y="102"/>
              </a:cxn>
              <a:cxn ang="0">
                <a:pos x="1740" y="72"/>
              </a:cxn>
              <a:cxn ang="0">
                <a:pos x="1334" y="28"/>
              </a:cxn>
              <a:cxn ang="0">
                <a:pos x="970" y="4"/>
              </a:cxn>
              <a:cxn ang="0">
                <a:pos x="644" y="0"/>
              </a:cxn>
              <a:cxn ang="0">
                <a:pos x="358" y="10"/>
              </a:cxn>
              <a:cxn ang="0">
                <a:pos x="110" y="32"/>
              </a:cxn>
              <a:cxn ang="0">
                <a:pos x="0" y="48"/>
              </a:cxn>
              <a:cxn ang="0">
                <a:pos x="314" y="86"/>
              </a:cxn>
              <a:cxn ang="0">
                <a:pos x="652" y="140"/>
              </a:cxn>
              <a:cxn ang="0">
                <a:pos x="1014" y="210"/>
              </a:cxn>
              <a:cxn ang="0">
                <a:pos x="1402" y="296"/>
              </a:cxn>
              <a:cxn ang="0">
                <a:pos x="1756" y="378"/>
              </a:cxn>
              <a:cxn ang="0">
                <a:pos x="2408" y="516"/>
              </a:cxn>
              <a:cxn ang="0">
                <a:pos x="2708" y="572"/>
              </a:cxn>
              <a:cxn ang="0">
                <a:pos x="2992" y="620"/>
              </a:cxn>
              <a:cxn ang="0">
                <a:pos x="3260" y="662"/>
              </a:cxn>
              <a:cxn ang="0">
                <a:pos x="3512" y="694"/>
              </a:cxn>
              <a:cxn ang="0">
                <a:pos x="3750" y="722"/>
              </a:cxn>
              <a:cxn ang="0">
                <a:pos x="3974" y="740"/>
              </a:cxn>
              <a:cxn ang="0">
                <a:pos x="4184" y="754"/>
              </a:cxn>
              <a:cxn ang="0">
                <a:pos x="4384" y="762"/>
              </a:cxn>
              <a:cxn ang="0">
                <a:pos x="4570" y="762"/>
              </a:cxn>
              <a:cxn ang="0">
                <a:pos x="4746" y="758"/>
              </a:cxn>
              <a:cxn ang="0">
                <a:pos x="4912" y="748"/>
              </a:cxn>
              <a:cxn ang="0">
                <a:pos x="5068" y="732"/>
              </a:cxn>
              <a:cxn ang="0">
                <a:pos x="5216" y="714"/>
              </a:cxn>
            </a:cxnLst>
            <a:rect l="0" t="0" r="r" b="b"/>
            <a:pathLst>
              <a:path w="5216" h="762">
                <a:moveTo>
                  <a:pt x="5216" y="714"/>
                </a:moveTo>
                <a:lnTo>
                  <a:pt x="5216" y="714"/>
                </a:lnTo>
                <a:lnTo>
                  <a:pt x="5102" y="700"/>
                </a:lnTo>
                <a:lnTo>
                  <a:pt x="4984" y="686"/>
                </a:lnTo>
                <a:lnTo>
                  <a:pt x="4738" y="652"/>
                </a:lnTo>
                <a:lnTo>
                  <a:pt x="4478" y="610"/>
                </a:lnTo>
                <a:lnTo>
                  <a:pt x="4204" y="564"/>
                </a:lnTo>
                <a:lnTo>
                  <a:pt x="3914" y="508"/>
                </a:lnTo>
                <a:lnTo>
                  <a:pt x="3608" y="446"/>
                </a:lnTo>
                <a:lnTo>
                  <a:pt x="3286" y="374"/>
                </a:lnTo>
                <a:lnTo>
                  <a:pt x="2946" y="296"/>
                </a:lnTo>
                <a:lnTo>
                  <a:pt x="2946" y="296"/>
                </a:lnTo>
                <a:lnTo>
                  <a:pt x="2812" y="266"/>
                </a:lnTo>
                <a:lnTo>
                  <a:pt x="2682" y="236"/>
                </a:lnTo>
                <a:lnTo>
                  <a:pt x="2556" y="210"/>
                </a:lnTo>
                <a:lnTo>
                  <a:pt x="2430" y="184"/>
                </a:lnTo>
                <a:lnTo>
                  <a:pt x="2308" y="162"/>
                </a:lnTo>
                <a:lnTo>
                  <a:pt x="2190" y="140"/>
                </a:lnTo>
                <a:lnTo>
                  <a:pt x="2074" y="120"/>
                </a:lnTo>
                <a:lnTo>
                  <a:pt x="1960" y="102"/>
                </a:lnTo>
                <a:lnTo>
                  <a:pt x="1850" y="86"/>
                </a:lnTo>
                <a:lnTo>
                  <a:pt x="1740" y="72"/>
                </a:lnTo>
                <a:lnTo>
                  <a:pt x="1532" y="46"/>
                </a:lnTo>
                <a:lnTo>
                  <a:pt x="1334" y="28"/>
                </a:lnTo>
                <a:lnTo>
                  <a:pt x="1148" y="14"/>
                </a:lnTo>
                <a:lnTo>
                  <a:pt x="970" y="4"/>
                </a:lnTo>
                <a:lnTo>
                  <a:pt x="802" y="0"/>
                </a:lnTo>
                <a:lnTo>
                  <a:pt x="644" y="0"/>
                </a:lnTo>
                <a:lnTo>
                  <a:pt x="496" y="4"/>
                </a:lnTo>
                <a:lnTo>
                  <a:pt x="358" y="10"/>
                </a:lnTo>
                <a:lnTo>
                  <a:pt x="230" y="20"/>
                </a:lnTo>
                <a:lnTo>
                  <a:pt x="110" y="32"/>
                </a:lnTo>
                <a:lnTo>
                  <a:pt x="0" y="48"/>
                </a:lnTo>
                <a:lnTo>
                  <a:pt x="0" y="48"/>
                </a:lnTo>
                <a:lnTo>
                  <a:pt x="154" y="66"/>
                </a:lnTo>
                <a:lnTo>
                  <a:pt x="314" y="86"/>
                </a:lnTo>
                <a:lnTo>
                  <a:pt x="480" y="112"/>
                </a:lnTo>
                <a:lnTo>
                  <a:pt x="652" y="140"/>
                </a:lnTo>
                <a:lnTo>
                  <a:pt x="830" y="174"/>
                </a:lnTo>
                <a:lnTo>
                  <a:pt x="1014" y="210"/>
                </a:lnTo>
                <a:lnTo>
                  <a:pt x="1206" y="250"/>
                </a:lnTo>
                <a:lnTo>
                  <a:pt x="1402" y="296"/>
                </a:lnTo>
                <a:lnTo>
                  <a:pt x="1402" y="296"/>
                </a:lnTo>
                <a:lnTo>
                  <a:pt x="1756" y="378"/>
                </a:lnTo>
                <a:lnTo>
                  <a:pt x="2092" y="450"/>
                </a:lnTo>
                <a:lnTo>
                  <a:pt x="2408" y="516"/>
                </a:lnTo>
                <a:lnTo>
                  <a:pt x="2562" y="544"/>
                </a:lnTo>
                <a:lnTo>
                  <a:pt x="2708" y="572"/>
                </a:lnTo>
                <a:lnTo>
                  <a:pt x="2852" y="598"/>
                </a:lnTo>
                <a:lnTo>
                  <a:pt x="2992" y="620"/>
                </a:lnTo>
                <a:lnTo>
                  <a:pt x="3128" y="642"/>
                </a:lnTo>
                <a:lnTo>
                  <a:pt x="3260" y="662"/>
                </a:lnTo>
                <a:lnTo>
                  <a:pt x="3388" y="678"/>
                </a:lnTo>
                <a:lnTo>
                  <a:pt x="3512" y="694"/>
                </a:lnTo>
                <a:lnTo>
                  <a:pt x="3632" y="708"/>
                </a:lnTo>
                <a:lnTo>
                  <a:pt x="3750" y="722"/>
                </a:lnTo>
                <a:lnTo>
                  <a:pt x="3864" y="732"/>
                </a:lnTo>
                <a:lnTo>
                  <a:pt x="3974" y="740"/>
                </a:lnTo>
                <a:lnTo>
                  <a:pt x="4080" y="748"/>
                </a:lnTo>
                <a:lnTo>
                  <a:pt x="4184" y="754"/>
                </a:lnTo>
                <a:lnTo>
                  <a:pt x="4286" y="758"/>
                </a:lnTo>
                <a:lnTo>
                  <a:pt x="4384" y="762"/>
                </a:lnTo>
                <a:lnTo>
                  <a:pt x="4478" y="762"/>
                </a:lnTo>
                <a:lnTo>
                  <a:pt x="4570" y="762"/>
                </a:lnTo>
                <a:lnTo>
                  <a:pt x="4660" y="760"/>
                </a:lnTo>
                <a:lnTo>
                  <a:pt x="4746" y="758"/>
                </a:lnTo>
                <a:lnTo>
                  <a:pt x="4830" y="754"/>
                </a:lnTo>
                <a:lnTo>
                  <a:pt x="4912" y="748"/>
                </a:lnTo>
                <a:lnTo>
                  <a:pt x="4992" y="740"/>
                </a:lnTo>
                <a:lnTo>
                  <a:pt x="5068" y="732"/>
                </a:lnTo>
                <a:lnTo>
                  <a:pt x="5144" y="724"/>
                </a:lnTo>
                <a:lnTo>
                  <a:pt x="5216" y="714"/>
                </a:lnTo>
                <a:lnTo>
                  <a:pt x="5216" y="714"/>
                </a:lnTo>
                <a:close/>
              </a:path>
            </a:pathLst>
          </a:custGeom>
          <a:solidFill>
            <a:schemeClr val="bg2">
              <a:alpha val="4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Freeform 22"/>
          <p:cNvSpPr>
            <a:spLocks/>
          </p:cNvSpPr>
          <p:nvPr/>
        </p:nvSpPr>
        <p:spPr bwMode="hidden">
          <a:xfrm>
            <a:off x="2828728" y="4087562"/>
            <a:ext cx="5467980" cy="774272"/>
          </a:xfrm>
          <a:custGeom>
            <a:avLst/>
            <a:gdLst/>
            <a:ahLst/>
            <a:cxnLst>
              <a:cxn ang="0">
                <a:pos x="0" y="70"/>
              </a:cxn>
              <a:cxn ang="0">
                <a:pos x="0" y="70"/>
              </a:cxn>
              <a:cxn ang="0">
                <a:pos x="18" y="66"/>
              </a:cxn>
              <a:cxn ang="0">
                <a:pos x="72" y="56"/>
              </a:cxn>
              <a:cxn ang="0">
                <a:pos x="164" y="42"/>
              </a:cxn>
              <a:cxn ang="0">
                <a:pos x="224" y="34"/>
              </a:cxn>
              <a:cxn ang="0">
                <a:pos x="294" y="26"/>
              </a:cxn>
              <a:cxn ang="0">
                <a:pos x="372" y="20"/>
              </a:cxn>
              <a:cxn ang="0">
                <a:pos x="462" y="14"/>
              </a:cxn>
              <a:cxn ang="0">
                <a:pos x="560" y="8"/>
              </a:cxn>
              <a:cxn ang="0">
                <a:pos x="670" y="4"/>
              </a:cxn>
              <a:cxn ang="0">
                <a:pos x="790" y="2"/>
              </a:cxn>
              <a:cxn ang="0">
                <a:pos x="920" y="0"/>
              </a:cxn>
              <a:cxn ang="0">
                <a:pos x="1060" y="2"/>
              </a:cxn>
              <a:cxn ang="0">
                <a:pos x="1210" y="6"/>
              </a:cxn>
              <a:cxn ang="0">
                <a:pos x="1372" y="14"/>
              </a:cxn>
              <a:cxn ang="0">
                <a:pos x="1544" y="24"/>
              </a:cxn>
              <a:cxn ang="0">
                <a:pos x="1726" y="40"/>
              </a:cxn>
              <a:cxn ang="0">
                <a:pos x="1920" y="58"/>
              </a:cxn>
              <a:cxn ang="0">
                <a:pos x="2126" y="80"/>
              </a:cxn>
              <a:cxn ang="0">
                <a:pos x="2342" y="106"/>
              </a:cxn>
              <a:cxn ang="0">
                <a:pos x="2570" y="138"/>
              </a:cxn>
              <a:cxn ang="0">
                <a:pos x="2808" y="174"/>
              </a:cxn>
              <a:cxn ang="0">
                <a:pos x="3058" y="216"/>
              </a:cxn>
              <a:cxn ang="0">
                <a:pos x="3320" y="266"/>
              </a:cxn>
              <a:cxn ang="0">
                <a:pos x="3594" y="320"/>
              </a:cxn>
              <a:cxn ang="0">
                <a:pos x="3880" y="380"/>
              </a:cxn>
              <a:cxn ang="0">
                <a:pos x="4178" y="448"/>
              </a:cxn>
              <a:cxn ang="0">
                <a:pos x="4488" y="522"/>
              </a:cxn>
              <a:cxn ang="0">
                <a:pos x="4810" y="604"/>
              </a:cxn>
              <a:cxn ang="0">
                <a:pos x="5144" y="694"/>
              </a:cxn>
            </a:cxnLst>
            <a:rect l="0" t="0" r="r" b="b"/>
            <a:pathLst>
              <a:path w="5144" h="694">
                <a:moveTo>
                  <a:pt x="0" y="70"/>
                </a:moveTo>
                <a:lnTo>
                  <a:pt x="0" y="70"/>
                </a:lnTo>
                <a:lnTo>
                  <a:pt x="18" y="66"/>
                </a:lnTo>
                <a:lnTo>
                  <a:pt x="72" y="56"/>
                </a:lnTo>
                <a:lnTo>
                  <a:pt x="164" y="42"/>
                </a:lnTo>
                <a:lnTo>
                  <a:pt x="224" y="34"/>
                </a:lnTo>
                <a:lnTo>
                  <a:pt x="294" y="26"/>
                </a:lnTo>
                <a:lnTo>
                  <a:pt x="372" y="20"/>
                </a:lnTo>
                <a:lnTo>
                  <a:pt x="462" y="14"/>
                </a:lnTo>
                <a:lnTo>
                  <a:pt x="560" y="8"/>
                </a:lnTo>
                <a:lnTo>
                  <a:pt x="670" y="4"/>
                </a:lnTo>
                <a:lnTo>
                  <a:pt x="790" y="2"/>
                </a:lnTo>
                <a:lnTo>
                  <a:pt x="920" y="0"/>
                </a:lnTo>
                <a:lnTo>
                  <a:pt x="1060" y="2"/>
                </a:lnTo>
                <a:lnTo>
                  <a:pt x="1210" y="6"/>
                </a:lnTo>
                <a:lnTo>
                  <a:pt x="1372" y="14"/>
                </a:lnTo>
                <a:lnTo>
                  <a:pt x="1544" y="24"/>
                </a:lnTo>
                <a:lnTo>
                  <a:pt x="1726" y="40"/>
                </a:lnTo>
                <a:lnTo>
                  <a:pt x="1920" y="58"/>
                </a:lnTo>
                <a:lnTo>
                  <a:pt x="2126" y="80"/>
                </a:lnTo>
                <a:lnTo>
                  <a:pt x="2342" y="106"/>
                </a:lnTo>
                <a:lnTo>
                  <a:pt x="2570" y="138"/>
                </a:lnTo>
                <a:lnTo>
                  <a:pt x="2808" y="174"/>
                </a:lnTo>
                <a:lnTo>
                  <a:pt x="3058" y="216"/>
                </a:lnTo>
                <a:lnTo>
                  <a:pt x="3320" y="266"/>
                </a:lnTo>
                <a:lnTo>
                  <a:pt x="3594" y="320"/>
                </a:lnTo>
                <a:lnTo>
                  <a:pt x="3880" y="380"/>
                </a:lnTo>
                <a:lnTo>
                  <a:pt x="4178" y="448"/>
                </a:lnTo>
                <a:lnTo>
                  <a:pt x="4488" y="522"/>
                </a:lnTo>
                <a:lnTo>
                  <a:pt x="4810" y="604"/>
                </a:lnTo>
                <a:lnTo>
                  <a:pt x="5144" y="694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26"/>
          <p:cNvSpPr>
            <a:spLocks/>
          </p:cNvSpPr>
          <p:nvPr/>
        </p:nvSpPr>
        <p:spPr bwMode="hidden">
          <a:xfrm>
            <a:off x="5609489" y="4074174"/>
            <a:ext cx="3308000" cy="651549"/>
          </a:xfrm>
          <a:custGeom>
            <a:avLst/>
            <a:gdLst/>
            <a:ahLst/>
            <a:cxnLst>
              <a:cxn ang="0">
                <a:pos x="0" y="584"/>
              </a:cxn>
              <a:cxn ang="0">
                <a:pos x="0" y="584"/>
              </a:cxn>
              <a:cxn ang="0">
                <a:pos x="90" y="560"/>
              </a:cxn>
              <a:cxn ang="0">
                <a:pos x="336" y="498"/>
              </a:cxn>
              <a:cxn ang="0">
                <a:pos x="506" y="456"/>
              </a:cxn>
              <a:cxn ang="0">
                <a:pos x="702" y="410"/>
              </a:cxn>
              <a:cxn ang="0">
                <a:pos x="920" y="360"/>
              </a:cxn>
              <a:cxn ang="0">
                <a:pos x="1154" y="306"/>
              </a:cxn>
              <a:cxn ang="0">
                <a:pos x="1402" y="254"/>
              </a:cxn>
              <a:cxn ang="0">
                <a:pos x="1656" y="202"/>
              </a:cxn>
              <a:cxn ang="0">
                <a:pos x="1916" y="154"/>
              </a:cxn>
              <a:cxn ang="0">
                <a:pos x="2174" y="108"/>
              </a:cxn>
              <a:cxn ang="0">
                <a:pos x="2302" y="88"/>
              </a:cxn>
              <a:cxn ang="0">
                <a:pos x="2426" y="68"/>
              </a:cxn>
              <a:cxn ang="0">
                <a:pos x="2550" y="52"/>
              </a:cxn>
              <a:cxn ang="0">
                <a:pos x="2670" y="36"/>
              </a:cxn>
              <a:cxn ang="0">
                <a:pos x="2788" y="24"/>
              </a:cxn>
              <a:cxn ang="0">
                <a:pos x="2900" y="14"/>
              </a:cxn>
              <a:cxn ang="0">
                <a:pos x="3008" y="6"/>
              </a:cxn>
              <a:cxn ang="0">
                <a:pos x="3112" y="0"/>
              </a:cxn>
            </a:cxnLst>
            <a:rect l="0" t="0" r="r" b="b"/>
            <a:pathLst>
              <a:path w="3112" h="584">
                <a:moveTo>
                  <a:pt x="0" y="584"/>
                </a:moveTo>
                <a:lnTo>
                  <a:pt x="0" y="584"/>
                </a:lnTo>
                <a:lnTo>
                  <a:pt x="90" y="560"/>
                </a:lnTo>
                <a:lnTo>
                  <a:pt x="336" y="498"/>
                </a:lnTo>
                <a:lnTo>
                  <a:pt x="506" y="456"/>
                </a:lnTo>
                <a:lnTo>
                  <a:pt x="702" y="410"/>
                </a:lnTo>
                <a:lnTo>
                  <a:pt x="920" y="360"/>
                </a:lnTo>
                <a:lnTo>
                  <a:pt x="1154" y="306"/>
                </a:lnTo>
                <a:lnTo>
                  <a:pt x="1402" y="254"/>
                </a:lnTo>
                <a:lnTo>
                  <a:pt x="1656" y="202"/>
                </a:lnTo>
                <a:lnTo>
                  <a:pt x="1916" y="154"/>
                </a:lnTo>
                <a:lnTo>
                  <a:pt x="2174" y="108"/>
                </a:lnTo>
                <a:lnTo>
                  <a:pt x="2302" y="88"/>
                </a:lnTo>
                <a:lnTo>
                  <a:pt x="2426" y="68"/>
                </a:lnTo>
                <a:lnTo>
                  <a:pt x="2550" y="52"/>
                </a:lnTo>
                <a:lnTo>
                  <a:pt x="2670" y="36"/>
                </a:lnTo>
                <a:lnTo>
                  <a:pt x="2788" y="24"/>
                </a:lnTo>
                <a:lnTo>
                  <a:pt x="2900" y="14"/>
                </a:lnTo>
                <a:lnTo>
                  <a:pt x="3008" y="6"/>
                </a:lnTo>
                <a:lnTo>
                  <a:pt x="3112" y="0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 useBgFill="1">
        <p:nvSpPr>
          <p:cNvPr id="13" name="Freeform 10"/>
          <p:cNvSpPr>
            <a:spLocks/>
          </p:cNvSpPr>
          <p:nvPr/>
        </p:nvSpPr>
        <p:spPr bwMode="hidden">
          <a:xfrm>
            <a:off x="211665" y="4058555"/>
            <a:ext cx="8723376" cy="1329874"/>
          </a:xfrm>
          <a:custGeom>
            <a:avLst/>
            <a:gdLst/>
            <a:ahLst/>
            <a:cxnLst>
              <a:cxn ang="0">
                <a:pos x="8192" y="512"/>
              </a:cxn>
              <a:cxn ang="0">
                <a:pos x="8040" y="570"/>
              </a:cxn>
              <a:cxn ang="0">
                <a:pos x="7878" y="620"/>
              </a:cxn>
              <a:cxn ang="0">
                <a:pos x="7706" y="666"/>
              </a:cxn>
              <a:cxn ang="0">
                <a:pos x="7522" y="702"/>
              </a:cxn>
              <a:cxn ang="0">
                <a:pos x="7322" y="730"/>
              </a:cxn>
              <a:cxn ang="0">
                <a:pos x="7106" y="750"/>
              </a:cxn>
              <a:cxn ang="0">
                <a:pos x="6872" y="762"/>
              </a:cxn>
              <a:cxn ang="0">
                <a:pos x="6618" y="760"/>
              </a:cxn>
              <a:cxn ang="0">
                <a:pos x="6342" y="750"/>
              </a:cxn>
              <a:cxn ang="0">
                <a:pos x="6042" y="726"/>
              </a:cxn>
              <a:cxn ang="0">
                <a:pos x="5716" y="690"/>
              </a:cxn>
              <a:cxn ang="0">
                <a:pos x="5364" y="642"/>
              </a:cxn>
              <a:cxn ang="0">
                <a:pos x="4982" y="578"/>
              </a:cxn>
              <a:cxn ang="0">
                <a:pos x="4568" y="500"/>
              </a:cxn>
              <a:cxn ang="0">
                <a:pos x="4122" y="406"/>
              </a:cxn>
              <a:cxn ang="0">
                <a:pos x="3640" y="296"/>
              </a:cxn>
              <a:cxn ang="0">
                <a:pos x="3396" y="240"/>
              </a:cxn>
              <a:cxn ang="0">
                <a:pos x="2934" y="148"/>
              </a:cxn>
              <a:cxn ang="0">
                <a:pos x="2512" y="82"/>
              </a:cxn>
              <a:cxn ang="0">
                <a:pos x="2126" y="36"/>
              </a:cxn>
              <a:cxn ang="0">
                <a:pos x="1776" y="10"/>
              </a:cxn>
              <a:cxn ang="0">
                <a:pos x="1462" y="0"/>
              </a:cxn>
              <a:cxn ang="0">
                <a:pos x="1182" y="4"/>
              </a:cxn>
              <a:cxn ang="0">
                <a:pos x="934" y="20"/>
              </a:cxn>
              <a:cxn ang="0">
                <a:pos x="716" y="44"/>
              </a:cxn>
              <a:cxn ang="0">
                <a:pos x="530" y="74"/>
              </a:cxn>
              <a:cxn ang="0">
                <a:pos x="374" y="108"/>
              </a:cxn>
              <a:cxn ang="0">
                <a:pos x="248" y="144"/>
              </a:cxn>
              <a:cxn ang="0">
                <a:pos x="148" y="176"/>
              </a:cxn>
              <a:cxn ang="0">
                <a:pos x="48" y="216"/>
              </a:cxn>
              <a:cxn ang="0">
                <a:pos x="0" y="240"/>
              </a:cxn>
              <a:cxn ang="0">
                <a:pos x="8192" y="1192"/>
              </a:cxn>
              <a:cxn ang="0">
                <a:pos x="8196" y="1186"/>
              </a:cxn>
              <a:cxn ang="0">
                <a:pos x="8196" y="510"/>
              </a:cxn>
              <a:cxn ang="0">
                <a:pos x="8192" y="512"/>
              </a:cxn>
            </a:cxnLst>
            <a:rect l="0" t="0" r="r" b="b"/>
            <a:pathLst>
              <a:path w="8196" h="1192">
                <a:moveTo>
                  <a:pt x="8192" y="512"/>
                </a:moveTo>
                <a:lnTo>
                  <a:pt x="8192" y="512"/>
                </a:lnTo>
                <a:lnTo>
                  <a:pt x="8116" y="542"/>
                </a:lnTo>
                <a:lnTo>
                  <a:pt x="8040" y="570"/>
                </a:lnTo>
                <a:lnTo>
                  <a:pt x="7960" y="596"/>
                </a:lnTo>
                <a:lnTo>
                  <a:pt x="7878" y="620"/>
                </a:lnTo>
                <a:lnTo>
                  <a:pt x="7794" y="644"/>
                </a:lnTo>
                <a:lnTo>
                  <a:pt x="7706" y="666"/>
                </a:lnTo>
                <a:lnTo>
                  <a:pt x="7616" y="684"/>
                </a:lnTo>
                <a:lnTo>
                  <a:pt x="7522" y="702"/>
                </a:lnTo>
                <a:lnTo>
                  <a:pt x="7424" y="718"/>
                </a:lnTo>
                <a:lnTo>
                  <a:pt x="7322" y="730"/>
                </a:lnTo>
                <a:lnTo>
                  <a:pt x="7216" y="742"/>
                </a:lnTo>
                <a:lnTo>
                  <a:pt x="7106" y="750"/>
                </a:lnTo>
                <a:lnTo>
                  <a:pt x="6992" y="758"/>
                </a:lnTo>
                <a:lnTo>
                  <a:pt x="6872" y="762"/>
                </a:lnTo>
                <a:lnTo>
                  <a:pt x="6748" y="762"/>
                </a:lnTo>
                <a:lnTo>
                  <a:pt x="6618" y="760"/>
                </a:lnTo>
                <a:lnTo>
                  <a:pt x="6482" y="756"/>
                </a:lnTo>
                <a:lnTo>
                  <a:pt x="6342" y="750"/>
                </a:lnTo>
                <a:lnTo>
                  <a:pt x="6196" y="740"/>
                </a:lnTo>
                <a:lnTo>
                  <a:pt x="6042" y="726"/>
                </a:lnTo>
                <a:lnTo>
                  <a:pt x="5882" y="710"/>
                </a:lnTo>
                <a:lnTo>
                  <a:pt x="5716" y="690"/>
                </a:lnTo>
                <a:lnTo>
                  <a:pt x="5544" y="668"/>
                </a:lnTo>
                <a:lnTo>
                  <a:pt x="5364" y="642"/>
                </a:lnTo>
                <a:lnTo>
                  <a:pt x="5176" y="612"/>
                </a:lnTo>
                <a:lnTo>
                  <a:pt x="4982" y="578"/>
                </a:lnTo>
                <a:lnTo>
                  <a:pt x="4778" y="540"/>
                </a:lnTo>
                <a:lnTo>
                  <a:pt x="4568" y="500"/>
                </a:lnTo>
                <a:lnTo>
                  <a:pt x="4348" y="454"/>
                </a:lnTo>
                <a:lnTo>
                  <a:pt x="4122" y="406"/>
                </a:lnTo>
                <a:lnTo>
                  <a:pt x="3886" y="354"/>
                </a:lnTo>
                <a:lnTo>
                  <a:pt x="3640" y="296"/>
                </a:lnTo>
                <a:lnTo>
                  <a:pt x="3640" y="296"/>
                </a:lnTo>
                <a:lnTo>
                  <a:pt x="3396" y="240"/>
                </a:lnTo>
                <a:lnTo>
                  <a:pt x="3160" y="192"/>
                </a:lnTo>
                <a:lnTo>
                  <a:pt x="2934" y="148"/>
                </a:lnTo>
                <a:lnTo>
                  <a:pt x="2718" y="112"/>
                </a:lnTo>
                <a:lnTo>
                  <a:pt x="2512" y="82"/>
                </a:lnTo>
                <a:lnTo>
                  <a:pt x="2314" y="56"/>
                </a:lnTo>
                <a:lnTo>
                  <a:pt x="2126" y="36"/>
                </a:lnTo>
                <a:lnTo>
                  <a:pt x="1948" y="20"/>
                </a:lnTo>
                <a:lnTo>
                  <a:pt x="1776" y="10"/>
                </a:lnTo>
                <a:lnTo>
                  <a:pt x="1616" y="2"/>
                </a:lnTo>
                <a:lnTo>
                  <a:pt x="1462" y="0"/>
                </a:lnTo>
                <a:lnTo>
                  <a:pt x="1318" y="0"/>
                </a:lnTo>
                <a:lnTo>
                  <a:pt x="1182" y="4"/>
                </a:lnTo>
                <a:lnTo>
                  <a:pt x="1054" y="10"/>
                </a:lnTo>
                <a:lnTo>
                  <a:pt x="934" y="20"/>
                </a:lnTo>
                <a:lnTo>
                  <a:pt x="822" y="30"/>
                </a:lnTo>
                <a:lnTo>
                  <a:pt x="716" y="44"/>
                </a:lnTo>
                <a:lnTo>
                  <a:pt x="620" y="58"/>
                </a:lnTo>
                <a:lnTo>
                  <a:pt x="530" y="74"/>
                </a:lnTo>
                <a:lnTo>
                  <a:pt x="450" y="92"/>
                </a:lnTo>
                <a:lnTo>
                  <a:pt x="374" y="108"/>
                </a:lnTo>
                <a:lnTo>
                  <a:pt x="308" y="126"/>
                </a:lnTo>
                <a:lnTo>
                  <a:pt x="248" y="144"/>
                </a:lnTo>
                <a:lnTo>
                  <a:pt x="194" y="160"/>
                </a:lnTo>
                <a:lnTo>
                  <a:pt x="148" y="176"/>
                </a:lnTo>
                <a:lnTo>
                  <a:pt x="108" y="192"/>
                </a:lnTo>
                <a:lnTo>
                  <a:pt x="48" y="216"/>
                </a:lnTo>
                <a:lnTo>
                  <a:pt x="12" y="234"/>
                </a:lnTo>
                <a:lnTo>
                  <a:pt x="0" y="240"/>
                </a:lnTo>
                <a:lnTo>
                  <a:pt x="0" y="1192"/>
                </a:lnTo>
                <a:lnTo>
                  <a:pt x="8192" y="1192"/>
                </a:lnTo>
                <a:lnTo>
                  <a:pt x="8192" y="1192"/>
                </a:lnTo>
                <a:lnTo>
                  <a:pt x="8196" y="1186"/>
                </a:lnTo>
                <a:lnTo>
                  <a:pt x="8196" y="1186"/>
                </a:lnTo>
                <a:lnTo>
                  <a:pt x="8196" y="510"/>
                </a:lnTo>
                <a:lnTo>
                  <a:pt x="8196" y="510"/>
                </a:lnTo>
                <a:lnTo>
                  <a:pt x="8192" y="512"/>
                </a:lnTo>
                <a:lnTo>
                  <a:pt x="8192" y="512"/>
                </a:lnTo>
                <a:close/>
              </a:path>
            </a:pathLst>
          </a:custGeom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032" y="2463560"/>
            <a:ext cx="7772400" cy="1524000"/>
          </a:xfrm>
        </p:spPr>
        <p:txBody>
          <a:bodyPr anchor="t">
            <a:normAutofit/>
          </a:bodyPr>
          <a:lstStyle>
            <a:lvl1pPr algn="ctr">
              <a:defRPr sz="44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7365" y="1437448"/>
            <a:ext cx="6417734" cy="939801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58B1A-EA9B-4F1B-80AA-967C4801C77F}" type="datetimeFigureOut">
              <a:rPr lang="fr-FR" smtClean="0"/>
              <a:t>15/02/2016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3482A-285B-4DCB-9229-25D1B6ED3A6E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58B1A-EA9B-4F1B-80AA-967C4801C77F}" type="datetimeFigureOut">
              <a:rPr lang="fr-FR" smtClean="0"/>
              <a:t>15/02/2016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3482A-285B-4DCB-9229-25D1B6ED3A6E}" type="slidenum">
              <a:rPr lang="fr-FR" smtClean="0"/>
              <a:t>‹N°›</a:t>
            </a:fld>
            <a:endParaRPr lang="fr-FR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76655" y="2679192"/>
            <a:ext cx="3822192" cy="344728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679192"/>
            <a:ext cx="3822192" cy="344728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678114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7332" y="3429000"/>
            <a:ext cx="3820055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2678113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3429000"/>
            <a:ext cx="3822192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58B1A-EA9B-4F1B-80AA-967C4801C77F}" type="datetimeFigureOut">
              <a:rPr lang="fr-FR" smtClean="0"/>
              <a:t>15/02/2016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3482A-285B-4DCB-9229-25D1B6ED3A6E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58B1A-EA9B-4F1B-80AA-967C4801C77F}" type="datetimeFigureOut">
              <a:rPr lang="fr-FR" smtClean="0"/>
              <a:t>15/02/2016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3482A-285B-4DCB-9229-25D1B6ED3A6E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29874"/>
            <a:chOff x="-3905251" y="4294188"/>
            <a:chExt cx="13027839" cy="1892300"/>
          </a:xfrm>
        </p:grpSpPr>
        <p:sp>
          <p:nvSpPr>
            <p:cNvPr id="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58B1A-EA9B-4F1B-80AA-967C4801C77F}" type="datetimeFigureOut">
              <a:rPr lang="fr-FR" smtClean="0"/>
              <a:t>15/02/2016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3482A-285B-4DCB-9229-25D1B6ED3A6E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58B1A-EA9B-4F1B-80AA-967C4801C77F}" type="datetimeFigureOut">
              <a:rPr lang="fr-FR" smtClean="0"/>
              <a:t>15/02/2016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3482A-285B-4DCB-9229-25D1B6ED3A6E}" type="slidenum">
              <a:rPr lang="fr-FR" smtClean="0"/>
              <a:t>‹N°›</a:t>
            </a:fld>
            <a:endParaRPr lang="fr-F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3581400"/>
            <a:ext cx="3352800" cy="1905001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grpSp>
        <p:nvGrpSpPr>
          <p:cNvPr id="2" name="Group 23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25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9" name="Freeform 28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2" name="Title 21"/>
          <p:cNvSpPr>
            <a:spLocks noGrp="1"/>
          </p:cNvSpPr>
          <p:nvPr>
            <p:ph type="title"/>
          </p:nvPr>
        </p:nvSpPr>
        <p:spPr>
          <a:xfrm>
            <a:off x="914400" y="2286000"/>
            <a:ext cx="3352800" cy="1252728"/>
          </a:xfrm>
        </p:spPr>
        <p:txBody>
          <a:bodyPr anchor="b">
            <a:noAutofit/>
          </a:bodyPr>
          <a:lstStyle>
            <a:lvl1pPr algn="l">
              <a:defRPr sz="3200">
                <a:solidFill>
                  <a:schemeClr val="tx2"/>
                </a:solidFill>
              </a:defRPr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51962" y="1828800"/>
            <a:ext cx="3904076" cy="3810000"/>
          </a:xfrm>
        </p:spPr>
        <p:txBody>
          <a:bodyPr anchor="ctr"/>
          <a:lstStyle>
            <a:lvl1pPr>
              <a:buClr>
                <a:schemeClr val="bg1"/>
              </a:buClr>
              <a:defRPr sz="2200">
                <a:solidFill>
                  <a:schemeClr val="tx2"/>
                </a:solidFill>
              </a:defRPr>
            </a:lvl1pPr>
            <a:lvl2pPr>
              <a:buClr>
                <a:schemeClr val="bg1"/>
              </a:buClr>
              <a:defRPr sz="2000">
                <a:solidFill>
                  <a:schemeClr val="tx2"/>
                </a:solidFill>
              </a:defRPr>
            </a:lvl2pPr>
            <a:lvl3pPr>
              <a:buClr>
                <a:schemeClr val="bg1"/>
              </a:buClr>
              <a:defRPr sz="1800">
                <a:solidFill>
                  <a:schemeClr val="tx2"/>
                </a:solidFill>
              </a:defRPr>
            </a:lvl3pPr>
            <a:lvl4pPr>
              <a:buClr>
                <a:schemeClr val="bg1"/>
              </a:buClr>
              <a:defRPr sz="1600">
                <a:solidFill>
                  <a:schemeClr val="tx2"/>
                </a:solidFill>
              </a:defRPr>
            </a:lvl4pPr>
            <a:lvl5pPr>
              <a:buClr>
                <a:schemeClr val="bg1"/>
              </a:buClr>
              <a:defRPr sz="1600">
                <a:solidFill>
                  <a:schemeClr val="tx2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0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4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74155" y="338667"/>
            <a:ext cx="3812645" cy="2429934"/>
          </a:xfrm>
        </p:spPr>
        <p:txBody>
          <a:bodyPr anchor="b">
            <a:normAutofit/>
          </a:bodyPr>
          <a:lstStyle>
            <a:lvl1pPr algn="l"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68333" y="2785533"/>
            <a:ext cx="3818467" cy="2421467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58B1A-EA9B-4F1B-80AA-967C4801C77F}" type="datetimeFigureOut">
              <a:rPr lang="fr-FR" smtClean="0"/>
              <a:t>15/02/2016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3482A-285B-4DCB-9229-25D1B6ED3A6E}" type="slidenum">
              <a:rPr lang="fr-FR" smtClean="0"/>
              <a:t>‹N°›</a:t>
            </a:fld>
            <a:endParaRPr lang="fr-F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371600"/>
            <a:ext cx="3566160" cy="2926080"/>
          </a:xfrm>
          <a:prstGeom prst="roundRect">
            <a:avLst>
              <a:gd name="adj" fmla="val 3924"/>
            </a:avLst>
          </a:prstGeom>
          <a:solidFill>
            <a:schemeClr val="accent1"/>
          </a:solidFill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 fov="600000">
              <a:rot lat="240000" lon="19799999" rev="0"/>
            </a:camera>
            <a:lightRig rig="threePt" dir="t">
              <a:rot lat="0" lon="0" rev="2700000"/>
            </a:lightRig>
          </a:scene3d>
          <a:sp3d>
            <a:bevelT w="44450" h="31750"/>
          </a:sp3d>
        </p:spPr>
        <p:txBody>
          <a:bodyPr/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 smtClean="0"/>
              <a:t>Cliquez sur l'icône pour ajouter une image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58B1A-EA9B-4F1B-80AA-967C4801C77F}" type="datetimeFigureOut">
              <a:rPr lang="fr-FR" smtClean="0"/>
              <a:t>15/02/2016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3482A-285B-4DCB-9229-25D1B6ED3A6E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ounded Rectangle 20"/>
          <p:cNvSpPr/>
          <p:nvPr/>
        </p:nvSpPr>
        <p:spPr bwMode="hidden"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58B1A-EA9B-4F1B-80AA-967C4801C77F}" type="datetimeFigureOut">
              <a:rPr lang="fr-FR" smtClean="0"/>
              <a:t>15/02/2016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3482A-285B-4DCB-9229-25D1B6ED3A6E}" type="slidenum">
              <a:rPr lang="fr-FR" smtClean="0"/>
              <a:t>‹N°›</a:t>
            </a:fld>
            <a:endParaRPr lang="fr-FR"/>
          </a:p>
        </p:txBody>
      </p:sp>
      <p:grpSp>
        <p:nvGrpSpPr>
          <p:cNvPr id="15" name="Group 14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16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0" name="Freeform 19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447800"/>
            <a:ext cx="2057400" cy="4487333"/>
          </a:xfrm>
        </p:spPr>
        <p:txBody>
          <a:bodyPr vert="eaVert" anchor="ctr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47800"/>
            <a:ext cx="6019800" cy="4487334"/>
          </a:xfrm>
        </p:spPr>
        <p:txBody>
          <a:bodyPr vert="eaVert"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2468880"/>
          </a:xfrm>
          <a:prstGeom prst="roundRect">
            <a:avLst>
              <a:gd name="adj" fmla="val 336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15"/>
          <p:cNvGrpSpPr>
            <a:grpSpLocks noChangeAspect="1"/>
          </p:cNvGrpSpPr>
          <p:nvPr/>
        </p:nvGrpSpPr>
        <p:grpSpPr bwMode="hidden">
          <a:xfrm>
            <a:off x="211665" y="1679429"/>
            <a:ext cx="8723376" cy="1329874"/>
            <a:chOff x="-3905251" y="4294188"/>
            <a:chExt cx="13027839" cy="1892300"/>
          </a:xfrm>
        </p:grpSpPr>
        <p:sp>
          <p:nvSpPr>
            <p:cNvPr id="1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2"/>
                </a:solidFill>
              </a:defRPr>
            </a:lvl1pPr>
          </a:lstStyle>
          <a:p>
            <a:fld id="{75858B1A-EA9B-4F1B-80AA-967C4801C77F}" type="datetimeFigureOut">
              <a:rPr lang="fr-FR" smtClean="0"/>
              <a:t>15/02/2016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2"/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2"/>
                </a:solidFill>
              </a:defRPr>
            </a:lvl1pPr>
          </a:lstStyle>
          <a:p>
            <a:fld id="{2333482A-285B-4DCB-9229-25D1B6ED3A6E}" type="slidenum">
              <a:rPr lang="fr-FR" smtClean="0"/>
              <a:t>‹N°›</a:t>
            </a:fld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2067" y="2675467"/>
            <a:ext cx="7408333" cy="3450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76263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55663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46304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0312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42316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74320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188640"/>
            <a:ext cx="9144000" cy="65556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60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1-</a:t>
            </a:r>
            <a:r>
              <a:rPr kumimoji="0" lang="en-GB" sz="6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 </a:t>
            </a:r>
            <a:r>
              <a:rPr kumimoji="0" lang="en-GB" sz="6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Tompo</a:t>
            </a:r>
            <a:r>
              <a:rPr kumimoji="0" lang="en-GB" sz="6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 </a:t>
            </a:r>
            <a:r>
              <a:rPr kumimoji="0" lang="en-GB" sz="6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malala</a:t>
            </a:r>
            <a:r>
              <a:rPr kumimoji="0" lang="en-GB" sz="6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 o !</a:t>
            </a:r>
            <a:endParaRPr kumimoji="0" lang="en-GB" sz="6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News701 BT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6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      </a:t>
            </a:r>
            <a:r>
              <a:rPr kumimoji="0" lang="en-GB" sz="6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Mpanjakako</a:t>
            </a:r>
            <a:r>
              <a:rPr kumimoji="0" lang="en-GB" sz="6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 </a:t>
            </a:r>
            <a:r>
              <a:rPr kumimoji="0" lang="en-GB" sz="6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Ianao</a:t>
            </a:r>
            <a:endParaRPr kumimoji="0" lang="en-GB" sz="6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News701 BT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6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   </a:t>
            </a:r>
            <a:r>
              <a:rPr kumimoji="0" lang="en-GB" sz="6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Tamy</a:t>
            </a:r>
            <a:r>
              <a:rPr kumimoji="0" lang="en-GB" sz="6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 </a:t>
            </a:r>
            <a:r>
              <a:rPr kumimoji="0" lang="en-GB" sz="6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aho</a:t>
            </a:r>
            <a:r>
              <a:rPr kumimoji="0" lang="en-GB" sz="6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 </a:t>
            </a:r>
            <a:r>
              <a:rPr kumimoji="0" lang="en-GB" sz="6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fa</a:t>
            </a:r>
            <a:r>
              <a:rPr kumimoji="0" lang="en-GB" sz="6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 </a:t>
            </a:r>
            <a:r>
              <a:rPr kumimoji="0" lang="en-GB" sz="6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resy</a:t>
            </a:r>
            <a:r>
              <a:rPr kumimoji="0" lang="en-GB" sz="6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 </a:t>
            </a:r>
            <a:r>
              <a:rPr kumimoji="0" lang="en-GB" sz="6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lahatra</a:t>
            </a:r>
            <a:endParaRPr kumimoji="0" lang="en-GB" sz="6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News701 BT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6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   </a:t>
            </a:r>
            <a:r>
              <a:rPr kumimoji="0" lang="en-GB" sz="6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Noho</a:t>
            </a:r>
            <a:r>
              <a:rPr kumimoji="0" lang="en-GB" sz="6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 </a:t>
            </a:r>
            <a:r>
              <a:rPr kumimoji="0" lang="en-GB" sz="6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ny</a:t>
            </a:r>
            <a:r>
              <a:rPr kumimoji="0" lang="en-GB" sz="6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 </a:t>
            </a:r>
            <a:r>
              <a:rPr kumimoji="0" lang="en-GB" sz="6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famonjena</a:t>
            </a:r>
            <a:r>
              <a:rPr kumimoji="0" lang="en-GB" sz="6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 </a:t>
            </a:r>
            <a:r>
              <a:rPr kumimoji="0" lang="en-GB" sz="6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vitanao</a:t>
            </a:r>
            <a:endParaRPr kumimoji="0" lang="en-GB" sz="6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News701 BT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6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  </a:t>
            </a:r>
            <a:endParaRPr kumimoji="0" lang="en-GB" sz="6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News701 BT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35004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1107995"/>
            <a:ext cx="9144000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6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   </a:t>
            </a:r>
            <a:r>
              <a:rPr kumimoji="0" lang="en-GB" sz="6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Eny</a:t>
            </a:r>
            <a:r>
              <a:rPr kumimoji="0" lang="en-GB" sz="6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 </a:t>
            </a:r>
            <a:r>
              <a:rPr kumimoji="0" lang="en-GB" sz="6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ry</a:t>
            </a:r>
            <a:r>
              <a:rPr kumimoji="0" lang="en-GB" sz="6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 </a:t>
            </a:r>
            <a:r>
              <a:rPr kumimoji="0" lang="en-GB" sz="6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Tompo</a:t>
            </a:r>
            <a:r>
              <a:rPr kumimoji="0" lang="en-GB" sz="6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,</a:t>
            </a:r>
            <a:endParaRPr kumimoji="0" lang="en-GB" sz="6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News701 BT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6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  </a:t>
            </a:r>
            <a:r>
              <a:rPr kumimoji="0" lang="en-GB" sz="6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tsy</a:t>
            </a:r>
            <a:r>
              <a:rPr kumimoji="0" lang="en-GB" sz="6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 </a:t>
            </a:r>
            <a:r>
              <a:rPr kumimoji="0" lang="en-GB" sz="6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ho</a:t>
            </a:r>
            <a:r>
              <a:rPr kumimoji="0" lang="en-GB" sz="6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 </a:t>
            </a:r>
            <a:r>
              <a:rPr kumimoji="0" lang="en-GB" sz="6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haiko</a:t>
            </a:r>
            <a:r>
              <a:rPr kumimoji="0" lang="en-GB" sz="6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 </a:t>
            </a:r>
            <a:r>
              <a:rPr kumimoji="0" lang="en-GB" sz="6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adinoina</a:t>
            </a:r>
            <a:endParaRPr kumimoji="0" lang="en-GB" sz="6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News701 BT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6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Intsony</a:t>
            </a:r>
            <a:r>
              <a:rPr kumimoji="0" lang="en-GB" sz="6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 </a:t>
            </a:r>
            <a:r>
              <a:rPr kumimoji="0" lang="en-GB" sz="6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re </a:t>
            </a:r>
            <a:r>
              <a:rPr kumimoji="0" lang="en-GB" sz="6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ny</a:t>
            </a:r>
            <a:r>
              <a:rPr kumimoji="0" lang="en-GB" sz="6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 </a:t>
            </a:r>
            <a:r>
              <a:rPr kumimoji="0" lang="en-GB" sz="6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fitiavana</a:t>
            </a:r>
            <a:endParaRPr kumimoji="0" lang="en-GB" sz="6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News701 BT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6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          </a:t>
            </a:r>
            <a:r>
              <a:rPr kumimoji="0" lang="en-GB" sz="6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nasehonao</a:t>
            </a:r>
            <a:r>
              <a:rPr kumimoji="0" lang="en-GB" sz="6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.</a:t>
            </a:r>
            <a:endParaRPr kumimoji="0" lang="en-GB" sz="6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News701 BT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76928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-21704" y="1052736"/>
            <a:ext cx="9144642" cy="51706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GB" sz="66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imes New Roman" pitchFamily="18" charset="0"/>
              </a:rPr>
              <a:t>Ref</a:t>
            </a:r>
            <a:r>
              <a:rPr lang="en-GB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imes New Roman" pitchFamily="18" charset="0"/>
              </a:rPr>
              <a:t> </a:t>
            </a:r>
            <a:r>
              <a:rPr kumimoji="0" lang="en-GB" sz="6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imes New Roman" pitchFamily="18" charset="0"/>
              </a:rPr>
              <a:t>Ka</a:t>
            </a:r>
            <a:r>
              <a:rPr kumimoji="0" lang="en-GB" sz="6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imes New Roman" pitchFamily="18" charset="0"/>
              </a:rPr>
              <a:t> </a:t>
            </a:r>
            <a:r>
              <a:rPr kumimoji="0" lang="en-GB" sz="6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imes New Roman" pitchFamily="18" charset="0"/>
              </a:rPr>
              <a:t>anio</a:t>
            </a:r>
            <a:r>
              <a:rPr kumimoji="0" lang="en-GB" sz="6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imes New Roman" pitchFamily="18" charset="0"/>
              </a:rPr>
              <a:t> </a:t>
            </a:r>
            <a:r>
              <a:rPr kumimoji="0" lang="en-GB" sz="6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imes New Roman" pitchFamily="18" charset="0"/>
              </a:rPr>
              <a:t>anavaozako</a:t>
            </a:r>
            <a:endParaRPr kumimoji="0" lang="en-GB" sz="66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6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imes New Roman" pitchFamily="18" charset="0"/>
              </a:rPr>
              <a:t>   </a:t>
            </a:r>
            <a:r>
              <a:rPr kumimoji="0" lang="en-GB" sz="6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imes New Roman" pitchFamily="18" charset="0"/>
              </a:rPr>
              <a:t>ny</a:t>
            </a:r>
            <a:r>
              <a:rPr kumimoji="0" lang="en-GB" sz="6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imes New Roman" pitchFamily="18" charset="0"/>
              </a:rPr>
              <a:t> </a:t>
            </a:r>
            <a:r>
              <a:rPr kumimoji="0" lang="en-GB" sz="6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imes New Roman" pitchFamily="18" charset="0"/>
              </a:rPr>
              <a:t>fanompoako</a:t>
            </a:r>
            <a:r>
              <a:rPr kumimoji="0" lang="en-GB" sz="6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imes New Roman" pitchFamily="18" charset="0"/>
              </a:rPr>
              <a:t> </a:t>
            </a:r>
            <a:r>
              <a:rPr kumimoji="0" lang="en-GB" sz="6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imes New Roman" pitchFamily="18" charset="0"/>
              </a:rPr>
              <a:t>anao</a:t>
            </a:r>
            <a:endParaRPr kumimoji="0" lang="en-GB" sz="66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6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imes New Roman" pitchFamily="18" charset="0"/>
              </a:rPr>
              <a:t>     </a:t>
            </a:r>
            <a:r>
              <a:rPr kumimoji="0" lang="en-GB" sz="6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imes New Roman" pitchFamily="18" charset="0"/>
              </a:rPr>
              <a:t>Fa</a:t>
            </a:r>
            <a:r>
              <a:rPr kumimoji="0" lang="en-GB" sz="6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imes New Roman" pitchFamily="18" charset="0"/>
              </a:rPr>
              <a:t> </a:t>
            </a:r>
            <a:r>
              <a:rPr kumimoji="0" lang="en-GB" sz="6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imes New Roman" pitchFamily="18" charset="0"/>
              </a:rPr>
              <a:t>tsy</a:t>
            </a:r>
            <a:r>
              <a:rPr kumimoji="0" lang="en-GB" sz="6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imes New Roman" pitchFamily="18" charset="0"/>
              </a:rPr>
              <a:t> </a:t>
            </a:r>
            <a:r>
              <a:rPr kumimoji="0" lang="en-GB" sz="6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imes New Roman" pitchFamily="18" charset="0"/>
              </a:rPr>
              <a:t>ho</a:t>
            </a:r>
            <a:r>
              <a:rPr kumimoji="0" lang="en-GB" sz="6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imes New Roman" pitchFamily="18" charset="0"/>
              </a:rPr>
              <a:t> </a:t>
            </a:r>
            <a:r>
              <a:rPr kumimoji="0" lang="en-GB" sz="6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imes New Roman" pitchFamily="18" charset="0"/>
              </a:rPr>
              <a:t>voavaliko</a:t>
            </a:r>
            <a:endParaRPr kumimoji="0" lang="en-GB" sz="66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6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imes New Roman" pitchFamily="18" charset="0"/>
              </a:rPr>
              <a:t>         </a:t>
            </a:r>
            <a:r>
              <a:rPr kumimoji="0" lang="en-GB" sz="6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imes New Roman" pitchFamily="18" charset="0"/>
              </a:rPr>
              <a:t>izay</a:t>
            </a:r>
            <a:r>
              <a:rPr kumimoji="0" lang="en-GB" sz="6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imes New Roman" pitchFamily="18" charset="0"/>
              </a:rPr>
              <a:t> </a:t>
            </a:r>
            <a:r>
              <a:rPr kumimoji="0" lang="en-GB" sz="6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imes New Roman" pitchFamily="18" charset="0"/>
              </a:rPr>
              <a:t>natolotrao</a:t>
            </a:r>
            <a:r>
              <a:rPr kumimoji="0" lang="en-GB" sz="6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imes New Roman" pitchFamily="18" charset="0"/>
              </a:rPr>
              <a:t>,</a:t>
            </a:r>
            <a:endParaRPr kumimoji="0" lang="en-GB" sz="66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6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imes New Roman" pitchFamily="18" charset="0"/>
              </a:rPr>
              <a:t>    </a:t>
            </a:r>
            <a:endParaRPr kumimoji="0" lang="en-GB" sz="66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6888511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107504" y="306815"/>
            <a:ext cx="9144642" cy="59093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  </a:t>
            </a:r>
            <a:r>
              <a:rPr kumimoji="0" lang="en-GB" sz="6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imes New Roman" pitchFamily="18" charset="0"/>
              </a:rPr>
              <a:t> </a:t>
            </a:r>
            <a:r>
              <a:rPr kumimoji="0" lang="en-GB" sz="6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imes New Roman" pitchFamily="18" charset="0"/>
              </a:rPr>
              <a:t>Ny</a:t>
            </a:r>
            <a:r>
              <a:rPr kumimoji="0" lang="en-GB" sz="6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imes New Roman" pitchFamily="18" charset="0"/>
              </a:rPr>
              <a:t> </a:t>
            </a:r>
            <a:r>
              <a:rPr kumimoji="0" lang="en-GB" sz="6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imes New Roman" pitchFamily="18" charset="0"/>
              </a:rPr>
              <a:t>fitiavana</a:t>
            </a:r>
            <a:r>
              <a:rPr kumimoji="0" lang="en-GB" sz="6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imes New Roman" pitchFamily="18" charset="0"/>
              </a:rPr>
              <a:t> </a:t>
            </a:r>
            <a:r>
              <a:rPr kumimoji="0" lang="en-GB" sz="6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imes New Roman" pitchFamily="18" charset="0"/>
              </a:rPr>
              <a:t>natolotrao</a:t>
            </a:r>
            <a:endParaRPr kumimoji="0" lang="en-GB" sz="66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6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imes New Roman" pitchFamily="18" charset="0"/>
              </a:rPr>
              <a:t>     </a:t>
            </a:r>
            <a:r>
              <a:rPr kumimoji="0" lang="en-GB" sz="6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imes New Roman" pitchFamily="18" charset="0"/>
              </a:rPr>
              <a:t>Ka</a:t>
            </a:r>
            <a:r>
              <a:rPr kumimoji="0" lang="en-GB" sz="6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imes New Roman" pitchFamily="18" charset="0"/>
              </a:rPr>
              <a:t> </a:t>
            </a:r>
            <a:r>
              <a:rPr kumimoji="0" lang="en-GB" sz="6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imes New Roman" pitchFamily="18" charset="0"/>
              </a:rPr>
              <a:t>raiso</a:t>
            </a:r>
            <a:r>
              <a:rPr kumimoji="0" lang="en-GB" sz="6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imes New Roman" pitchFamily="18" charset="0"/>
              </a:rPr>
              <a:t> </a:t>
            </a:r>
            <a:r>
              <a:rPr kumimoji="0" lang="en-GB" sz="6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imes New Roman" pitchFamily="18" charset="0"/>
              </a:rPr>
              <a:t>Tompo</a:t>
            </a:r>
            <a:r>
              <a:rPr kumimoji="0" lang="en-GB" sz="6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imes New Roman" pitchFamily="18" charset="0"/>
              </a:rPr>
              <a:t>,</a:t>
            </a:r>
            <a:endParaRPr kumimoji="0" lang="en-GB" sz="66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6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imes New Roman" pitchFamily="18" charset="0"/>
              </a:rPr>
              <a:t>         </a:t>
            </a:r>
            <a:r>
              <a:rPr kumimoji="0" lang="en-GB" sz="6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imes New Roman" pitchFamily="18" charset="0"/>
              </a:rPr>
              <a:t>ekeo</a:t>
            </a:r>
            <a:r>
              <a:rPr kumimoji="0" lang="en-GB" sz="6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imes New Roman" pitchFamily="18" charset="0"/>
              </a:rPr>
              <a:t> re </a:t>
            </a:r>
            <a:r>
              <a:rPr kumimoji="0" lang="en-GB" sz="6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imes New Roman" pitchFamily="18" charset="0"/>
              </a:rPr>
              <a:t>sy</a:t>
            </a:r>
            <a:r>
              <a:rPr kumimoji="0" lang="en-GB" sz="6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imes New Roman" pitchFamily="18" charset="0"/>
              </a:rPr>
              <a:t> </a:t>
            </a:r>
            <a:r>
              <a:rPr kumimoji="0" lang="en-GB" sz="6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imes New Roman" pitchFamily="18" charset="0"/>
              </a:rPr>
              <a:t>anjakao</a:t>
            </a:r>
            <a:endParaRPr kumimoji="0" lang="en-GB" sz="66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6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imes New Roman" pitchFamily="18" charset="0"/>
              </a:rPr>
              <a:t>    </a:t>
            </a:r>
            <a:r>
              <a:rPr kumimoji="0" lang="en-GB" sz="6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imes New Roman" pitchFamily="18" charset="0"/>
              </a:rPr>
              <a:t>Ny</a:t>
            </a:r>
            <a:r>
              <a:rPr kumimoji="0" lang="en-GB" sz="6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imes New Roman" pitchFamily="18" charset="0"/>
              </a:rPr>
              <a:t> </a:t>
            </a:r>
            <a:r>
              <a:rPr kumimoji="0" lang="en-GB" sz="6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imes New Roman" pitchFamily="18" charset="0"/>
              </a:rPr>
              <a:t>fiainako</a:t>
            </a:r>
            <a:r>
              <a:rPr kumimoji="0" lang="en-GB" sz="6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imes New Roman" pitchFamily="18" charset="0"/>
              </a:rPr>
              <a:t> </a:t>
            </a:r>
            <a:r>
              <a:rPr kumimoji="0" lang="en-GB" sz="6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imes New Roman" pitchFamily="18" charset="0"/>
              </a:rPr>
              <a:t>ho</a:t>
            </a:r>
            <a:r>
              <a:rPr kumimoji="0" lang="en-GB" sz="6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imes New Roman" pitchFamily="18" charset="0"/>
              </a:rPr>
              <a:t> </a:t>
            </a:r>
            <a:r>
              <a:rPr kumimoji="0" lang="en-GB" sz="6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imes New Roman" pitchFamily="18" charset="0"/>
              </a:rPr>
              <a:t>voninahitrao</a:t>
            </a:r>
            <a:r>
              <a:rPr kumimoji="0" lang="en-GB" sz="6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imes New Roman" pitchFamily="18" charset="0"/>
              </a:rPr>
              <a:t>.</a:t>
            </a:r>
            <a:endParaRPr kumimoji="0" lang="en-GB" sz="66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4170253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-20275" y="681663"/>
            <a:ext cx="9175707" cy="4708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60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2-</a:t>
            </a:r>
            <a:r>
              <a:rPr kumimoji="0" lang="en-GB" sz="6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 </a:t>
            </a:r>
            <a:r>
              <a:rPr kumimoji="0" lang="en-GB" sz="6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Tompo</a:t>
            </a:r>
            <a:r>
              <a:rPr kumimoji="0" lang="en-GB" sz="6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 </a:t>
            </a:r>
            <a:r>
              <a:rPr kumimoji="0" lang="en-GB" sz="6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malala</a:t>
            </a:r>
            <a:r>
              <a:rPr kumimoji="0" lang="en-GB" sz="6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 o !</a:t>
            </a:r>
            <a:endParaRPr kumimoji="0" lang="en-GB" sz="6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News701 BT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6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      </a:t>
            </a:r>
            <a:r>
              <a:rPr kumimoji="0" lang="en-GB" sz="6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‘</a:t>
            </a:r>
            <a:r>
              <a:rPr kumimoji="0" lang="en-GB" sz="6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Lay </a:t>
            </a:r>
            <a:r>
              <a:rPr kumimoji="0" lang="en-GB" sz="6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hazo</a:t>
            </a:r>
            <a:r>
              <a:rPr kumimoji="0" lang="en-GB" sz="6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 </a:t>
            </a:r>
            <a:r>
              <a:rPr kumimoji="0" lang="en-GB" sz="6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fijalianao</a:t>
            </a:r>
            <a:endParaRPr kumimoji="0" lang="en-GB" sz="6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News701 BT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6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   </a:t>
            </a:r>
            <a:r>
              <a:rPr kumimoji="0" lang="en-GB" sz="6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Niaretanao</a:t>
            </a:r>
            <a:r>
              <a:rPr kumimoji="0" lang="en-GB" sz="6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 </a:t>
            </a:r>
            <a:r>
              <a:rPr kumimoji="0" lang="en-GB" sz="6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tao</a:t>
            </a:r>
            <a:r>
              <a:rPr kumimoji="0" lang="en-GB" sz="6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 </a:t>
            </a:r>
            <a:r>
              <a:rPr kumimoji="0" lang="en-GB" sz="6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Kalvary</a:t>
            </a:r>
            <a:endParaRPr kumimoji="0" lang="en-GB" sz="6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News701 BT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6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  </a:t>
            </a:r>
            <a:endParaRPr kumimoji="0" lang="en-GB" sz="6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News701 BT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0915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-20275" y="496996"/>
            <a:ext cx="9175707" cy="5078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5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   </a:t>
            </a:r>
            <a:r>
              <a:rPr kumimoji="0" lang="en-GB" sz="5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Niaretanao</a:t>
            </a:r>
            <a:r>
              <a:rPr kumimoji="0" lang="en-GB" sz="5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 </a:t>
            </a:r>
            <a:r>
              <a:rPr kumimoji="0" lang="en-GB" sz="5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Mpamonjiko</a:t>
            </a:r>
            <a:endParaRPr kumimoji="0" lang="en-GB" sz="5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News701 BT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5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   No </a:t>
            </a:r>
            <a:r>
              <a:rPr kumimoji="0" lang="en-GB" sz="5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nanehoanao</a:t>
            </a:r>
            <a:r>
              <a:rPr kumimoji="0" lang="en-GB" sz="5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 </a:t>
            </a:r>
            <a:r>
              <a:rPr kumimoji="0" lang="en-GB" sz="5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fa</a:t>
            </a:r>
            <a:r>
              <a:rPr kumimoji="0" lang="en-GB" sz="5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 </a:t>
            </a:r>
            <a:r>
              <a:rPr kumimoji="0" lang="en-GB" sz="5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tianao</a:t>
            </a:r>
            <a:r>
              <a:rPr lang="en-GB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</a:rPr>
              <a:t> </a:t>
            </a:r>
            <a:r>
              <a:rPr kumimoji="0" lang="en-GB" sz="5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ity</a:t>
            </a:r>
            <a:r>
              <a:rPr kumimoji="0" lang="en-GB" sz="5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 </a:t>
            </a:r>
            <a:r>
              <a:rPr kumimoji="0" lang="en-GB" sz="5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mpanota</a:t>
            </a:r>
            <a:r>
              <a:rPr kumimoji="0" lang="en-GB" sz="5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 </a:t>
            </a:r>
            <a:r>
              <a:rPr kumimoji="0" lang="en-GB" sz="5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izay</a:t>
            </a:r>
            <a:endParaRPr kumimoji="0" lang="en-GB" sz="5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News701 BT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5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   </a:t>
            </a:r>
            <a:r>
              <a:rPr kumimoji="0" lang="en-GB" sz="5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Tsy</a:t>
            </a:r>
            <a:r>
              <a:rPr kumimoji="0" lang="en-GB" sz="5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 </a:t>
            </a:r>
            <a:r>
              <a:rPr kumimoji="0" lang="en-GB" sz="5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mendrika</a:t>
            </a:r>
            <a:r>
              <a:rPr kumimoji="0" lang="en-GB" sz="5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 </a:t>
            </a:r>
            <a:r>
              <a:rPr kumimoji="0" lang="en-GB" sz="5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Anao</a:t>
            </a:r>
            <a:r>
              <a:rPr kumimoji="0" lang="en-GB" sz="5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 </a:t>
            </a:r>
            <a:r>
              <a:rPr kumimoji="0" lang="en-GB" sz="5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akory</a:t>
            </a:r>
            <a:r>
              <a:rPr kumimoji="0" lang="en-GB" sz="5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 </a:t>
            </a:r>
            <a:r>
              <a:rPr kumimoji="0" lang="en-GB" sz="5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ity</a:t>
            </a:r>
            <a:endParaRPr kumimoji="0" lang="en-GB" sz="5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News701 BT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36555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-21704" y="1052736"/>
            <a:ext cx="9144642" cy="51706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GB" sz="66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imes New Roman" pitchFamily="18" charset="0"/>
              </a:rPr>
              <a:t>Ref</a:t>
            </a:r>
            <a:r>
              <a:rPr lang="en-GB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imes New Roman" pitchFamily="18" charset="0"/>
              </a:rPr>
              <a:t> </a:t>
            </a:r>
            <a:r>
              <a:rPr kumimoji="0" lang="en-GB" sz="6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imes New Roman" pitchFamily="18" charset="0"/>
              </a:rPr>
              <a:t>Ka</a:t>
            </a:r>
            <a:r>
              <a:rPr kumimoji="0" lang="en-GB" sz="6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imes New Roman" pitchFamily="18" charset="0"/>
              </a:rPr>
              <a:t> </a:t>
            </a:r>
            <a:r>
              <a:rPr kumimoji="0" lang="en-GB" sz="6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imes New Roman" pitchFamily="18" charset="0"/>
              </a:rPr>
              <a:t>anio</a:t>
            </a:r>
            <a:r>
              <a:rPr kumimoji="0" lang="en-GB" sz="6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imes New Roman" pitchFamily="18" charset="0"/>
              </a:rPr>
              <a:t> </a:t>
            </a:r>
            <a:r>
              <a:rPr kumimoji="0" lang="en-GB" sz="6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imes New Roman" pitchFamily="18" charset="0"/>
              </a:rPr>
              <a:t>anavaozako</a:t>
            </a:r>
            <a:endParaRPr kumimoji="0" lang="en-GB" sz="66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6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imes New Roman" pitchFamily="18" charset="0"/>
              </a:rPr>
              <a:t>   </a:t>
            </a:r>
            <a:r>
              <a:rPr kumimoji="0" lang="en-GB" sz="6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imes New Roman" pitchFamily="18" charset="0"/>
              </a:rPr>
              <a:t>ny</a:t>
            </a:r>
            <a:r>
              <a:rPr kumimoji="0" lang="en-GB" sz="6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imes New Roman" pitchFamily="18" charset="0"/>
              </a:rPr>
              <a:t> </a:t>
            </a:r>
            <a:r>
              <a:rPr kumimoji="0" lang="en-GB" sz="6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imes New Roman" pitchFamily="18" charset="0"/>
              </a:rPr>
              <a:t>fanompoako</a:t>
            </a:r>
            <a:r>
              <a:rPr kumimoji="0" lang="en-GB" sz="6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imes New Roman" pitchFamily="18" charset="0"/>
              </a:rPr>
              <a:t> </a:t>
            </a:r>
            <a:r>
              <a:rPr kumimoji="0" lang="en-GB" sz="6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imes New Roman" pitchFamily="18" charset="0"/>
              </a:rPr>
              <a:t>anao</a:t>
            </a:r>
            <a:endParaRPr kumimoji="0" lang="en-GB" sz="66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6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imes New Roman" pitchFamily="18" charset="0"/>
              </a:rPr>
              <a:t>     </a:t>
            </a:r>
            <a:r>
              <a:rPr kumimoji="0" lang="en-GB" sz="6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imes New Roman" pitchFamily="18" charset="0"/>
              </a:rPr>
              <a:t>Fa</a:t>
            </a:r>
            <a:r>
              <a:rPr kumimoji="0" lang="en-GB" sz="6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imes New Roman" pitchFamily="18" charset="0"/>
              </a:rPr>
              <a:t> </a:t>
            </a:r>
            <a:r>
              <a:rPr kumimoji="0" lang="en-GB" sz="6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imes New Roman" pitchFamily="18" charset="0"/>
              </a:rPr>
              <a:t>tsy</a:t>
            </a:r>
            <a:r>
              <a:rPr kumimoji="0" lang="en-GB" sz="6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imes New Roman" pitchFamily="18" charset="0"/>
              </a:rPr>
              <a:t> </a:t>
            </a:r>
            <a:r>
              <a:rPr kumimoji="0" lang="en-GB" sz="6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imes New Roman" pitchFamily="18" charset="0"/>
              </a:rPr>
              <a:t>ho</a:t>
            </a:r>
            <a:r>
              <a:rPr kumimoji="0" lang="en-GB" sz="6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imes New Roman" pitchFamily="18" charset="0"/>
              </a:rPr>
              <a:t> </a:t>
            </a:r>
            <a:r>
              <a:rPr kumimoji="0" lang="en-GB" sz="6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imes New Roman" pitchFamily="18" charset="0"/>
              </a:rPr>
              <a:t>voavaliko</a:t>
            </a:r>
            <a:endParaRPr kumimoji="0" lang="en-GB" sz="66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6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imes New Roman" pitchFamily="18" charset="0"/>
              </a:rPr>
              <a:t>         </a:t>
            </a:r>
            <a:r>
              <a:rPr kumimoji="0" lang="en-GB" sz="6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imes New Roman" pitchFamily="18" charset="0"/>
              </a:rPr>
              <a:t>izay</a:t>
            </a:r>
            <a:r>
              <a:rPr kumimoji="0" lang="en-GB" sz="6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imes New Roman" pitchFamily="18" charset="0"/>
              </a:rPr>
              <a:t> </a:t>
            </a:r>
            <a:r>
              <a:rPr kumimoji="0" lang="en-GB" sz="6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imes New Roman" pitchFamily="18" charset="0"/>
              </a:rPr>
              <a:t>natolotrao</a:t>
            </a:r>
            <a:r>
              <a:rPr kumimoji="0" lang="en-GB" sz="6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imes New Roman" pitchFamily="18" charset="0"/>
              </a:rPr>
              <a:t>,</a:t>
            </a:r>
            <a:endParaRPr kumimoji="0" lang="en-GB" sz="66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6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imes New Roman" pitchFamily="18" charset="0"/>
              </a:rPr>
              <a:t>    </a:t>
            </a:r>
            <a:endParaRPr kumimoji="0" lang="en-GB" sz="66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7910549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107504" y="306815"/>
            <a:ext cx="9144642" cy="59093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  </a:t>
            </a:r>
            <a:r>
              <a:rPr kumimoji="0" lang="en-GB" sz="6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imes New Roman" pitchFamily="18" charset="0"/>
              </a:rPr>
              <a:t> </a:t>
            </a:r>
            <a:r>
              <a:rPr kumimoji="0" lang="en-GB" sz="6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imes New Roman" pitchFamily="18" charset="0"/>
              </a:rPr>
              <a:t>Ny</a:t>
            </a:r>
            <a:r>
              <a:rPr kumimoji="0" lang="en-GB" sz="6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imes New Roman" pitchFamily="18" charset="0"/>
              </a:rPr>
              <a:t> </a:t>
            </a:r>
            <a:r>
              <a:rPr kumimoji="0" lang="en-GB" sz="6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imes New Roman" pitchFamily="18" charset="0"/>
              </a:rPr>
              <a:t>fitiavana</a:t>
            </a:r>
            <a:r>
              <a:rPr kumimoji="0" lang="en-GB" sz="6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imes New Roman" pitchFamily="18" charset="0"/>
              </a:rPr>
              <a:t> </a:t>
            </a:r>
            <a:r>
              <a:rPr kumimoji="0" lang="en-GB" sz="6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imes New Roman" pitchFamily="18" charset="0"/>
              </a:rPr>
              <a:t>natolotrao</a:t>
            </a:r>
            <a:endParaRPr kumimoji="0" lang="en-GB" sz="66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6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imes New Roman" pitchFamily="18" charset="0"/>
              </a:rPr>
              <a:t>     </a:t>
            </a:r>
            <a:r>
              <a:rPr kumimoji="0" lang="en-GB" sz="6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imes New Roman" pitchFamily="18" charset="0"/>
              </a:rPr>
              <a:t>Ka</a:t>
            </a:r>
            <a:r>
              <a:rPr kumimoji="0" lang="en-GB" sz="6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imes New Roman" pitchFamily="18" charset="0"/>
              </a:rPr>
              <a:t> </a:t>
            </a:r>
            <a:r>
              <a:rPr kumimoji="0" lang="en-GB" sz="6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imes New Roman" pitchFamily="18" charset="0"/>
              </a:rPr>
              <a:t>raiso</a:t>
            </a:r>
            <a:r>
              <a:rPr kumimoji="0" lang="en-GB" sz="6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imes New Roman" pitchFamily="18" charset="0"/>
              </a:rPr>
              <a:t> </a:t>
            </a:r>
            <a:r>
              <a:rPr kumimoji="0" lang="en-GB" sz="6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imes New Roman" pitchFamily="18" charset="0"/>
              </a:rPr>
              <a:t>Tompo</a:t>
            </a:r>
            <a:r>
              <a:rPr kumimoji="0" lang="en-GB" sz="6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imes New Roman" pitchFamily="18" charset="0"/>
              </a:rPr>
              <a:t>,</a:t>
            </a:r>
            <a:endParaRPr kumimoji="0" lang="en-GB" sz="66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6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imes New Roman" pitchFamily="18" charset="0"/>
              </a:rPr>
              <a:t>         </a:t>
            </a:r>
            <a:r>
              <a:rPr kumimoji="0" lang="en-GB" sz="6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imes New Roman" pitchFamily="18" charset="0"/>
              </a:rPr>
              <a:t>ekeo</a:t>
            </a:r>
            <a:r>
              <a:rPr kumimoji="0" lang="en-GB" sz="6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imes New Roman" pitchFamily="18" charset="0"/>
              </a:rPr>
              <a:t> re </a:t>
            </a:r>
            <a:r>
              <a:rPr kumimoji="0" lang="en-GB" sz="6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imes New Roman" pitchFamily="18" charset="0"/>
              </a:rPr>
              <a:t>sy</a:t>
            </a:r>
            <a:r>
              <a:rPr kumimoji="0" lang="en-GB" sz="6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imes New Roman" pitchFamily="18" charset="0"/>
              </a:rPr>
              <a:t> </a:t>
            </a:r>
            <a:r>
              <a:rPr kumimoji="0" lang="en-GB" sz="6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imes New Roman" pitchFamily="18" charset="0"/>
              </a:rPr>
              <a:t>anjakao</a:t>
            </a:r>
            <a:endParaRPr kumimoji="0" lang="en-GB" sz="66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6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imes New Roman" pitchFamily="18" charset="0"/>
              </a:rPr>
              <a:t>    </a:t>
            </a:r>
            <a:r>
              <a:rPr kumimoji="0" lang="en-GB" sz="6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imes New Roman" pitchFamily="18" charset="0"/>
              </a:rPr>
              <a:t>Ny</a:t>
            </a:r>
            <a:r>
              <a:rPr kumimoji="0" lang="en-GB" sz="6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imes New Roman" pitchFamily="18" charset="0"/>
              </a:rPr>
              <a:t> </a:t>
            </a:r>
            <a:r>
              <a:rPr kumimoji="0" lang="en-GB" sz="6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imes New Roman" pitchFamily="18" charset="0"/>
              </a:rPr>
              <a:t>fiainako</a:t>
            </a:r>
            <a:r>
              <a:rPr kumimoji="0" lang="en-GB" sz="6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imes New Roman" pitchFamily="18" charset="0"/>
              </a:rPr>
              <a:t> </a:t>
            </a:r>
            <a:r>
              <a:rPr kumimoji="0" lang="en-GB" sz="6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imes New Roman" pitchFamily="18" charset="0"/>
              </a:rPr>
              <a:t>ho</a:t>
            </a:r>
            <a:r>
              <a:rPr kumimoji="0" lang="en-GB" sz="6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imes New Roman" pitchFamily="18" charset="0"/>
              </a:rPr>
              <a:t> </a:t>
            </a:r>
            <a:r>
              <a:rPr kumimoji="0" lang="en-GB" sz="6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imes New Roman" pitchFamily="18" charset="0"/>
              </a:rPr>
              <a:t>voninahitrao</a:t>
            </a:r>
            <a:r>
              <a:rPr kumimoji="0" lang="en-GB" sz="6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imes New Roman" pitchFamily="18" charset="0"/>
              </a:rPr>
              <a:t>.</a:t>
            </a:r>
            <a:endParaRPr kumimoji="0" lang="en-GB" sz="66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6259790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-34340" y="836712"/>
            <a:ext cx="9171938" cy="54476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60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3- </a:t>
            </a:r>
            <a:r>
              <a:rPr kumimoji="0" lang="en-GB" sz="6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Tompo</a:t>
            </a:r>
            <a:r>
              <a:rPr kumimoji="0" lang="en-GB" sz="6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 </a:t>
            </a:r>
            <a:r>
              <a:rPr kumimoji="0" lang="en-GB" sz="6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malala</a:t>
            </a:r>
            <a:r>
              <a:rPr kumimoji="0" lang="en-GB" sz="6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 o !</a:t>
            </a:r>
            <a:endParaRPr kumimoji="0" lang="en-GB" sz="6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News701 BT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6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    </a:t>
            </a:r>
            <a:r>
              <a:rPr kumimoji="0" lang="en-GB" sz="6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tsy</a:t>
            </a:r>
            <a:r>
              <a:rPr kumimoji="0" lang="en-GB" sz="6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 </a:t>
            </a:r>
            <a:r>
              <a:rPr kumimoji="0" lang="en-GB" sz="6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ho</a:t>
            </a:r>
            <a:r>
              <a:rPr kumimoji="0" lang="en-GB" sz="6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 </a:t>
            </a:r>
            <a:r>
              <a:rPr kumimoji="0" lang="en-GB" sz="6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hadinoiko</a:t>
            </a:r>
            <a:r>
              <a:rPr kumimoji="0" lang="en-GB" sz="6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 </a:t>
            </a:r>
            <a:r>
              <a:rPr kumimoji="0" lang="en-GB" sz="6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intsony</a:t>
            </a:r>
            <a:endParaRPr kumimoji="0" lang="en-GB" sz="6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News701 BT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6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   </a:t>
            </a:r>
            <a:r>
              <a:rPr kumimoji="0" lang="en-GB" sz="6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Ny</a:t>
            </a:r>
            <a:r>
              <a:rPr kumimoji="0" lang="en-GB" sz="6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 </a:t>
            </a:r>
            <a:r>
              <a:rPr kumimoji="0" lang="en-GB" sz="6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fitiavana</a:t>
            </a:r>
            <a:r>
              <a:rPr kumimoji="0" lang="en-GB" sz="6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 </a:t>
            </a:r>
            <a:r>
              <a:rPr kumimoji="0" lang="en-GB" sz="6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natolotrao</a:t>
            </a:r>
            <a:endParaRPr kumimoji="0" lang="en-GB" sz="6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News701 BT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</a:t>
            </a: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13876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46365"/>
            <a:ext cx="9171938" cy="65556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6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   (</a:t>
            </a:r>
            <a:r>
              <a:rPr kumimoji="0" lang="en-GB" sz="6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Ny</a:t>
            </a:r>
            <a:r>
              <a:rPr kumimoji="0" lang="en-GB" sz="6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 </a:t>
            </a:r>
            <a:r>
              <a:rPr kumimoji="0" lang="en-GB" sz="6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fitiavana</a:t>
            </a:r>
            <a:r>
              <a:rPr kumimoji="0" lang="en-GB" sz="6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 </a:t>
            </a:r>
            <a:r>
              <a:rPr kumimoji="0" lang="en-GB" sz="6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natolotrao</a:t>
            </a:r>
            <a:r>
              <a:rPr kumimoji="0" lang="en-GB" sz="6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)</a:t>
            </a:r>
            <a:endParaRPr kumimoji="0" lang="en-GB" sz="6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News701 BT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6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   </a:t>
            </a:r>
            <a:r>
              <a:rPr kumimoji="0" lang="en-GB" sz="6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Eny</a:t>
            </a:r>
            <a:r>
              <a:rPr kumimoji="0" lang="en-GB" sz="6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 </a:t>
            </a:r>
            <a:r>
              <a:rPr kumimoji="0" lang="en-GB" sz="6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ry</a:t>
            </a:r>
            <a:r>
              <a:rPr kumimoji="0" lang="en-GB" sz="6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 </a:t>
            </a:r>
            <a:r>
              <a:rPr kumimoji="0" lang="en-GB" sz="6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Tompo</a:t>
            </a:r>
            <a:r>
              <a:rPr kumimoji="0" lang="en-GB" sz="6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, </a:t>
            </a:r>
            <a:r>
              <a:rPr kumimoji="0" lang="en-GB" sz="6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ity</a:t>
            </a:r>
            <a:r>
              <a:rPr kumimoji="0" lang="en-GB" sz="6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 </a:t>
            </a:r>
            <a:r>
              <a:rPr kumimoji="0" lang="en-GB" sz="6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izaho</a:t>
            </a:r>
            <a:endParaRPr kumimoji="0" lang="en-GB" sz="6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News701 BT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6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       </a:t>
            </a:r>
            <a:r>
              <a:rPr kumimoji="0" lang="en-GB" sz="6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izay</a:t>
            </a:r>
            <a:r>
              <a:rPr kumimoji="0" lang="en-GB" sz="6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 </a:t>
            </a:r>
            <a:r>
              <a:rPr kumimoji="0" lang="en-GB" sz="6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voababonao</a:t>
            </a:r>
            <a:endParaRPr kumimoji="0" lang="en-GB" sz="6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News701 BT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6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   </a:t>
            </a:r>
            <a:r>
              <a:rPr kumimoji="0" lang="en-GB" sz="6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Fa</a:t>
            </a:r>
            <a:r>
              <a:rPr kumimoji="0" lang="en-GB" sz="6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 </a:t>
            </a:r>
            <a:r>
              <a:rPr kumimoji="0" lang="en-GB" sz="6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vonona</a:t>
            </a:r>
            <a:r>
              <a:rPr kumimoji="0" lang="en-GB" sz="6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 </a:t>
            </a:r>
            <a:r>
              <a:rPr kumimoji="0" lang="en-GB" sz="6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hanao</a:t>
            </a:r>
            <a:r>
              <a:rPr kumimoji="0" lang="en-GB" sz="6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 </a:t>
            </a:r>
            <a:r>
              <a:rPr kumimoji="0" lang="en-GB" sz="6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ny</a:t>
            </a:r>
            <a:r>
              <a:rPr kumimoji="0" lang="en-GB" sz="6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 </a:t>
            </a:r>
            <a:r>
              <a:rPr kumimoji="0" lang="en-GB" sz="6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sitrakao</a:t>
            </a:r>
            <a:r>
              <a:rPr kumimoji="0" lang="en-GB" sz="6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.</a:t>
            </a:r>
            <a:endParaRPr kumimoji="0" lang="en-GB" sz="6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News701 BT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46564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-21704" y="1052736"/>
            <a:ext cx="9144642" cy="51706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GB" sz="66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imes New Roman" pitchFamily="18" charset="0"/>
              </a:rPr>
              <a:t>Ref</a:t>
            </a:r>
            <a:r>
              <a:rPr lang="en-GB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imes New Roman" pitchFamily="18" charset="0"/>
              </a:rPr>
              <a:t> </a:t>
            </a:r>
            <a:r>
              <a:rPr kumimoji="0" lang="en-GB" sz="6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imes New Roman" pitchFamily="18" charset="0"/>
              </a:rPr>
              <a:t>Ka</a:t>
            </a:r>
            <a:r>
              <a:rPr kumimoji="0" lang="en-GB" sz="6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imes New Roman" pitchFamily="18" charset="0"/>
              </a:rPr>
              <a:t> </a:t>
            </a:r>
            <a:r>
              <a:rPr kumimoji="0" lang="en-GB" sz="6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imes New Roman" pitchFamily="18" charset="0"/>
              </a:rPr>
              <a:t>anio</a:t>
            </a:r>
            <a:r>
              <a:rPr kumimoji="0" lang="en-GB" sz="6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imes New Roman" pitchFamily="18" charset="0"/>
              </a:rPr>
              <a:t> </a:t>
            </a:r>
            <a:r>
              <a:rPr kumimoji="0" lang="en-GB" sz="6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imes New Roman" pitchFamily="18" charset="0"/>
              </a:rPr>
              <a:t>anavaozako</a:t>
            </a:r>
            <a:endParaRPr kumimoji="0" lang="en-GB" sz="66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6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imes New Roman" pitchFamily="18" charset="0"/>
              </a:rPr>
              <a:t>   </a:t>
            </a:r>
            <a:r>
              <a:rPr kumimoji="0" lang="en-GB" sz="6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imes New Roman" pitchFamily="18" charset="0"/>
              </a:rPr>
              <a:t>ny</a:t>
            </a:r>
            <a:r>
              <a:rPr kumimoji="0" lang="en-GB" sz="6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imes New Roman" pitchFamily="18" charset="0"/>
              </a:rPr>
              <a:t> </a:t>
            </a:r>
            <a:r>
              <a:rPr kumimoji="0" lang="en-GB" sz="6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imes New Roman" pitchFamily="18" charset="0"/>
              </a:rPr>
              <a:t>fanompoako</a:t>
            </a:r>
            <a:r>
              <a:rPr kumimoji="0" lang="en-GB" sz="6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imes New Roman" pitchFamily="18" charset="0"/>
              </a:rPr>
              <a:t> </a:t>
            </a:r>
            <a:r>
              <a:rPr kumimoji="0" lang="en-GB" sz="6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imes New Roman" pitchFamily="18" charset="0"/>
              </a:rPr>
              <a:t>anao</a:t>
            </a:r>
            <a:endParaRPr kumimoji="0" lang="en-GB" sz="66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6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imes New Roman" pitchFamily="18" charset="0"/>
              </a:rPr>
              <a:t>     </a:t>
            </a:r>
            <a:r>
              <a:rPr kumimoji="0" lang="en-GB" sz="6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imes New Roman" pitchFamily="18" charset="0"/>
              </a:rPr>
              <a:t>Fa</a:t>
            </a:r>
            <a:r>
              <a:rPr kumimoji="0" lang="en-GB" sz="6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imes New Roman" pitchFamily="18" charset="0"/>
              </a:rPr>
              <a:t> </a:t>
            </a:r>
            <a:r>
              <a:rPr kumimoji="0" lang="en-GB" sz="6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imes New Roman" pitchFamily="18" charset="0"/>
              </a:rPr>
              <a:t>tsy</a:t>
            </a:r>
            <a:r>
              <a:rPr kumimoji="0" lang="en-GB" sz="6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imes New Roman" pitchFamily="18" charset="0"/>
              </a:rPr>
              <a:t> </a:t>
            </a:r>
            <a:r>
              <a:rPr kumimoji="0" lang="en-GB" sz="6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imes New Roman" pitchFamily="18" charset="0"/>
              </a:rPr>
              <a:t>ho</a:t>
            </a:r>
            <a:r>
              <a:rPr kumimoji="0" lang="en-GB" sz="6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imes New Roman" pitchFamily="18" charset="0"/>
              </a:rPr>
              <a:t> </a:t>
            </a:r>
            <a:r>
              <a:rPr kumimoji="0" lang="en-GB" sz="6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imes New Roman" pitchFamily="18" charset="0"/>
              </a:rPr>
              <a:t>voavaliko</a:t>
            </a:r>
            <a:endParaRPr kumimoji="0" lang="en-GB" sz="66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6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imes New Roman" pitchFamily="18" charset="0"/>
              </a:rPr>
              <a:t>         </a:t>
            </a:r>
            <a:r>
              <a:rPr kumimoji="0" lang="en-GB" sz="6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imes New Roman" pitchFamily="18" charset="0"/>
              </a:rPr>
              <a:t>izay</a:t>
            </a:r>
            <a:r>
              <a:rPr kumimoji="0" lang="en-GB" sz="6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imes New Roman" pitchFamily="18" charset="0"/>
              </a:rPr>
              <a:t> </a:t>
            </a:r>
            <a:r>
              <a:rPr kumimoji="0" lang="en-GB" sz="6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imes New Roman" pitchFamily="18" charset="0"/>
              </a:rPr>
              <a:t>natolotrao</a:t>
            </a:r>
            <a:r>
              <a:rPr kumimoji="0" lang="en-GB" sz="6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imes New Roman" pitchFamily="18" charset="0"/>
              </a:rPr>
              <a:t>,</a:t>
            </a:r>
            <a:endParaRPr kumimoji="0" lang="en-GB" sz="66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6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imes New Roman" pitchFamily="18" charset="0"/>
              </a:rPr>
              <a:t>    </a:t>
            </a:r>
            <a:endParaRPr kumimoji="0" lang="en-GB" sz="66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7910549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107504" y="306815"/>
            <a:ext cx="9144642" cy="59093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  </a:t>
            </a:r>
            <a:r>
              <a:rPr kumimoji="0" lang="en-GB" sz="6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imes New Roman" pitchFamily="18" charset="0"/>
              </a:rPr>
              <a:t> </a:t>
            </a:r>
            <a:r>
              <a:rPr kumimoji="0" lang="en-GB" sz="6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imes New Roman" pitchFamily="18" charset="0"/>
              </a:rPr>
              <a:t>Ny</a:t>
            </a:r>
            <a:r>
              <a:rPr kumimoji="0" lang="en-GB" sz="6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imes New Roman" pitchFamily="18" charset="0"/>
              </a:rPr>
              <a:t> </a:t>
            </a:r>
            <a:r>
              <a:rPr kumimoji="0" lang="en-GB" sz="6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imes New Roman" pitchFamily="18" charset="0"/>
              </a:rPr>
              <a:t>fitiavana</a:t>
            </a:r>
            <a:r>
              <a:rPr kumimoji="0" lang="en-GB" sz="6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imes New Roman" pitchFamily="18" charset="0"/>
              </a:rPr>
              <a:t> </a:t>
            </a:r>
            <a:r>
              <a:rPr kumimoji="0" lang="en-GB" sz="6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imes New Roman" pitchFamily="18" charset="0"/>
              </a:rPr>
              <a:t>natolotrao</a:t>
            </a:r>
            <a:endParaRPr kumimoji="0" lang="en-GB" sz="66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6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imes New Roman" pitchFamily="18" charset="0"/>
              </a:rPr>
              <a:t>     </a:t>
            </a:r>
            <a:r>
              <a:rPr kumimoji="0" lang="en-GB" sz="6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imes New Roman" pitchFamily="18" charset="0"/>
              </a:rPr>
              <a:t>Ka</a:t>
            </a:r>
            <a:r>
              <a:rPr kumimoji="0" lang="en-GB" sz="6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imes New Roman" pitchFamily="18" charset="0"/>
              </a:rPr>
              <a:t> </a:t>
            </a:r>
            <a:r>
              <a:rPr kumimoji="0" lang="en-GB" sz="6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imes New Roman" pitchFamily="18" charset="0"/>
              </a:rPr>
              <a:t>raiso</a:t>
            </a:r>
            <a:r>
              <a:rPr kumimoji="0" lang="en-GB" sz="6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imes New Roman" pitchFamily="18" charset="0"/>
              </a:rPr>
              <a:t> </a:t>
            </a:r>
            <a:r>
              <a:rPr kumimoji="0" lang="en-GB" sz="6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imes New Roman" pitchFamily="18" charset="0"/>
              </a:rPr>
              <a:t>Tompo</a:t>
            </a:r>
            <a:r>
              <a:rPr kumimoji="0" lang="en-GB" sz="6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imes New Roman" pitchFamily="18" charset="0"/>
              </a:rPr>
              <a:t>,</a:t>
            </a:r>
            <a:endParaRPr kumimoji="0" lang="en-GB" sz="66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6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imes New Roman" pitchFamily="18" charset="0"/>
              </a:rPr>
              <a:t>         </a:t>
            </a:r>
            <a:r>
              <a:rPr kumimoji="0" lang="en-GB" sz="6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imes New Roman" pitchFamily="18" charset="0"/>
              </a:rPr>
              <a:t>ekeo</a:t>
            </a:r>
            <a:r>
              <a:rPr kumimoji="0" lang="en-GB" sz="6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imes New Roman" pitchFamily="18" charset="0"/>
              </a:rPr>
              <a:t> re </a:t>
            </a:r>
            <a:r>
              <a:rPr kumimoji="0" lang="en-GB" sz="6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imes New Roman" pitchFamily="18" charset="0"/>
              </a:rPr>
              <a:t>sy</a:t>
            </a:r>
            <a:r>
              <a:rPr kumimoji="0" lang="en-GB" sz="6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imes New Roman" pitchFamily="18" charset="0"/>
              </a:rPr>
              <a:t> </a:t>
            </a:r>
            <a:r>
              <a:rPr kumimoji="0" lang="en-GB" sz="6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imes New Roman" pitchFamily="18" charset="0"/>
              </a:rPr>
              <a:t>anjakao</a:t>
            </a:r>
            <a:endParaRPr kumimoji="0" lang="en-GB" sz="66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6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imes New Roman" pitchFamily="18" charset="0"/>
              </a:rPr>
              <a:t>    </a:t>
            </a:r>
            <a:r>
              <a:rPr kumimoji="0" lang="en-GB" sz="6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imes New Roman" pitchFamily="18" charset="0"/>
              </a:rPr>
              <a:t>Ny</a:t>
            </a:r>
            <a:r>
              <a:rPr kumimoji="0" lang="en-GB" sz="6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imes New Roman" pitchFamily="18" charset="0"/>
              </a:rPr>
              <a:t> </a:t>
            </a:r>
            <a:r>
              <a:rPr kumimoji="0" lang="en-GB" sz="6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imes New Roman" pitchFamily="18" charset="0"/>
              </a:rPr>
              <a:t>fiainako</a:t>
            </a:r>
            <a:r>
              <a:rPr kumimoji="0" lang="en-GB" sz="6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imes New Roman" pitchFamily="18" charset="0"/>
              </a:rPr>
              <a:t> </a:t>
            </a:r>
            <a:r>
              <a:rPr kumimoji="0" lang="en-GB" sz="6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imes New Roman" pitchFamily="18" charset="0"/>
              </a:rPr>
              <a:t>ho</a:t>
            </a:r>
            <a:r>
              <a:rPr kumimoji="0" lang="en-GB" sz="6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imes New Roman" pitchFamily="18" charset="0"/>
              </a:rPr>
              <a:t> </a:t>
            </a:r>
            <a:r>
              <a:rPr kumimoji="0" lang="en-GB" sz="6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imes New Roman" pitchFamily="18" charset="0"/>
              </a:rPr>
              <a:t>voninahitrao</a:t>
            </a:r>
            <a:r>
              <a:rPr kumimoji="0" lang="en-GB" sz="6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imes New Roman" pitchFamily="18" charset="0"/>
              </a:rPr>
              <a:t>.</a:t>
            </a:r>
            <a:endParaRPr kumimoji="0" lang="en-GB" sz="66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62597908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Vagues">
  <a:themeElements>
    <a:clrScheme name="Vagues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Vagues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Vagues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</TotalTime>
  <Words>27</Words>
  <Application>Microsoft Office PowerPoint</Application>
  <PresentationFormat>Affichage à l'écran (4:3)</PresentationFormat>
  <Paragraphs>54</Paragraphs>
  <Slides>12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3" baseType="lpstr">
      <vt:lpstr>Vagues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Sweet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SWEET</dc:creator>
  <cp:lastModifiedBy>Domoina yrihat</cp:lastModifiedBy>
  <cp:revision>3</cp:revision>
  <dcterms:created xsi:type="dcterms:W3CDTF">2012-11-13T07:58:45Z</dcterms:created>
  <dcterms:modified xsi:type="dcterms:W3CDTF">2016-02-15T13:35:10Z</dcterms:modified>
</cp:coreProperties>
</file>