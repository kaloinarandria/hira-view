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A10E-5218-44A4-BF84-B1B6063CDB29}" type="datetimeFigureOut">
              <a:rPr lang="fr-FR" smtClean="0"/>
              <a:t>21/11/2015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6167-98EB-472A-97DA-910D33A628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454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A10E-5218-44A4-BF84-B1B6063CDB29}" type="datetimeFigureOut">
              <a:rPr lang="fr-FR" smtClean="0"/>
              <a:t>21/11/2015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6167-98EB-472A-97DA-910D33A628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980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A10E-5218-44A4-BF84-B1B6063CDB29}" type="datetimeFigureOut">
              <a:rPr lang="fr-FR" smtClean="0"/>
              <a:t>21/11/2015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6167-98EB-472A-97DA-910D33A628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6873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A10E-5218-44A4-BF84-B1B6063CDB29}" type="datetimeFigureOut">
              <a:rPr lang="fr-FR" smtClean="0"/>
              <a:t>21/11/2015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6167-98EB-472A-97DA-910D33A628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8789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A10E-5218-44A4-BF84-B1B6063CDB29}" type="datetimeFigureOut">
              <a:rPr lang="fr-FR" smtClean="0"/>
              <a:t>21/11/2015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6167-98EB-472A-97DA-910D33A628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0780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A10E-5218-44A4-BF84-B1B6063CDB29}" type="datetimeFigureOut">
              <a:rPr lang="fr-FR" smtClean="0"/>
              <a:t>21/11/2015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6167-98EB-472A-97DA-910D33A628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4049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A10E-5218-44A4-BF84-B1B6063CDB29}" type="datetimeFigureOut">
              <a:rPr lang="fr-FR" smtClean="0"/>
              <a:t>21/11/2015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6167-98EB-472A-97DA-910D33A628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5471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A10E-5218-44A4-BF84-B1B6063CDB29}" type="datetimeFigureOut">
              <a:rPr lang="fr-FR" smtClean="0"/>
              <a:t>21/11/2015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6167-98EB-472A-97DA-910D33A628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1390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A10E-5218-44A4-BF84-B1B6063CDB29}" type="datetimeFigureOut">
              <a:rPr lang="fr-FR" smtClean="0"/>
              <a:t>21/11/2015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6167-98EB-472A-97DA-910D33A628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636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A10E-5218-44A4-BF84-B1B6063CDB29}" type="datetimeFigureOut">
              <a:rPr lang="fr-FR" smtClean="0"/>
              <a:t>21/11/2015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6167-98EB-472A-97DA-910D33A628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321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A10E-5218-44A4-BF84-B1B6063CDB29}" type="datetimeFigureOut">
              <a:rPr lang="fr-FR" smtClean="0"/>
              <a:t>21/11/2015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6167-98EB-472A-97DA-910D33A628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5240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FA10E-5218-44A4-BF84-B1B6063CDB29}" type="datetimeFigureOut">
              <a:rPr lang="fr-FR" smtClean="0"/>
              <a:t>21/11/2015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E6167-98EB-472A-97DA-910D33A628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3957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7504" y="0"/>
            <a:ext cx="9036496" cy="7201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1-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Ray ô !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mba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faniriako</a:t>
            </a:r>
            <a:endParaRPr lang="en-GB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Raha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toa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ka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sitrakao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handova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lanitra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Dieny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ety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an-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tany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415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29564" y="260648"/>
            <a:ext cx="9036496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Kanefa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tsy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izaho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irery</a:t>
            </a:r>
            <a:endParaRPr lang="en-GB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F’ireo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‘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zay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mino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Anao</a:t>
            </a:r>
            <a:endParaRPr lang="en-GB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Hiaraka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amiko</a:t>
            </a:r>
            <a:endParaRPr lang="en-GB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  <a:cs typeface="Times New Roman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Hatrany</a:t>
            </a:r>
            <a:r>
              <a:rPr lang="en-GB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en-GB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hatrany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.</a:t>
            </a:r>
            <a:endParaRPr lang="en-GB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950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-34513"/>
            <a:ext cx="9115007" cy="7201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6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Ref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Endrey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fiainana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     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anilan-dRay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, 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  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Tompo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iray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  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Fanahy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iray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,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      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iraisana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avokoa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  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663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73318"/>
            <a:ext cx="9115007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‘Reo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asa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soa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,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iray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ny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fo</a:t>
            </a:r>
            <a:endParaRPr lang="en-GB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</a:t>
            </a:r>
            <a:r>
              <a:rPr lang="en-GB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Iray</a:t>
            </a:r>
            <a:r>
              <a:rPr lang="en-GB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ny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loha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, Ray ô !</a:t>
            </a:r>
            <a:endParaRPr lang="en-GB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  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Nahoana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moa e !</a:t>
            </a:r>
            <a:endParaRPr lang="en-GB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Raha</a:t>
            </a:r>
            <a:r>
              <a:rPr lang="en-GB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atomboka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endParaRPr lang="en-GB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  <a:cs typeface="Times New Roman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anio</a:t>
            </a:r>
            <a:r>
              <a:rPr lang="en-GB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?</a:t>
            </a:r>
            <a:endParaRPr lang="en-GB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014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9019" y="116632"/>
            <a:ext cx="9144000" cy="7201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6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2-</a:t>
            </a:r>
            <a:r>
              <a:rPr lang="en-GB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Ray ô !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mba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en-GB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faniriako</a:t>
            </a:r>
            <a:endParaRPr lang="en-GB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algn="ctr"/>
            <a:r>
              <a:rPr lang="en-GB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Raha</a:t>
            </a:r>
            <a:r>
              <a:rPr lang="en-GB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toa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ka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sitrakao</a:t>
            </a:r>
            <a:endParaRPr lang="en-GB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algn="ctr"/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  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Ny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ho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zanaka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manoa</a:t>
            </a:r>
            <a:endParaRPr lang="en-GB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algn="ctr"/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  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Feno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fahendrena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endParaRPr lang="en-GB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algn="ctr"/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  </a:t>
            </a:r>
          </a:p>
        </p:txBody>
      </p:sp>
    </p:spTree>
    <p:extLst>
      <p:ext uri="{BB962C8B-B14F-4D97-AF65-F5344CB8AC3E}">
        <p14:creationId xmlns:p14="http://schemas.microsoft.com/office/powerpoint/2010/main" val="3571856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9019" y="836712"/>
            <a:ext cx="9144000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Hilofo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hatrany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koa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hamita</a:t>
            </a:r>
            <a:endParaRPr lang="en-GB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algn="ctr"/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  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Ireo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asanao</a:t>
            </a:r>
            <a:endParaRPr lang="en-GB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algn="ctr"/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  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Ka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tsy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hirehareha</a:t>
            </a:r>
            <a:endParaRPr lang="en-GB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algn="ctr"/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  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Fa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hanetry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tena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.</a:t>
            </a:r>
            <a:endParaRPr lang="en-GB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622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-34513"/>
            <a:ext cx="9115007" cy="7201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6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Ref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Endrey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fiainana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     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anilan-dRay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, 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  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Tompo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iray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  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Fanahy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iray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,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      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iraisana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avokoa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  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686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73318"/>
            <a:ext cx="9115007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‘Reo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asa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soa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,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iray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ny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fo</a:t>
            </a:r>
            <a:endParaRPr lang="en-GB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</a:t>
            </a:r>
            <a:r>
              <a:rPr lang="en-GB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Iray</a:t>
            </a:r>
            <a:r>
              <a:rPr lang="en-GB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ny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loha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, Ray ô !</a:t>
            </a:r>
            <a:endParaRPr lang="en-GB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  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Nahoana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moa e !</a:t>
            </a:r>
            <a:endParaRPr lang="en-GB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Raha</a:t>
            </a:r>
            <a:r>
              <a:rPr lang="en-GB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atomboka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endParaRPr lang="en-GB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  <a:cs typeface="Times New Roman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anio</a:t>
            </a:r>
            <a:r>
              <a:rPr lang="en-GB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?</a:t>
            </a:r>
            <a:endParaRPr lang="en-GB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7699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49</Words>
  <Application>Microsoft Office PowerPoint</Application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Sweet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SWEET</dc:creator>
  <cp:lastModifiedBy>Domoina yrihat</cp:lastModifiedBy>
  <cp:revision>2</cp:revision>
  <dcterms:created xsi:type="dcterms:W3CDTF">2012-11-13T08:14:22Z</dcterms:created>
  <dcterms:modified xsi:type="dcterms:W3CDTF">2015-11-21T18:49:15Z</dcterms:modified>
</cp:coreProperties>
</file>