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5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82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30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3497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92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35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7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21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14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40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19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107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E7118-495D-4431-8BD0-70DCF457F566}" type="datetimeFigureOut">
              <a:rPr lang="fr-FR" smtClean="0"/>
              <a:t>09/12/2012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1B78A-CC6D-41F8-A810-5A353F7EF5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018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9511" y="353562"/>
            <a:ext cx="9122545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Vahoaka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sesehena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No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miara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-paly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izao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Miventy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ny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Antema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Dia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hira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vaovao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Injao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fiderana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Manakoako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ery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Maneho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fanajana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Ho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an’ilay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Mesia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.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30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08993" y="404664"/>
            <a:ext cx="925252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Iza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ary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no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tsy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hifaly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     (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Mifalia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,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mihobia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)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 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Hisaotra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ao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am-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po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     (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Misaotra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ao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am-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po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)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Fa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afa-doza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,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afa-jaly,afaka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ianao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  He,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famonjena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tokoa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7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08993" y="692696"/>
            <a:ext cx="925252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 O!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mihirà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,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mihobia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afaka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ianao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 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Teraka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ny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Tompo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tia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,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        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resy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ny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rafinao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.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38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157" y="133464"/>
            <a:ext cx="914400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2-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Tsy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ireo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Anjely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ihany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No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faly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am-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po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Ny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mpino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eto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an-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tany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Miravo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avokoa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Fa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indro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ny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Mpamonjy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Mpanjaka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be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fitia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Nietry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an-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tranon’omby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Hamonjy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ny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mania.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38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08993" y="404664"/>
            <a:ext cx="925252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Iza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ary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no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tsy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hifaly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       (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Mifalia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,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mihobia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)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   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Hisaotra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am-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po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       (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Misaotra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am-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po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)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 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Fa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afa-doza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,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afa-jaly,afaka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ianao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    He,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famonjena</a:t>
            </a: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 </a:t>
            </a:r>
            <a:r>
              <a:rPr kumimoji="0" lang="en-GB" sz="50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tokoa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0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itchFamily="34" charset="0"/>
                <a:cs typeface="Times New Roman" pitchFamily="18" charset="0"/>
              </a:rPr>
              <a:t>    </a:t>
            </a:r>
            <a:endParaRPr kumimoji="0" lang="en-GB" sz="50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60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08993" y="692696"/>
            <a:ext cx="925252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 O!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mihirà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,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mihobia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afaka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ianao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 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Teraka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ny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Tompo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tia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,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            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resy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ny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lang="en-GB" sz="5000" dirty="0" err="1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rafinao</a:t>
            </a:r>
            <a:r>
              <a:rPr lang="en-GB" sz="5000" dirty="0" smtClean="0">
                <a:solidFill>
                  <a:srgbClr val="002060"/>
                </a:solidFill>
                <a:latin typeface="Arial Black" pitchFamily="34" charset="0"/>
                <a:cs typeface="Times New Roman" pitchFamily="18" charset="0"/>
              </a:rPr>
              <a:t>.</a:t>
            </a:r>
            <a:endParaRPr lang="en-GB" sz="5000" dirty="0" smtClean="0">
              <a:solidFill>
                <a:srgbClr val="00206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036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</Words>
  <Application>Microsoft Office PowerPoint</Application>
  <PresentationFormat>Affichage à l'écran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user</cp:lastModifiedBy>
  <cp:revision>4</cp:revision>
  <dcterms:created xsi:type="dcterms:W3CDTF">2012-11-13T08:04:53Z</dcterms:created>
  <dcterms:modified xsi:type="dcterms:W3CDTF">2012-12-09T03:26:06Z</dcterms:modified>
</cp:coreProperties>
</file>