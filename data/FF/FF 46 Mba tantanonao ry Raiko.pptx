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510B-0AA7-4F68-9C7B-3AB60517C71D}" type="datetimeFigureOut">
              <a:rPr lang="fr-FR" smtClean="0"/>
              <a:t>15/09/2012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5242-11F7-4C66-A742-5B81E030A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7324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510B-0AA7-4F68-9C7B-3AB60517C71D}" type="datetimeFigureOut">
              <a:rPr lang="fr-FR" smtClean="0"/>
              <a:t>15/09/2012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5242-11F7-4C66-A742-5B81E030A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6273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510B-0AA7-4F68-9C7B-3AB60517C71D}" type="datetimeFigureOut">
              <a:rPr lang="fr-FR" smtClean="0"/>
              <a:t>15/09/2012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5242-11F7-4C66-A742-5B81E030A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3049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510B-0AA7-4F68-9C7B-3AB60517C71D}" type="datetimeFigureOut">
              <a:rPr lang="fr-FR" smtClean="0"/>
              <a:t>15/09/2012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5242-11F7-4C66-A742-5B81E030A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7419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510B-0AA7-4F68-9C7B-3AB60517C71D}" type="datetimeFigureOut">
              <a:rPr lang="fr-FR" smtClean="0"/>
              <a:t>15/09/2012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5242-11F7-4C66-A742-5B81E030A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8347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510B-0AA7-4F68-9C7B-3AB60517C71D}" type="datetimeFigureOut">
              <a:rPr lang="fr-FR" smtClean="0"/>
              <a:t>15/09/2012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5242-11F7-4C66-A742-5B81E030A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595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510B-0AA7-4F68-9C7B-3AB60517C71D}" type="datetimeFigureOut">
              <a:rPr lang="fr-FR" smtClean="0"/>
              <a:t>15/09/2012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5242-11F7-4C66-A742-5B81E030A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0744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510B-0AA7-4F68-9C7B-3AB60517C71D}" type="datetimeFigureOut">
              <a:rPr lang="fr-FR" smtClean="0"/>
              <a:t>15/09/2012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5242-11F7-4C66-A742-5B81E030A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5893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510B-0AA7-4F68-9C7B-3AB60517C71D}" type="datetimeFigureOut">
              <a:rPr lang="fr-FR" smtClean="0"/>
              <a:t>15/09/2012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5242-11F7-4C66-A742-5B81E030A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4159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510B-0AA7-4F68-9C7B-3AB60517C71D}" type="datetimeFigureOut">
              <a:rPr lang="fr-FR" smtClean="0"/>
              <a:t>15/09/2012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5242-11F7-4C66-A742-5B81E030A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3460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510B-0AA7-4F68-9C7B-3AB60517C71D}" type="datetimeFigureOut">
              <a:rPr lang="fr-FR" smtClean="0"/>
              <a:t>15/09/2012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15242-11F7-4C66-A742-5B81E030A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5899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0510B-0AA7-4F68-9C7B-3AB60517C71D}" type="datetimeFigureOut">
              <a:rPr lang="fr-FR" smtClean="0"/>
              <a:t>15/09/2012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15242-11F7-4C66-A742-5B81E030A9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1709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8155" y="512763"/>
            <a:ext cx="9115845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1-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tantanonao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Raiko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Izato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lalan-janakao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mifidy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haiko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maniry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indrindra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Hitanao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adi-tsaina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Mitambesatra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an-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doha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‘Zany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tsikin’ny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maraina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Toa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ela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vao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hifoha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084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8155" y="512766"/>
            <a:ext cx="9115845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dirty="0" smtClean="0">
                <a:solidFill>
                  <a:srgbClr val="0070C0"/>
                </a:solidFill>
                <a:latin typeface="Franklin Gothic Demi" pitchFamily="34" charset="0"/>
              </a:rPr>
              <a:t>2-</a:t>
            </a:r>
            <a:r>
              <a:rPr lang="en-GB" sz="4800" dirty="0" smtClean="0">
                <a:latin typeface="Franklin Gothic Demi" pitchFamily="34" charset="0"/>
              </a:rPr>
              <a:t> </a:t>
            </a:r>
            <a:r>
              <a:rPr lang="en-GB" sz="4800" dirty="0">
                <a:latin typeface="Franklin Gothic Demi" pitchFamily="34" charset="0"/>
              </a:rPr>
              <a:t>Moa </a:t>
            </a:r>
            <a:r>
              <a:rPr lang="en-GB" sz="4800" dirty="0" err="1">
                <a:latin typeface="Franklin Gothic Demi" pitchFamily="34" charset="0"/>
              </a:rPr>
              <a:t>diso</a:t>
            </a:r>
            <a:r>
              <a:rPr lang="en-GB" sz="4800" dirty="0">
                <a:latin typeface="Franklin Gothic Demi" pitchFamily="34" charset="0"/>
              </a:rPr>
              <a:t> 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  </a:t>
            </a:r>
            <a:r>
              <a:rPr lang="en-GB" sz="4800" dirty="0" err="1">
                <a:latin typeface="Franklin Gothic Demi" pitchFamily="34" charset="0"/>
              </a:rPr>
              <a:t>safidiko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Raha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mandroso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ka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mankao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Sa ‘</a:t>
            </a:r>
            <a:r>
              <a:rPr lang="en-GB" sz="4800" dirty="0" err="1">
                <a:latin typeface="Franklin Gothic Demi" pitchFamily="34" charset="0"/>
              </a:rPr>
              <a:t>ty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lalà-nofinidiko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Dia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tsy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ilay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voasoritrao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Tanteraho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faniriako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O ! </a:t>
            </a:r>
            <a:r>
              <a:rPr lang="en-GB" sz="4800" dirty="0" err="1">
                <a:latin typeface="Franklin Gothic Demi" pitchFamily="34" charset="0"/>
              </a:rPr>
              <a:t>ry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Tompo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tena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tia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Fa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ity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zavatra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iriko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Masina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amiko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doria</a:t>
            </a:r>
            <a:r>
              <a:rPr lang="en-GB" sz="4800" dirty="0">
                <a:latin typeface="Franklin Gothic Dem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9453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8155" y="512769"/>
            <a:ext cx="9115845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dirty="0" smtClean="0">
                <a:solidFill>
                  <a:srgbClr val="0070C0"/>
                </a:solidFill>
                <a:latin typeface="Franklin Gothic Demi" pitchFamily="34" charset="0"/>
              </a:rPr>
              <a:t>3-</a:t>
            </a:r>
            <a:r>
              <a:rPr lang="en-GB" sz="4800" dirty="0" smtClean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Nefa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raha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tsy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izay</a:t>
            </a:r>
            <a:r>
              <a:rPr lang="en-GB" sz="4800" dirty="0">
                <a:latin typeface="Franklin Gothic Demi" pitchFamily="34" charset="0"/>
              </a:rPr>
              <a:t> no </a:t>
            </a:r>
            <a:r>
              <a:rPr lang="en-GB" sz="4800" dirty="0" err="1">
                <a:latin typeface="Franklin Gothic Demi" pitchFamily="34" charset="0"/>
              </a:rPr>
              <a:t>didy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Namboarinao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ahy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Amboary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safidy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Sy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ratrako</a:t>
            </a:r>
            <a:r>
              <a:rPr lang="en-GB" sz="4800" dirty="0">
                <a:latin typeface="Franklin Gothic Demi" pitchFamily="34" charset="0"/>
              </a:rPr>
              <a:t> am-</a:t>
            </a:r>
            <a:r>
              <a:rPr lang="en-GB" sz="4800" dirty="0" err="1">
                <a:latin typeface="Franklin Gothic Demi" pitchFamily="34" charset="0"/>
              </a:rPr>
              <a:t>panahy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Atolorinao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hery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Hampijoro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izay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nikoa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Ka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sitranonao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fery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Sy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ratrako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ao</a:t>
            </a:r>
            <a:r>
              <a:rPr lang="en-GB" sz="4800" dirty="0">
                <a:latin typeface="Franklin Gothic Demi" pitchFamily="34" charset="0"/>
              </a:rPr>
              <a:t> am-</a:t>
            </a:r>
            <a:r>
              <a:rPr lang="en-GB" sz="4800" dirty="0" err="1">
                <a:latin typeface="Franklin Gothic Demi" pitchFamily="34" charset="0"/>
              </a:rPr>
              <a:t>po</a:t>
            </a:r>
            <a:r>
              <a:rPr lang="en-GB" sz="4800" dirty="0">
                <a:latin typeface="Franklin Gothic Dem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106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push dir="u"/>
      </p:transition>
    </mc:Choice>
    <mc:Fallback>
      <p:transition spd="slow">
        <p:push dir="u"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</Words>
  <Application>Microsoft Office PowerPoint</Application>
  <PresentationFormat>Affichage à l'écran (4:3)</PresentationFormat>
  <Paragraphs>24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Présentation PowerPoint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user</cp:lastModifiedBy>
  <cp:revision>3</cp:revision>
  <dcterms:created xsi:type="dcterms:W3CDTF">2012-11-13T08:28:36Z</dcterms:created>
  <dcterms:modified xsi:type="dcterms:W3CDTF">2012-09-15T05:52:38Z</dcterms:modified>
</cp:coreProperties>
</file>