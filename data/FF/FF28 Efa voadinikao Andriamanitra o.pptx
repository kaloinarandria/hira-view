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68" r:id="rId2"/>
  </p:sldMasterIdLst>
  <p:notesMasterIdLst>
    <p:notesMasterId r:id="rId13"/>
  </p:notesMasterIdLst>
  <p:sldIdLst>
    <p:sldId id="717" r:id="rId3"/>
    <p:sldId id="725" r:id="rId4"/>
    <p:sldId id="726" r:id="rId5"/>
    <p:sldId id="728" r:id="rId6"/>
    <p:sldId id="727" r:id="rId7"/>
    <p:sldId id="730" r:id="rId8"/>
    <p:sldId id="731" r:id="rId9"/>
    <p:sldId id="732" r:id="rId10"/>
    <p:sldId id="733" r:id="rId11"/>
    <p:sldId id="734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74" d="100"/>
          <a:sy n="74" d="100"/>
        </p:scale>
        <p:origin x="-43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15/02/2016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5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9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06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66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7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8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4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2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68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3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7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7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21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44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89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700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12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486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A47C5-A8FC-44E3-B40F-ACB506CDB2DF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15/02/2016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058-42DE-4B5A-9EC2-E4283189137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9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520" y="444321"/>
            <a:ext cx="9144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voadinikao</a:t>
            </a:r>
            <a:endParaRPr lang="en-US" sz="5000" b="1" kern="5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ô!</a:t>
            </a: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fiainanay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zanak’olombelona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misy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’</a:t>
            </a: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zay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miafina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amiko</a:t>
            </a:r>
            <a:endParaRPr lang="en-US" sz="5000" b="1" kern="5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hitanao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manendry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izany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ô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!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0332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692696"/>
            <a:ext cx="9144000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Indro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fikasako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voalahatrao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fiainako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rehetra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Aminao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fahotana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vitako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taminao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Mangataka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famelana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ô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!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620688"/>
            <a:ext cx="9144000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Aza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avela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aho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hangaihay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ampioreno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mafy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finoako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mamely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ahy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fakam-panahy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matoky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Anao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fanahiko</a:t>
            </a:r>
            <a:r>
              <a:rPr lang="en-US" sz="5000" b="1" kern="5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Medium" pitchFamily="34" charset="0"/>
                <a:ea typeface="Times New Roman"/>
              </a:rPr>
              <a:t>.</a:t>
            </a:r>
            <a:endParaRPr lang="en-US" sz="5000" b="1" kern="5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4932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971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nofoko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anie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malemy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sady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kely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Torovana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hery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ka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manahy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Meteza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anio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o!</a:t>
            </a:r>
          </a:p>
          <a:p>
            <a:pPr algn="ctr"/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hery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sy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toky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mandrakizay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.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069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no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vatolampy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sy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fiarovako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herinao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indro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izorako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foko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anatiko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fantatrao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raiso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zanakao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ô!</a:t>
            </a:r>
          </a:p>
        </p:txBody>
      </p:sp>
    </p:spTree>
    <p:extLst>
      <p:ext uri="{BB962C8B-B14F-4D97-AF65-F5344CB8AC3E}">
        <p14:creationId xmlns:p14="http://schemas.microsoft.com/office/powerpoint/2010/main" val="3988723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Aza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avela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hangaihay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ampioreno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mafy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finoako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Ka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mamely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fakam-panahy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matoky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fanahiko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.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707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971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nofoko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anie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malemy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sady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kely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Torovana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ampy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hery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ka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manahy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/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Meteza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anio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o!</a:t>
            </a:r>
          </a:p>
          <a:p>
            <a:pPr algn="ctr"/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hery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sy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toky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ahy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mandrakizay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.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6882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no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vatolampy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sy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fiarovako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herinao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indro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izorako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foko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anatiko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fantatrao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raiso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aho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ho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zanakao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ô!</a:t>
            </a:r>
          </a:p>
        </p:txBody>
      </p:sp>
    </p:spTree>
    <p:extLst>
      <p:ext uri="{BB962C8B-B14F-4D97-AF65-F5344CB8AC3E}">
        <p14:creationId xmlns:p14="http://schemas.microsoft.com/office/powerpoint/2010/main" val="3893240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520" y="0"/>
            <a:ext cx="9144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5000" b="1" i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(</a:t>
            </a:r>
            <a:r>
              <a:rPr lang="en-US" sz="5000" b="1" i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Voadinikao</a:t>
            </a:r>
            <a:r>
              <a:rPr lang="en-US" sz="5000" b="1" i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)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voadinikao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ô!</a:t>
            </a: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fiainanay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zanak’olombelona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misy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’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zay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miafina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amiko</a:t>
            </a:r>
            <a:endParaRPr lang="en-US" sz="5000" b="1" kern="50" dirty="0" smtClean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Tsy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hitanao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no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manendry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izany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spcBef>
                <a:spcPts val="1200"/>
              </a:spcBef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ô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!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0266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1687" y="2828"/>
            <a:ext cx="9144000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kern="50" dirty="0" err="1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Indro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fikasako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voalahatrao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fiainako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rehetra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Aminao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fahotana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vitako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taminao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Mangataka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famelana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Andriamanitra</a:t>
            </a:r>
            <a:r>
              <a:rPr lang="en-US" sz="5000" b="1" kern="50" dirty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 ô</a:t>
            </a:r>
            <a:r>
              <a:rPr lang="en-US" sz="5000" b="1" kern="50" dirty="0" smtClean="0">
                <a:solidFill>
                  <a:srgbClr val="002060"/>
                </a:solidFill>
                <a:latin typeface="Franklin Gothic Medium" pitchFamily="34" charset="0"/>
                <a:ea typeface="Times New Roman"/>
              </a:rPr>
              <a:t>!</a:t>
            </a:r>
            <a:endParaRPr lang="en-US" sz="5000" b="1" kern="50" dirty="0">
              <a:solidFill>
                <a:srgbClr val="002060"/>
              </a:solidFill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896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3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229</Words>
  <Application>Microsoft Office PowerPoint</Application>
  <PresentationFormat>Affichage à l'écran (4:3)</PresentationFormat>
  <Paragraphs>58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23_Thème Office</vt:lpstr>
      <vt:lpstr>9_Thème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Domoina yrihat</cp:lastModifiedBy>
  <cp:revision>237</cp:revision>
  <dcterms:created xsi:type="dcterms:W3CDTF">2011-10-19T12:35:50Z</dcterms:created>
  <dcterms:modified xsi:type="dcterms:W3CDTF">2016-02-15T13:26:59Z</dcterms:modified>
</cp:coreProperties>
</file>