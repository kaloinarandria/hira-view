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31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97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98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57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56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981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69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50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12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43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208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3EB8A-DADD-471F-9D90-DFDC74EA0A9D}" type="datetimeFigureOut">
              <a:rPr lang="fr-FR" smtClean="0"/>
              <a:t>14/12/2014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E6DC2-90B0-471A-A23B-0E1C2DE035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50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04664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Moa </a:t>
            </a:r>
            <a:r>
              <a:rPr kumimoji="0" lang="fr-FR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misy</a:t>
            </a: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va </a:t>
            </a:r>
            <a:r>
              <a:rPr kumimoji="0" lang="fr-FR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ety</a:t>
            </a: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fr-F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?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be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fitia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rehetra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lasanao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Ray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ô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Jereo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‘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Zanakao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miantoraka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4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04667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>
                <a:latin typeface="Franklin Gothic Demi" pitchFamily="34" charset="0"/>
              </a:rPr>
              <a:t>  Moa </a:t>
            </a:r>
            <a:r>
              <a:rPr lang="fr-FR" sz="4800" dirty="0" err="1">
                <a:latin typeface="Franklin Gothic Demi" pitchFamily="34" charset="0"/>
              </a:rPr>
              <a:t>misy</a:t>
            </a:r>
            <a:r>
              <a:rPr lang="fr-FR" sz="4800" dirty="0">
                <a:latin typeface="Franklin Gothic Demi" pitchFamily="34" charset="0"/>
              </a:rPr>
              <a:t> va </a:t>
            </a:r>
            <a:r>
              <a:rPr lang="fr-FR" sz="4800" dirty="0" err="1">
                <a:latin typeface="Franklin Gothic Demi" pitchFamily="34" charset="0"/>
              </a:rPr>
              <a:t>ety</a:t>
            </a:r>
            <a:r>
              <a:rPr lang="fr-FR" sz="4800" dirty="0">
                <a:latin typeface="Franklin Gothic Demi" pitchFamily="34" charset="0"/>
              </a:rPr>
              <a:t>,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 </a:t>
            </a:r>
            <a:r>
              <a:rPr lang="fr-FR" sz="4800" dirty="0" err="1">
                <a:latin typeface="Franklin Gothic Demi" pitchFamily="34" charset="0"/>
              </a:rPr>
              <a:t>iriko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toa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Anao</a:t>
            </a:r>
            <a:r>
              <a:rPr lang="fr-FR" sz="4800" dirty="0">
                <a:latin typeface="Franklin Gothic Demi" pitchFamily="34" charset="0"/>
              </a:rPr>
              <a:t> ?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Jesoa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Sakaiza</a:t>
            </a:r>
            <a:r>
              <a:rPr lang="fr-FR" sz="4800" dirty="0">
                <a:latin typeface="Franklin Gothic Demi" pitchFamily="34" charset="0"/>
              </a:rPr>
              <a:t>, </a:t>
            </a:r>
            <a:r>
              <a:rPr lang="fr-FR" sz="4800" dirty="0" err="1">
                <a:latin typeface="Franklin Gothic Demi" pitchFamily="34" charset="0"/>
              </a:rPr>
              <a:t>avia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Hianao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</a:t>
            </a:r>
            <a:r>
              <a:rPr lang="fr-FR" sz="4800" dirty="0" err="1">
                <a:latin typeface="Franklin Gothic Demi" pitchFamily="34" charset="0"/>
              </a:rPr>
              <a:t>hiara</a:t>
            </a:r>
            <a:r>
              <a:rPr lang="fr-FR" sz="4800" dirty="0">
                <a:latin typeface="Franklin Gothic Demi" pitchFamily="34" charset="0"/>
              </a:rPr>
              <a:t>-dia </a:t>
            </a:r>
            <a:r>
              <a:rPr lang="fr-FR" sz="4800" dirty="0" err="1">
                <a:latin typeface="Franklin Gothic Demi" pitchFamily="34" charset="0"/>
              </a:rPr>
              <a:t>izao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Ny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foko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tia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Anao</a:t>
            </a:r>
            <a:r>
              <a:rPr lang="fr-FR" sz="4800" dirty="0">
                <a:latin typeface="Franklin Gothic Demi" pitchFamily="34" charset="0"/>
              </a:rPr>
              <a:t>,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</a:t>
            </a:r>
            <a:r>
              <a:rPr lang="fr-FR" sz="4800" dirty="0" err="1">
                <a:latin typeface="Franklin Gothic Demi" pitchFamily="34" charset="0"/>
              </a:rPr>
              <a:t>oneno</a:t>
            </a:r>
            <a:r>
              <a:rPr lang="fr-FR" sz="4800" dirty="0">
                <a:latin typeface="Franklin Gothic Demi" pitchFamily="34" charset="0"/>
              </a:rPr>
              <a:t>, </a:t>
            </a:r>
            <a:r>
              <a:rPr lang="fr-FR" sz="4800" dirty="0" err="1">
                <a:latin typeface="Franklin Gothic Demi" pitchFamily="34" charset="0"/>
              </a:rPr>
              <a:t>anjakao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Tsy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hatakaloko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Hianao</a:t>
            </a:r>
            <a:r>
              <a:rPr lang="fr-FR" sz="4800" dirty="0">
                <a:latin typeface="Franklin Gothic Demi" pitchFamily="34" charset="0"/>
              </a:rPr>
              <a:t>,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 “</a:t>
            </a:r>
            <a:r>
              <a:rPr lang="fr-FR" sz="4800" dirty="0" err="1">
                <a:latin typeface="Franklin Gothic Demi" pitchFamily="34" charset="0"/>
              </a:rPr>
              <a:t>Ry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fiainako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vaovao</a:t>
            </a:r>
            <a:r>
              <a:rPr lang="fr-FR" sz="4800" dirty="0">
                <a:latin typeface="Franklin Gothic Demi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16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04670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  Moa </a:t>
            </a:r>
            <a:r>
              <a:rPr lang="en-GB" sz="4800" dirty="0" err="1">
                <a:latin typeface="Franklin Gothic Demi" pitchFamily="34" charset="0"/>
              </a:rPr>
              <a:t>misy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ety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</a:t>
            </a:r>
            <a:r>
              <a:rPr lang="en-GB" sz="4800" dirty="0" err="1">
                <a:latin typeface="Franklin Gothic Demi" pitchFamily="34" charset="0"/>
              </a:rPr>
              <a:t>iriko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r>
              <a:rPr lang="en-GB" sz="4800" dirty="0">
                <a:latin typeface="Franklin Gothic Demi" pitchFamily="34" charset="0"/>
              </a:rPr>
              <a:t> ?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Fanahy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hendry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ery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</a:t>
            </a:r>
            <a:r>
              <a:rPr lang="en-GB" sz="4800" dirty="0" err="1">
                <a:latin typeface="Franklin Gothic Demi" pitchFamily="34" charset="0"/>
              </a:rPr>
              <a:t>Mpanoro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rehetra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atao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foko</a:t>
            </a:r>
            <a:r>
              <a:rPr lang="en-GB" sz="4800" dirty="0">
                <a:latin typeface="Franklin Gothic Demi" pitchFamily="34" charset="0"/>
              </a:rPr>
              <a:t> he !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   </a:t>
            </a:r>
            <a:r>
              <a:rPr lang="en-GB" sz="4800" dirty="0" err="1">
                <a:latin typeface="Franklin Gothic Demi" pitchFamily="34" charset="0"/>
              </a:rPr>
              <a:t>Fanahy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Masina</a:t>
            </a:r>
            <a:r>
              <a:rPr lang="en-GB" sz="4800" dirty="0">
                <a:latin typeface="Franklin Gothic Demi" pitchFamily="34" charset="0"/>
              </a:rPr>
              <a:t> ô !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fiainako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ovay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</a:t>
            </a:r>
            <a:r>
              <a:rPr lang="en-GB" sz="4800" dirty="0" err="1">
                <a:latin typeface="Franklin Gothic Demi" pitchFamily="34" charset="0"/>
              </a:rPr>
              <a:t>ka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hamasinonao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095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04673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800" dirty="0">
                <a:latin typeface="Franklin Gothic Demi" pitchFamily="34" charset="0"/>
              </a:rPr>
              <a:t>Moa </a:t>
            </a:r>
            <a:r>
              <a:rPr lang="fr-FR" sz="4800" dirty="0" err="1">
                <a:latin typeface="Franklin Gothic Demi" pitchFamily="34" charset="0"/>
              </a:rPr>
              <a:t>misy</a:t>
            </a:r>
            <a:r>
              <a:rPr lang="fr-FR" sz="4800" dirty="0">
                <a:latin typeface="Franklin Gothic Demi" pitchFamily="34" charset="0"/>
              </a:rPr>
              <a:t> va </a:t>
            </a:r>
            <a:r>
              <a:rPr lang="fr-FR" sz="4800" dirty="0" err="1">
                <a:latin typeface="Franklin Gothic Demi" pitchFamily="34" charset="0"/>
              </a:rPr>
              <a:t>ety</a:t>
            </a:r>
            <a:r>
              <a:rPr lang="fr-FR" sz="4800" dirty="0">
                <a:latin typeface="Franklin Gothic Demi" pitchFamily="34" charset="0"/>
              </a:rPr>
              <a:t>,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</a:t>
            </a:r>
            <a:r>
              <a:rPr lang="fr-FR" sz="4800" dirty="0" err="1">
                <a:latin typeface="Franklin Gothic Demi" pitchFamily="34" charset="0"/>
              </a:rPr>
              <a:t>iriko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noho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ilay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Nesoina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tany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Kalvary</a:t>
            </a:r>
            <a:r>
              <a:rPr lang="fr-FR" sz="4800" dirty="0">
                <a:latin typeface="Franklin Gothic Demi" pitchFamily="34" charset="0"/>
              </a:rPr>
              <a:t> ? 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‘</a:t>
            </a:r>
            <a:r>
              <a:rPr lang="fr-FR" sz="4800" dirty="0" err="1">
                <a:latin typeface="Franklin Gothic Demi" pitchFamily="34" charset="0"/>
              </a:rPr>
              <a:t>lay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indrafon’ny</a:t>
            </a:r>
            <a:r>
              <a:rPr lang="fr-FR" sz="4800" dirty="0">
                <a:latin typeface="Franklin Gothic Demi" pitchFamily="34" charset="0"/>
              </a:rPr>
              <a:t> Ray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Jeso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malala</a:t>
            </a:r>
            <a:r>
              <a:rPr lang="fr-FR" sz="4800" dirty="0">
                <a:latin typeface="Franklin Gothic Demi" pitchFamily="34" charset="0"/>
              </a:rPr>
              <a:t> ô !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</a:t>
            </a:r>
            <a:r>
              <a:rPr lang="fr-FR" sz="4800" dirty="0" err="1">
                <a:latin typeface="Franklin Gothic Demi" pitchFamily="34" charset="0"/>
              </a:rPr>
              <a:t>Endrey</a:t>
            </a:r>
            <a:r>
              <a:rPr lang="fr-FR" sz="4800" dirty="0">
                <a:latin typeface="Franklin Gothic Demi" pitchFamily="34" charset="0"/>
              </a:rPr>
              <a:t> ‘</a:t>
            </a:r>
            <a:r>
              <a:rPr lang="fr-FR" sz="4800" dirty="0" err="1">
                <a:latin typeface="Franklin Gothic Demi" pitchFamily="34" charset="0"/>
              </a:rPr>
              <a:t>ty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vitanao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 </a:t>
            </a:r>
            <a:r>
              <a:rPr lang="fr-FR" sz="4800" dirty="0" err="1">
                <a:latin typeface="Franklin Gothic Demi" pitchFamily="34" charset="0"/>
              </a:rPr>
              <a:t>Hitanao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ny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hetahetako</a:t>
            </a:r>
            <a:endParaRPr lang="fr-FR" sz="4800" dirty="0" smtClean="0">
              <a:latin typeface="Franklin Gothic Demi" pitchFamily="34" charset="0"/>
            </a:endParaRPr>
          </a:p>
          <a:p>
            <a:pPr algn="ctr"/>
            <a:r>
              <a:rPr lang="fr-FR" sz="4800" dirty="0">
                <a:latin typeface="Franklin Gothic Demi" pitchFamily="34" charset="0"/>
              </a:rPr>
              <a:t>        </a:t>
            </a:r>
            <a:r>
              <a:rPr lang="fr-FR" sz="4800" dirty="0" err="1">
                <a:latin typeface="Franklin Gothic Demi" pitchFamily="34" charset="0"/>
              </a:rPr>
              <a:t>sy</a:t>
            </a:r>
            <a:r>
              <a:rPr lang="fr-FR" sz="4800" dirty="0">
                <a:latin typeface="Franklin Gothic Demi" pitchFamily="34" charset="0"/>
              </a:rPr>
              <a:t> </a:t>
            </a:r>
            <a:r>
              <a:rPr lang="fr-FR" sz="4800" dirty="0" err="1">
                <a:latin typeface="Franklin Gothic Demi" pitchFamily="34" charset="0"/>
              </a:rPr>
              <a:t>hasambarako</a:t>
            </a:r>
            <a:r>
              <a:rPr lang="fr-FR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762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</Words>
  <Application>Microsoft Office PowerPoint</Application>
  <PresentationFormat>Affichage à l'écran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user</cp:lastModifiedBy>
  <cp:revision>3</cp:revision>
  <dcterms:created xsi:type="dcterms:W3CDTF">2012-11-13T08:17:05Z</dcterms:created>
  <dcterms:modified xsi:type="dcterms:W3CDTF">2014-12-14T07:38:30Z</dcterms:modified>
</cp:coreProperties>
</file>