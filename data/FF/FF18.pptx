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68" r:id="rId2"/>
  </p:sldMasterIdLst>
  <p:notesMasterIdLst>
    <p:notesMasterId r:id="rId12"/>
  </p:notesMasterIdLst>
  <p:sldIdLst>
    <p:sldId id="717" r:id="rId3"/>
    <p:sldId id="725" r:id="rId4"/>
    <p:sldId id="731" r:id="rId5"/>
    <p:sldId id="726" r:id="rId6"/>
    <p:sldId id="732" r:id="rId7"/>
    <p:sldId id="733" r:id="rId8"/>
    <p:sldId id="728" r:id="rId9"/>
    <p:sldId id="734" r:id="rId10"/>
    <p:sldId id="73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5676"/>
    <a:srgbClr val="DF2F21"/>
    <a:srgbClr val="FF99FF"/>
    <a:srgbClr val="FF0000"/>
    <a:srgbClr val="FF0066"/>
    <a:srgbClr val="FFCC00"/>
    <a:srgbClr val="FF3399"/>
    <a:srgbClr val="699769"/>
    <a:srgbClr val="555931"/>
    <a:srgbClr val="D6E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8" autoAdjust="0"/>
    <p:restoredTop sz="94660"/>
  </p:normalViewPr>
  <p:slideViewPr>
    <p:cSldViewPr>
      <p:cViewPr varScale="1">
        <p:scale>
          <a:sx n="58" d="100"/>
          <a:sy n="58" d="100"/>
        </p:scale>
        <p:origin x="-84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FAD9-7128-491B-9F1F-59195DE4829F}" type="datetimeFigureOut">
              <a:rPr lang="fr-FR" smtClean="0"/>
              <a:t>27/08/2012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1142-CB40-4B39-95FC-2DE552AB7F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70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02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10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65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9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0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06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66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73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28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24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826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68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134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978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870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621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244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789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700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120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4866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3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0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27/08/2012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69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2520" y="0"/>
            <a:ext cx="914400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F </a:t>
            </a:r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18</a:t>
            </a:r>
            <a:endParaRPr lang="en-US" sz="3600" b="1" kern="50" dirty="0" smtClean="0">
              <a:solidFill>
                <a:schemeClr val="accent6">
                  <a:lumMod val="50000"/>
                </a:schemeClr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1-</a:t>
            </a:r>
            <a:r>
              <a:rPr lang="en-US" sz="36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Raha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tonga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andro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izay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itsarana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Amin'izay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fotoana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izay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Adinina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ianao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Ka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hiatrika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Ilay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Mpanjakanao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Efa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vonona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ve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ianao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0332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latin typeface="Arial Black" pitchFamily="34" charset="0"/>
              </a:rPr>
              <a:t>(</a:t>
            </a:r>
            <a:r>
              <a:rPr lang="en-US" sz="5000" dirty="0" err="1">
                <a:latin typeface="Arial Black" pitchFamily="34" charset="0"/>
              </a:rPr>
              <a:t>Ary</a:t>
            </a:r>
            <a:r>
              <a:rPr lang="en-US" sz="5000" dirty="0">
                <a:latin typeface="Arial Black" pitchFamily="34" charset="0"/>
              </a:rPr>
              <a:t> </a:t>
            </a:r>
            <a:r>
              <a:rPr lang="en-US" sz="5000" dirty="0" err="1">
                <a:latin typeface="Arial Black" pitchFamily="34" charset="0"/>
              </a:rPr>
              <a:t>koa</a:t>
            </a:r>
            <a:r>
              <a:rPr lang="en-US" sz="5000" dirty="0">
                <a:latin typeface="Arial Black" pitchFamily="34" charset="0"/>
              </a:rPr>
              <a:t>)</a:t>
            </a:r>
            <a:endParaRPr lang="fr-FR" sz="5000" dirty="0">
              <a:latin typeface="Arial Black" pitchFamily="34" charset="0"/>
            </a:endParaRPr>
          </a:p>
          <a:p>
            <a:pPr algn="ctr"/>
            <a:r>
              <a:rPr lang="en-US" sz="5000" spc="-150" dirty="0" err="1">
                <a:latin typeface="Arial Black" pitchFamily="34" charset="0"/>
              </a:rPr>
              <a:t>Efa</a:t>
            </a:r>
            <a:r>
              <a:rPr lang="en-US" sz="5000" spc="-150" dirty="0">
                <a:latin typeface="Arial Black" pitchFamily="34" charset="0"/>
              </a:rPr>
              <a:t> </a:t>
            </a:r>
            <a:r>
              <a:rPr lang="en-US" sz="5000" spc="-150" dirty="0" err="1">
                <a:latin typeface="Arial Black" pitchFamily="34" charset="0"/>
              </a:rPr>
              <a:t>ampy</a:t>
            </a:r>
            <a:r>
              <a:rPr lang="en-US" sz="5000" spc="-150" dirty="0">
                <a:latin typeface="Arial Black" pitchFamily="34" charset="0"/>
              </a:rPr>
              <a:t> </a:t>
            </a:r>
            <a:r>
              <a:rPr lang="en-US" sz="5000" spc="-150" dirty="0" err="1" smtClean="0">
                <a:latin typeface="Arial Black" pitchFamily="34" charset="0"/>
              </a:rPr>
              <a:t>ve</a:t>
            </a:r>
            <a:r>
              <a:rPr lang="en-US" sz="5000" spc="-150" dirty="0" smtClean="0">
                <a:latin typeface="Arial Black" pitchFamily="34" charset="0"/>
              </a:rPr>
              <a:t> </a:t>
            </a:r>
          </a:p>
          <a:p>
            <a:pPr algn="ctr"/>
            <a:r>
              <a:rPr lang="en-US" sz="5000" spc="-150" dirty="0" smtClean="0">
                <a:latin typeface="Arial Black" pitchFamily="34" charset="0"/>
              </a:rPr>
              <a:t>'</a:t>
            </a:r>
            <a:r>
              <a:rPr lang="en-US" sz="5000" spc="-150" dirty="0" err="1" smtClean="0">
                <a:latin typeface="Arial Black" pitchFamily="34" charset="0"/>
              </a:rPr>
              <a:t>Zay</a:t>
            </a:r>
            <a:r>
              <a:rPr lang="en-US" sz="5000" spc="-150" dirty="0" smtClean="0">
                <a:latin typeface="Arial Black" pitchFamily="34" charset="0"/>
              </a:rPr>
              <a:t> </a:t>
            </a:r>
            <a:r>
              <a:rPr lang="en-US" sz="5000" spc="-150" dirty="0" err="1">
                <a:latin typeface="Arial Black" pitchFamily="34" charset="0"/>
              </a:rPr>
              <a:t>anana</a:t>
            </a:r>
            <a:r>
              <a:rPr lang="en-US" sz="5000" spc="-300" dirty="0" err="1">
                <a:latin typeface="Arial Black" pitchFamily="34" charset="0"/>
              </a:rPr>
              <a:t>nao</a:t>
            </a:r>
            <a:endParaRPr lang="fr-FR" sz="5000" spc="-300" dirty="0">
              <a:latin typeface="Arial Black" pitchFamily="34" charset="0"/>
            </a:endParaRPr>
          </a:p>
          <a:p>
            <a:pPr algn="ctr"/>
            <a:r>
              <a:rPr lang="en-US" sz="5000" spc="-150" dirty="0" err="1">
                <a:latin typeface="Arial Black" pitchFamily="34" charset="0"/>
              </a:rPr>
              <a:t>Hiatrehanao</a:t>
            </a:r>
            <a:r>
              <a:rPr lang="en-US" sz="5000" spc="-150" dirty="0">
                <a:latin typeface="Arial Black" pitchFamily="34" charset="0"/>
              </a:rPr>
              <a:t> </a:t>
            </a:r>
            <a:endParaRPr lang="en-US" sz="5000" spc="-150" dirty="0" smtClean="0">
              <a:latin typeface="Arial Black" pitchFamily="34" charset="0"/>
            </a:endParaRPr>
          </a:p>
          <a:p>
            <a:pPr algn="ctr"/>
            <a:r>
              <a:rPr lang="en-US" sz="5000" spc="-150" dirty="0" err="1" smtClean="0">
                <a:latin typeface="Arial Black" pitchFamily="34" charset="0"/>
              </a:rPr>
              <a:t>ny</a:t>
            </a:r>
            <a:r>
              <a:rPr lang="en-US" sz="5000" spc="-150" dirty="0" smtClean="0">
                <a:latin typeface="Arial Black" pitchFamily="34" charset="0"/>
              </a:rPr>
              <a:t> </a:t>
            </a:r>
            <a:r>
              <a:rPr lang="en-US" sz="5000" spc="-150" dirty="0" err="1">
                <a:latin typeface="Arial Black" pitchFamily="34" charset="0"/>
              </a:rPr>
              <a:t>Tomponao</a:t>
            </a:r>
            <a:endParaRPr lang="fr-FR" sz="5000" spc="-150" dirty="0">
              <a:latin typeface="Arial Black" pitchFamily="34" charset="0"/>
            </a:endParaRPr>
          </a:p>
          <a:p>
            <a:pPr algn="ctr"/>
            <a:endParaRPr lang="en-US" sz="3200" dirty="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 smtClean="0">
                <a:solidFill>
                  <a:prstClr val="black"/>
                </a:solidFill>
                <a:latin typeface="Arial Black" pitchFamily="34" charset="0"/>
              </a:rPr>
              <a:t>Fihatsarambelatsihy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Aok'izay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dieny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ety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Fahafaham-baraka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en-US" sz="5000" dirty="0" err="1" smtClean="0">
                <a:solidFill>
                  <a:prstClr val="black"/>
                </a:solidFill>
                <a:latin typeface="Arial Black" pitchFamily="34" charset="0"/>
              </a:rPr>
              <a:t>anao</a:t>
            </a:r>
            <a:r>
              <a:rPr lang="en-US" sz="5000" dirty="0" smtClean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en-US" sz="5000" dirty="0" err="1" smtClean="0">
                <a:solidFill>
                  <a:prstClr val="black"/>
                </a:solidFill>
                <a:latin typeface="Arial Black" pitchFamily="34" charset="0"/>
              </a:rPr>
              <a:t>ka</a:t>
            </a:r>
            <a:r>
              <a:rPr lang="en-US" sz="50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ialao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Raha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toa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tianao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Ho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voavonjy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ianao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Afafazo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'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zay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voa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mendrika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83670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F </a:t>
            </a:r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18</a:t>
            </a:r>
            <a:endParaRPr lang="en-US" sz="3600" b="1" kern="50" dirty="0" smtClean="0">
              <a:solidFill>
                <a:schemeClr val="accent6">
                  <a:lumMod val="50000"/>
                </a:schemeClr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Franklin Gothic Medium" pitchFamily="34" charset="0"/>
                <a:ea typeface="Times New Roman"/>
              </a:rPr>
              <a:t>2-</a:t>
            </a:r>
            <a:r>
              <a:rPr lang="en-US" sz="36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spc="-30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Raha</a:t>
            </a:r>
            <a:r>
              <a:rPr lang="en-US" sz="5000" b="1" kern="50" spc="-30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spc="-30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tonga</a:t>
            </a:r>
            <a:r>
              <a:rPr lang="en-US" sz="5000" b="1" kern="50" spc="-30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spc="-30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spc="-30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spc="-30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andro</a:t>
            </a:r>
            <a:r>
              <a:rPr lang="en-US" sz="5000" b="1" kern="50" spc="-30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spc="-30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izay</a:t>
            </a:r>
            <a:endParaRPr lang="en-US" sz="5000" b="1" kern="50" spc="-30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Itsarana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Amin'izay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fotoana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izay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Adinina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ianao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Efa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ampy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ve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'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Zay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nafafinao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Mba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ho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voa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mendrika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tokoa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(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Ary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koa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)</a:t>
            </a: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Efa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tontosa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ve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anjaranao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hahameloka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anao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rahatrizay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3146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 smtClean="0">
                <a:solidFill>
                  <a:prstClr val="black"/>
                </a:solidFill>
                <a:latin typeface="Arial Black" pitchFamily="34" charset="0"/>
              </a:rPr>
              <a:t>Fihatsarambelatsihy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Aok'izay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dieny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ety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Fahafaham-baraka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en-US" sz="5000" dirty="0" err="1" smtClean="0">
                <a:solidFill>
                  <a:prstClr val="black"/>
                </a:solidFill>
                <a:latin typeface="Arial Black" pitchFamily="34" charset="0"/>
              </a:rPr>
              <a:t>anao</a:t>
            </a:r>
            <a:r>
              <a:rPr lang="en-US" sz="5000" dirty="0" smtClean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en-US" sz="5000" dirty="0" err="1" smtClean="0">
                <a:solidFill>
                  <a:prstClr val="black"/>
                </a:solidFill>
                <a:latin typeface="Arial Black" pitchFamily="34" charset="0"/>
              </a:rPr>
              <a:t>ka</a:t>
            </a:r>
            <a:r>
              <a:rPr lang="en-US" sz="50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ialao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Raha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toa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tianao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Ho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voavonjy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ianao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Afafazo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'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zay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voa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mendrika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3722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50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  <a:ea typeface="Times New Roman"/>
              </a:rPr>
              <a:t>F </a:t>
            </a:r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  <a:ea typeface="Times New Roman"/>
              </a:rPr>
              <a:t>18</a:t>
            </a:r>
            <a:endParaRPr lang="en-US" sz="3600" b="1" kern="50" dirty="0">
              <a:solidFill>
                <a:schemeClr val="accent6">
                  <a:lumMod val="50000"/>
                </a:schemeClr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3600" b="1" kern="50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  <a:ea typeface="Times New Roman"/>
              </a:rPr>
              <a:t>3 -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Raha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ho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avy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fotoana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Hodianao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Amim-boninahitra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Ho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an-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tranon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-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dRay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hatahotra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Na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hangovitra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lanao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,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raha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madio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fo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7069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(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Ary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koa</a:t>
            </a:r>
            <a:r>
              <a:rPr lang="en-US" sz="5000" b="1" kern="50" dirty="0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)</a:t>
            </a:r>
          </a:p>
          <a:p>
            <a:pPr algn="ctr"/>
            <a:r>
              <a:rPr lang="en-US" sz="5000" b="1" kern="50" dirty="0" err="1" smtClean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Satroboninahitra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mba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Io</a:t>
            </a:r>
          </a:p>
          <a:p>
            <a:pPr algn="ctr"/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No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an'ny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mpanompo</a:t>
            </a:r>
            <a:r>
              <a:rPr lang="en-US" sz="5000" b="1" kern="50" dirty="0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Arial Black" pitchFamily="34" charset="0"/>
                <a:ea typeface="Times New Roman"/>
              </a:rPr>
              <a:t>mahasoa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1891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 smtClean="0">
                <a:solidFill>
                  <a:prstClr val="black"/>
                </a:solidFill>
                <a:latin typeface="Arial Black" pitchFamily="34" charset="0"/>
              </a:rPr>
              <a:t>Fihatsarambelatsihy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Aok'izay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dieny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ety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Fahafaham-baraka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en-US" sz="5000" dirty="0" err="1" smtClean="0">
                <a:solidFill>
                  <a:prstClr val="black"/>
                </a:solidFill>
                <a:latin typeface="Arial Black" pitchFamily="34" charset="0"/>
              </a:rPr>
              <a:t>anao</a:t>
            </a:r>
            <a:r>
              <a:rPr lang="en-US" sz="5000" dirty="0" smtClean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en-US" sz="5000" dirty="0" err="1" smtClean="0">
                <a:solidFill>
                  <a:prstClr val="black"/>
                </a:solidFill>
                <a:latin typeface="Arial Black" pitchFamily="34" charset="0"/>
              </a:rPr>
              <a:t>ka</a:t>
            </a:r>
            <a:r>
              <a:rPr lang="en-US" sz="50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ialao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Raha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toa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tianao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Ho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voavonjy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ianao</a:t>
            </a:r>
            <a:endParaRPr lang="fr-FR" sz="5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Afafazo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'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zay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voa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n-US" sz="5000" dirty="0" err="1">
                <a:solidFill>
                  <a:prstClr val="black"/>
                </a:solidFill>
                <a:latin typeface="Arial Black" pitchFamily="34" charset="0"/>
              </a:rPr>
              <a:t>mendrika</a:t>
            </a:r>
            <a:r>
              <a:rPr lang="en-US" sz="5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n-US" sz="5000" b="1" kern="50" dirty="0">
              <a:solidFill>
                <a:srgbClr val="1A1A1A"/>
              </a:solidFill>
              <a:latin typeface="Arial Black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5203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3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9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2385</TotalTime>
  <Words>168</Words>
  <Application>Microsoft Office PowerPoint</Application>
  <PresentationFormat>Affichage à l'écran (4:3)</PresentationFormat>
  <Paragraphs>58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1" baseType="lpstr">
      <vt:lpstr>23_Thème Office</vt:lpstr>
      <vt:lpstr>9_Thème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Jules_Gerp</cp:lastModifiedBy>
  <cp:revision>235</cp:revision>
  <dcterms:created xsi:type="dcterms:W3CDTF">2011-10-19T12:35:50Z</dcterms:created>
  <dcterms:modified xsi:type="dcterms:W3CDTF">2012-08-27T11:20:32Z</dcterms:modified>
</cp:coreProperties>
</file>