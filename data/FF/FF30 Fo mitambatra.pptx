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790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56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21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16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97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86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85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1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896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910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11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3B134-104E-4373-9502-8C6167CDCEB8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22398-3DC0-488B-AFEA-366DFE66F5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1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58" y="0"/>
            <a:ext cx="9144000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mitambatra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iray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No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entina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eto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Mitrotro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Hohamasin’Andriamanitra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Hitombo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hery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hamerovero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koa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hifanaiky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ireo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olon-droa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hiombom-piainana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Na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inona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miseho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eto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an-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tany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vonona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hifampitantana</a:t>
            </a:r>
            <a:r>
              <a:rPr kumimoji="0" lang="en-GB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13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76672"/>
            <a:ext cx="93245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Ref</a:t>
            </a:r>
            <a:r>
              <a:rPr kumimoji="0" lang="en-GB" sz="48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toy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an’ilay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manolotra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aina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mandresy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fahotana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mandrakizay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doria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6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52536" y="-13675"/>
            <a:ext cx="9597608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2-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To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androany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‘Lay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nofinofy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izayniainanay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Taloha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indro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miara-belona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Miara-tsambatra,anivon’ny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‘Lay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niarahana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nikolo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hamafisina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doria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tehirizina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vaovao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Handrobona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hitombo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hasina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17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76672"/>
            <a:ext cx="93245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Ref</a:t>
            </a:r>
            <a:r>
              <a:rPr kumimoji="0" lang="en-GB" sz="4800" b="0" i="0" u="none" strike="noStrike" cap="none" normalizeH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toy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an’ilay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manolotra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aina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mandresy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fahotana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mandrakizay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doria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5995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</Words>
  <Application>Microsoft Office PowerPoint</Application>
  <PresentationFormat>Affichage à l'écran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3</cp:revision>
  <dcterms:created xsi:type="dcterms:W3CDTF">2012-11-13T07:40:32Z</dcterms:created>
  <dcterms:modified xsi:type="dcterms:W3CDTF">2012-11-13T07:44:31Z</dcterms:modified>
</cp:coreProperties>
</file>