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02EE6CA-D763-4C80-A919-460245CFA92C}" type="datetimeFigureOut">
              <a:rPr lang="fr-FR" smtClean="0"/>
              <a:t>01/09/2019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6C93681-7D6E-436A-A26D-45BED2E57EA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404664"/>
            <a:ext cx="903649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Efa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trotraky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adin-tsaina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mba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nahatsiaro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Anao</a:t>
            </a:r>
            <a:r>
              <a:rPr lang="en-GB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Menatr’aho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sahy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 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mitaraina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Jesoa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91880" y="-97651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C00000"/>
                </a:solidFill>
                <a:latin typeface="Franklin Gothic Demi" pitchFamily="34" charset="0"/>
              </a:rPr>
              <a:t>FF 20</a:t>
            </a:r>
            <a:endParaRPr lang="fr-FR" sz="3600" b="1" dirty="0">
              <a:solidFill>
                <a:srgbClr val="C00000"/>
              </a:solidFill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09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08520" y="217085"/>
            <a:ext cx="903649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Kanjo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tambitamby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safosafo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No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nasetrinao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ditrako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tsapako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novidianao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lafo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Tamin’ny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ranao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tenako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91880" y="-97651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C00000"/>
                </a:solidFill>
                <a:latin typeface="Franklin Gothic Demi" pitchFamily="34" charset="0"/>
              </a:rPr>
              <a:t>FF 20</a:t>
            </a:r>
            <a:endParaRPr lang="fr-FR" sz="3600" b="1" dirty="0">
              <a:solidFill>
                <a:srgbClr val="C00000"/>
              </a:solidFill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123079" y="476672"/>
            <a:ext cx="925252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Jeso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malalako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tafio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herinao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Hahaizako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mandresy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            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fankam-panahy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He!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tsinotsinona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           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tontonlo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izao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Fa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fanimbana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saina</a:t>
            </a:r>
            <a:r>
              <a:rPr kumimoji="0" lang="en-GB" sz="5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tena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fanahy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984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25570"/>
            <a:ext cx="914400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reharehako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     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ilay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tanambokovoko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Hihamina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anilanao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    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anie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foko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;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anilanao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      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misy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tolokoloko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Eo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no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mahatsara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ahy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r>
              <a:rPr kumimoji="0" lang="en-GB" sz="5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Jesoa</a:t>
            </a:r>
            <a:r>
              <a:rPr kumimoji="0" lang="en-GB" sz="5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kumimoji="0" lang="en-GB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797"/>
      </p:ext>
    </p:extLst>
  </p:cSld>
  <p:clrMapOvr>
    <a:masterClrMapping/>
  </p:clrMapOvr>
</p:sld>
</file>

<file path=ppt/theme/theme1.xml><?xml version="1.0" encoding="utf-8"?>
<a:theme xmlns:a="http://schemas.openxmlformats.org/drawingml/2006/main" name="Sillage">
  <a:themeElements>
    <a:clrScheme name="Sillage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illage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llage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8</TotalTime>
  <Words>10</Words>
  <Application>Microsoft Office PowerPoint</Application>
  <PresentationFormat>Affichage à l'écran (4:3)</PresentationFormat>
  <Paragraphs>25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Franklin Gothic Demi</vt:lpstr>
      <vt:lpstr>Georgia</vt:lpstr>
      <vt:lpstr>News701 BT</vt:lpstr>
      <vt:lpstr>Times New Roman</vt:lpstr>
      <vt:lpstr>Trebuchet MS</vt:lpstr>
      <vt:lpstr>Sillage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FJKM Mandrosoa ILAFY</cp:lastModifiedBy>
  <cp:revision>6</cp:revision>
  <dcterms:created xsi:type="dcterms:W3CDTF">2012-11-13T07:11:28Z</dcterms:created>
  <dcterms:modified xsi:type="dcterms:W3CDTF">2019-09-01T07:15:08Z</dcterms:modified>
</cp:coreProperties>
</file>