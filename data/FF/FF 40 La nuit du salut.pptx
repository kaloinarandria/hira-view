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2" r:id="rId7"/>
    <p:sldId id="260" r:id="rId8"/>
    <p:sldId id="263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51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BC881-3D5A-417E-ABE7-9BE9375AB0BD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AFE9C-E0B2-423B-8987-1B8BF8A0B10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87167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BC881-3D5A-417E-ABE7-9BE9375AB0BD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AFE9C-E0B2-423B-8987-1B8BF8A0B10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54430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BC881-3D5A-417E-ABE7-9BE9375AB0BD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AFE9C-E0B2-423B-8987-1B8BF8A0B10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6939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BC881-3D5A-417E-ABE7-9BE9375AB0BD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AFE9C-E0B2-423B-8987-1B8BF8A0B10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1704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BC881-3D5A-417E-ABE7-9BE9375AB0BD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AFE9C-E0B2-423B-8987-1B8BF8A0B10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232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BC881-3D5A-417E-ABE7-9BE9375AB0BD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AFE9C-E0B2-423B-8987-1B8BF8A0B10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104390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BC881-3D5A-417E-ABE7-9BE9375AB0BD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AFE9C-E0B2-423B-8987-1B8BF8A0B10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48138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BC881-3D5A-417E-ABE7-9BE9375AB0BD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AFE9C-E0B2-423B-8987-1B8BF8A0B10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538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BC881-3D5A-417E-ABE7-9BE9375AB0BD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AFE9C-E0B2-423B-8987-1B8BF8A0B10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8061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BC881-3D5A-417E-ABE7-9BE9375AB0BD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AFE9C-E0B2-423B-8987-1B8BF8A0B10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07955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BC881-3D5A-417E-ABE7-9BE9375AB0BD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AFE9C-E0B2-423B-8987-1B8BF8A0B10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2020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0BC881-3D5A-417E-ABE7-9BE9375AB0BD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8AFE9C-E0B2-423B-8987-1B8BF8A0B10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7676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-108520" y="179348"/>
            <a:ext cx="9144000" cy="6001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48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Franklin Gothic Demi" pitchFamily="34" charset="0"/>
                <a:cs typeface="Times New Roman" pitchFamily="18" charset="0"/>
              </a:rPr>
              <a:t>FF  40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48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Franklin Gothic Demi" pitchFamily="34" charset="0"/>
                <a:cs typeface="Times New Roman" pitchFamily="18" charset="0"/>
              </a:rPr>
              <a:t>1-</a:t>
            </a:r>
            <a:r>
              <a:rPr kumimoji="0" lang="fr-FR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C’était la nuit du salut</a:t>
            </a:r>
            <a:endParaRPr kumimoji="0" lang="fr-FR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On s’en souvient à présent</a:t>
            </a:r>
            <a:endParaRPr kumimoji="0" lang="fr-FR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Car le seigneur très riche</a:t>
            </a:r>
            <a:endParaRPr kumimoji="0" lang="fr-FR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Naquit en ce moment-là</a:t>
            </a:r>
            <a:endParaRPr kumimoji="0" lang="fr-FR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C’est un amour fort étonnant</a:t>
            </a:r>
            <a:endParaRPr kumimoji="0" lang="fr-FR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Que Dieu a bel et bien</a:t>
            </a:r>
            <a:endParaRPr kumimoji="0" lang="fr-FR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            montré</a:t>
            </a:r>
            <a:endParaRPr kumimoji="0" lang="fr-FR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75467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-108520" y="918014"/>
            <a:ext cx="914400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4800" dirty="0" err="1" smtClean="0">
                <a:solidFill>
                  <a:srgbClr val="0000FF"/>
                </a:solidFill>
                <a:latin typeface="Franklin Gothic Demi" pitchFamily="34" charset="0"/>
                <a:cs typeface="Times New Roman" pitchFamily="18" charset="0"/>
              </a:rPr>
              <a:t>Ref</a:t>
            </a:r>
            <a:r>
              <a:rPr lang="fr-FR" sz="4800" dirty="0">
                <a:latin typeface="Franklin Gothic Demi" pitchFamily="34" charset="0"/>
              </a:rPr>
              <a:t> </a:t>
            </a:r>
            <a:r>
              <a:rPr lang="fr-FR" sz="4800" dirty="0" smtClean="0">
                <a:latin typeface="Franklin Gothic Demi" pitchFamily="34" charset="0"/>
              </a:rPr>
              <a:t>:</a:t>
            </a:r>
            <a:r>
              <a:rPr lang="fr-FR" sz="4800" dirty="0">
                <a:latin typeface="Franklin Gothic Demi" pitchFamily="34" charset="0"/>
              </a:rPr>
              <a:t>   Le cœur est rempli</a:t>
            </a:r>
            <a:endParaRPr lang="fr-FR" sz="4800" dirty="0" smtClean="0">
              <a:latin typeface="Franklin Gothic Demi" pitchFamily="34" charset="0"/>
            </a:endParaRPr>
          </a:p>
          <a:p>
            <a:pPr algn="ctr"/>
            <a:r>
              <a:rPr lang="fr-FR" sz="4800" dirty="0">
                <a:latin typeface="Franklin Gothic Demi" pitchFamily="34" charset="0"/>
              </a:rPr>
              <a:t>        d’ immense gaieté</a:t>
            </a:r>
            <a:endParaRPr lang="fr-FR" sz="4800" dirty="0" smtClean="0">
              <a:latin typeface="Franklin Gothic Demi" pitchFamily="34" charset="0"/>
            </a:endParaRPr>
          </a:p>
          <a:p>
            <a:pPr algn="ctr"/>
            <a:r>
              <a:rPr lang="fr-FR" sz="4800" dirty="0">
                <a:latin typeface="Franklin Gothic Demi" pitchFamily="34" charset="0"/>
              </a:rPr>
              <a:t>     De joie, du bonheur éternel</a:t>
            </a:r>
            <a:endParaRPr lang="fr-FR" sz="4800" dirty="0" smtClean="0">
              <a:latin typeface="Franklin Gothic Demi" pitchFamily="34" charset="0"/>
            </a:endParaRPr>
          </a:p>
          <a:p>
            <a:pPr algn="ctr"/>
            <a:r>
              <a:rPr lang="fr-FR" sz="4800" dirty="0">
                <a:latin typeface="Franklin Gothic Demi" pitchFamily="34" charset="0"/>
              </a:rPr>
              <a:t>     On chante tout haut</a:t>
            </a:r>
            <a:endParaRPr lang="fr-FR" sz="4800" dirty="0" smtClean="0">
              <a:latin typeface="Franklin Gothic Demi" pitchFamily="34" charset="0"/>
            </a:endParaRPr>
          </a:p>
          <a:p>
            <a:pPr algn="ctr"/>
            <a:r>
              <a:rPr lang="fr-FR" sz="4800" dirty="0">
                <a:latin typeface="Franklin Gothic Demi" pitchFamily="34" charset="0"/>
              </a:rPr>
              <a:t>         la chanson du Ciel</a:t>
            </a:r>
            <a:endParaRPr lang="fr-FR" sz="4800" dirty="0" smtClean="0">
              <a:latin typeface="Franklin Gothic Demi" pitchFamily="34" charset="0"/>
            </a:endParaRPr>
          </a:p>
          <a:p>
            <a:pPr algn="ctr"/>
            <a:r>
              <a:rPr lang="fr-FR" sz="4800" dirty="0">
                <a:latin typeface="Franklin Gothic Demi" pitchFamily="34" charset="0"/>
              </a:rPr>
              <a:t>     </a:t>
            </a:r>
            <a:r>
              <a:rPr lang="fr-FR" sz="4800" dirty="0" err="1">
                <a:latin typeface="Franklin Gothic Demi" pitchFamily="34" charset="0"/>
              </a:rPr>
              <a:t>Haleluia</a:t>
            </a:r>
            <a:r>
              <a:rPr lang="fr-FR" sz="4800" dirty="0">
                <a:latin typeface="Franklin Gothic Demi" pitchFamily="34" charset="0"/>
              </a:rPr>
              <a:t> !</a:t>
            </a:r>
          </a:p>
        </p:txBody>
      </p:sp>
    </p:spTree>
    <p:extLst>
      <p:ext uri="{BB962C8B-B14F-4D97-AF65-F5344CB8AC3E}">
        <p14:creationId xmlns:p14="http://schemas.microsoft.com/office/powerpoint/2010/main" val="3877892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-108520" y="179353"/>
            <a:ext cx="9144000" cy="6001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4800" dirty="0" smtClean="0">
                <a:solidFill>
                  <a:srgbClr val="0070C0"/>
                </a:solidFill>
                <a:latin typeface="Franklin Gothic Demi" pitchFamily="34" charset="0"/>
              </a:rPr>
              <a:t>2- </a:t>
            </a:r>
            <a:r>
              <a:rPr lang="fr-FR" sz="4800" dirty="0">
                <a:latin typeface="Franklin Gothic Demi" pitchFamily="34" charset="0"/>
              </a:rPr>
              <a:t>C’était la nuit du salut</a:t>
            </a:r>
            <a:endParaRPr lang="fr-FR" sz="4800" dirty="0" smtClean="0">
              <a:latin typeface="Franklin Gothic Demi" pitchFamily="34" charset="0"/>
            </a:endParaRPr>
          </a:p>
          <a:p>
            <a:pPr algn="ctr"/>
            <a:r>
              <a:rPr lang="fr-FR" sz="4800" dirty="0">
                <a:latin typeface="Franklin Gothic Demi" pitchFamily="34" charset="0"/>
              </a:rPr>
              <a:t>   On s’en souvient à présent</a:t>
            </a:r>
            <a:endParaRPr lang="fr-FR" sz="4800" dirty="0" smtClean="0">
              <a:latin typeface="Franklin Gothic Demi" pitchFamily="34" charset="0"/>
            </a:endParaRPr>
          </a:p>
          <a:p>
            <a:pPr algn="ctr"/>
            <a:r>
              <a:rPr lang="fr-FR" sz="4800" dirty="0">
                <a:latin typeface="Franklin Gothic Demi" pitchFamily="34" charset="0"/>
              </a:rPr>
              <a:t>   J’ai conclu avec le Seigneur</a:t>
            </a:r>
            <a:endParaRPr lang="fr-FR" sz="4800" dirty="0" smtClean="0">
              <a:latin typeface="Franklin Gothic Demi" pitchFamily="34" charset="0"/>
            </a:endParaRPr>
          </a:p>
          <a:p>
            <a:pPr algn="ctr"/>
            <a:r>
              <a:rPr lang="fr-FR" sz="4800" dirty="0">
                <a:latin typeface="Franklin Gothic Demi" pitchFamily="34" charset="0"/>
              </a:rPr>
              <a:t>   Le pacte de la rédemption</a:t>
            </a:r>
            <a:endParaRPr lang="fr-FR" sz="4800" dirty="0" smtClean="0">
              <a:latin typeface="Franklin Gothic Demi" pitchFamily="34" charset="0"/>
            </a:endParaRPr>
          </a:p>
          <a:p>
            <a:pPr algn="ctr"/>
            <a:r>
              <a:rPr lang="fr-FR" sz="4800" dirty="0">
                <a:latin typeface="Franklin Gothic Demi" pitchFamily="34" charset="0"/>
              </a:rPr>
              <a:t>   À lui j’ai donné tout</a:t>
            </a:r>
            <a:endParaRPr lang="fr-FR" sz="4800" dirty="0" smtClean="0">
              <a:latin typeface="Franklin Gothic Demi" pitchFamily="34" charset="0"/>
            </a:endParaRPr>
          </a:p>
          <a:p>
            <a:pPr algn="ctr"/>
            <a:r>
              <a:rPr lang="fr-FR" sz="4800" dirty="0">
                <a:latin typeface="Franklin Gothic Demi" pitchFamily="34" charset="0"/>
              </a:rPr>
              <a:t>          mon corps</a:t>
            </a:r>
            <a:endParaRPr lang="fr-FR" sz="4800" dirty="0" smtClean="0">
              <a:latin typeface="Franklin Gothic Demi" pitchFamily="34" charset="0"/>
            </a:endParaRPr>
          </a:p>
          <a:p>
            <a:pPr algn="ctr"/>
            <a:r>
              <a:rPr lang="fr-FR" sz="4800" dirty="0">
                <a:latin typeface="Franklin Gothic Demi" pitchFamily="34" charset="0"/>
              </a:rPr>
              <a:t>   Pour moi, son sang est</a:t>
            </a:r>
            <a:endParaRPr lang="fr-FR" sz="4800" dirty="0" smtClean="0">
              <a:latin typeface="Franklin Gothic Demi" pitchFamily="34" charset="0"/>
            </a:endParaRPr>
          </a:p>
          <a:p>
            <a:pPr algn="ctr"/>
            <a:r>
              <a:rPr lang="fr-FR" sz="4800" dirty="0">
                <a:latin typeface="Franklin Gothic Demi" pitchFamily="34" charset="0"/>
              </a:rPr>
              <a:t>          mon rachat.</a:t>
            </a:r>
          </a:p>
        </p:txBody>
      </p:sp>
    </p:spTree>
    <p:extLst>
      <p:ext uri="{BB962C8B-B14F-4D97-AF65-F5344CB8AC3E}">
        <p14:creationId xmlns:p14="http://schemas.microsoft.com/office/powerpoint/2010/main" val="17015668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-108520" y="918014"/>
            <a:ext cx="914400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4800" dirty="0" err="1" smtClean="0">
                <a:solidFill>
                  <a:srgbClr val="0000FF"/>
                </a:solidFill>
                <a:latin typeface="Franklin Gothic Demi" pitchFamily="34" charset="0"/>
                <a:cs typeface="Times New Roman" pitchFamily="18" charset="0"/>
              </a:rPr>
              <a:t>Ref</a:t>
            </a:r>
            <a:r>
              <a:rPr lang="fr-FR" sz="4800" dirty="0">
                <a:latin typeface="Franklin Gothic Demi" pitchFamily="34" charset="0"/>
              </a:rPr>
              <a:t> </a:t>
            </a:r>
            <a:r>
              <a:rPr lang="fr-FR" sz="4800" dirty="0" smtClean="0">
                <a:latin typeface="Franklin Gothic Demi" pitchFamily="34" charset="0"/>
              </a:rPr>
              <a:t>:</a:t>
            </a:r>
            <a:r>
              <a:rPr lang="fr-FR" sz="4800" dirty="0">
                <a:latin typeface="Franklin Gothic Demi" pitchFamily="34" charset="0"/>
              </a:rPr>
              <a:t>   Le cœur est rempli</a:t>
            </a:r>
            <a:endParaRPr lang="fr-FR" sz="4800" dirty="0" smtClean="0">
              <a:latin typeface="Franklin Gothic Demi" pitchFamily="34" charset="0"/>
            </a:endParaRPr>
          </a:p>
          <a:p>
            <a:pPr algn="ctr"/>
            <a:r>
              <a:rPr lang="fr-FR" sz="4800" dirty="0">
                <a:latin typeface="Franklin Gothic Demi" pitchFamily="34" charset="0"/>
              </a:rPr>
              <a:t>        d’ immense gaieté</a:t>
            </a:r>
            <a:endParaRPr lang="fr-FR" sz="4800" dirty="0" smtClean="0">
              <a:latin typeface="Franklin Gothic Demi" pitchFamily="34" charset="0"/>
            </a:endParaRPr>
          </a:p>
          <a:p>
            <a:pPr algn="ctr"/>
            <a:r>
              <a:rPr lang="fr-FR" sz="4800" dirty="0">
                <a:latin typeface="Franklin Gothic Demi" pitchFamily="34" charset="0"/>
              </a:rPr>
              <a:t>     De joie, du bonheur éternel</a:t>
            </a:r>
            <a:endParaRPr lang="fr-FR" sz="4800" dirty="0" smtClean="0">
              <a:latin typeface="Franklin Gothic Demi" pitchFamily="34" charset="0"/>
            </a:endParaRPr>
          </a:p>
          <a:p>
            <a:pPr algn="ctr"/>
            <a:r>
              <a:rPr lang="fr-FR" sz="4800" dirty="0">
                <a:latin typeface="Franklin Gothic Demi" pitchFamily="34" charset="0"/>
              </a:rPr>
              <a:t>     On chante tout haut</a:t>
            </a:r>
            <a:endParaRPr lang="fr-FR" sz="4800" dirty="0" smtClean="0">
              <a:latin typeface="Franklin Gothic Demi" pitchFamily="34" charset="0"/>
            </a:endParaRPr>
          </a:p>
          <a:p>
            <a:pPr algn="ctr"/>
            <a:r>
              <a:rPr lang="fr-FR" sz="4800" dirty="0">
                <a:latin typeface="Franklin Gothic Demi" pitchFamily="34" charset="0"/>
              </a:rPr>
              <a:t>         la chanson du Ciel</a:t>
            </a:r>
            <a:endParaRPr lang="fr-FR" sz="4800" dirty="0" smtClean="0">
              <a:latin typeface="Franklin Gothic Demi" pitchFamily="34" charset="0"/>
            </a:endParaRPr>
          </a:p>
          <a:p>
            <a:pPr algn="ctr"/>
            <a:r>
              <a:rPr lang="fr-FR" sz="4800" dirty="0">
                <a:latin typeface="Franklin Gothic Demi" pitchFamily="34" charset="0"/>
              </a:rPr>
              <a:t>     </a:t>
            </a:r>
            <a:r>
              <a:rPr lang="fr-FR" sz="4800" dirty="0" err="1">
                <a:latin typeface="Franklin Gothic Demi" pitchFamily="34" charset="0"/>
              </a:rPr>
              <a:t>Haleluia</a:t>
            </a:r>
            <a:r>
              <a:rPr lang="fr-FR" sz="4800" dirty="0">
                <a:latin typeface="Franklin Gothic Demi" pitchFamily="34" charset="0"/>
              </a:rPr>
              <a:t> !</a:t>
            </a:r>
          </a:p>
        </p:txBody>
      </p:sp>
    </p:spTree>
    <p:extLst>
      <p:ext uri="{BB962C8B-B14F-4D97-AF65-F5344CB8AC3E}">
        <p14:creationId xmlns:p14="http://schemas.microsoft.com/office/powerpoint/2010/main" val="38310195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-108520" y="918019"/>
            <a:ext cx="914400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4800" dirty="0" smtClean="0">
                <a:solidFill>
                  <a:srgbClr val="0070C0"/>
                </a:solidFill>
                <a:latin typeface="Franklin Gothic Demi" pitchFamily="34" charset="0"/>
              </a:rPr>
              <a:t>3-</a:t>
            </a:r>
            <a:r>
              <a:rPr lang="fr-FR" sz="4800" dirty="0" smtClean="0">
                <a:latin typeface="Franklin Gothic Demi" pitchFamily="34" charset="0"/>
              </a:rPr>
              <a:t>C’était </a:t>
            </a:r>
            <a:r>
              <a:rPr lang="fr-FR" sz="4800" dirty="0">
                <a:latin typeface="Franklin Gothic Demi" pitchFamily="34" charset="0"/>
              </a:rPr>
              <a:t>la nuit du salut</a:t>
            </a:r>
            <a:endParaRPr lang="fr-FR" sz="4800" dirty="0" smtClean="0">
              <a:latin typeface="Franklin Gothic Demi" pitchFamily="34" charset="0"/>
            </a:endParaRPr>
          </a:p>
          <a:p>
            <a:pPr algn="ctr"/>
            <a:r>
              <a:rPr lang="fr-FR" sz="4800" dirty="0">
                <a:latin typeface="Franklin Gothic Demi" pitchFamily="34" charset="0"/>
              </a:rPr>
              <a:t>   On s’en souvient à présent</a:t>
            </a:r>
            <a:endParaRPr lang="fr-FR" sz="4800" dirty="0" smtClean="0">
              <a:latin typeface="Franklin Gothic Demi" pitchFamily="34" charset="0"/>
            </a:endParaRPr>
          </a:p>
          <a:p>
            <a:pPr algn="ctr"/>
            <a:r>
              <a:rPr lang="fr-FR" sz="4800" dirty="0">
                <a:latin typeface="Franklin Gothic Demi" pitchFamily="34" charset="0"/>
              </a:rPr>
              <a:t>   Des pécheurs innombrables</a:t>
            </a:r>
            <a:endParaRPr lang="fr-FR" sz="4800" dirty="0" smtClean="0">
              <a:latin typeface="Franklin Gothic Demi" pitchFamily="34" charset="0"/>
            </a:endParaRPr>
          </a:p>
          <a:p>
            <a:pPr algn="ctr"/>
            <a:r>
              <a:rPr lang="fr-FR" sz="4800" dirty="0">
                <a:latin typeface="Franklin Gothic Demi" pitchFamily="34" charset="0"/>
              </a:rPr>
              <a:t>   Héritent la belle vie</a:t>
            </a:r>
            <a:endParaRPr lang="fr-FR" sz="4800" dirty="0" smtClean="0">
              <a:latin typeface="Franklin Gothic Demi" pitchFamily="34" charset="0"/>
            </a:endParaRPr>
          </a:p>
          <a:p>
            <a:pPr algn="ctr"/>
            <a:r>
              <a:rPr lang="fr-FR" sz="4800" dirty="0">
                <a:latin typeface="Franklin Gothic Demi" pitchFamily="34" charset="0"/>
              </a:rPr>
              <a:t>   Cette nuit réconciliant</a:t>
            </a:r>
            <a:endParaRPr lang="fr-FR" sz="4800" dirty="0" smtClean="0">
              <a:latin typeface="Franklin Gothic Demi" pitchFamily="34" charset="0"/>
            </a:endParaRPr>
          </a:p>
          <a:p>
            <a:pPr algn="ctr"/>
            <a:r>
              <a:rPr lang="fr-FR" sz="4800" dirty="0">
                <a:latin typeface="Franklin Gothic Demi" pitchFamily="34" charset="0"/>
              </a:rPr>
              <a:t>   Était porteuse de la paix.</a:t>
            </a:r>
          </a:p>
        </p:txBody>
      </p:sp>
    </p:spTree>
    <p:extLst>
      <p:ext uri="{BB962C8B-B14F-4D97-AF65-F5344CB8AC3E}">
        <p14:creationId xmlns:p14="http://schemas.microsoft.com/office/powerpoint/2010/main" val="12604556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-108520" y="918014"/>
            <a:ext cx="914400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4800" dirty="0" err="1" smtClean="0">
                <a:solidFill>
                  <a:srgbClr val="0000FF"/>
                </a:solidFill>
                <a:latin typeface="Franklin Gothic Demi" pitchFamily="34" charset="0"/>
                <a:cs typeface="Times New Roman" pitchFamily="18" charset="0"/>
              </a:rPr>
              <a:t>Ref</a:t>
            </a:r>
            <a:r>
              <a:rPr lang="fr-FR" sz="4800" dirty="0">
                <a:latin typeface="Franklin Gothic Demi" pitchFamily="34" charset="0"/>
              </a:rPr>
              <a:t> </a:t>
            </a:r>
            <a:r>
              <a:rPr lang="fr-FR" sz="4800" dirty="0" smtClean="0">
                <a:latin typeface="Franklin Gothic Demi" pitchFamily="34" charset="0"/>
              </a:rPr>
              <a:t>:</a:t>
            </a:r>
            <a:r>
              <a:rPr lang="fr-FR" sz="4800" dirty="0">
                <a:latin typeface="Franklin Gothic Demi" pitchFamily="34" charset="0"/>
              </a:rPr>
              <a:t>   Le cœur est rempli</a:t>
            </a:r>
            <a:endParaRPr lang="fr-FR" sz="4800" dirty="0" smtClean="0">
              <a:latin typeface="Franklin Gothic Demi" pitchFamily="34" charset="0"/>
            </a:endParaRPr>
          </a:p>
          <a:p>
            <a:pPr algn="ctr"/>
            <a:r>
              <a:rPr lang="fr-FR" sz="4800" dirty="0">
                <a:latin typeface="Franklin Gothic Demi" pitchFamily="34" charset="0"/>
              </a:rPr>
              <a:t>        d’ immense gaieté</a:t>
            </a:r>
            <a:endParaRPr lang="fr-FR" sz="4800" dirty="0" smtClean="0">
              <a:latin typeface="Franklin Gothic Demi" pitchFamily="34" charset="0"/>
            </a:endParaRPr>
          </a:p>
          <a:p>
            <a:pPr algn="ctr"/>
            <a:r>
              <a:rPr lang="fr-FR" sz="4800" dirty="0">
                <a:latin typeface="Franklin Gothic Demi" pitchFamily="34" charset="0"/>
              </a:rPr>
              <a:t>     De joie, du bonheur éternel</a:t>
            </a:r>
            <a:endParaRPr lang="fr-FR" sz="4800" dirty="0" smtClean="0">
              <a:latin typeface="Franklin Gothic Demi" pitchFamily="34" charset="0"/>
            </a:endParaRPr>
          </a:p>
          <a:p>
            <a:pPr algn="ctr"/>
            <a:r>
              <a:rPr lang="fr-FR" sz="4800" dirty="0">
                <a:latin typeface="Franklin Gothic Demi" pitchFamily="34" charset="0"/>
              </a:rPr>
              <a:t>     On chante tout haut</a:t>
            </a:r>
            <a:endParaRPr lang="fr-FR" sz="4800" dirty="0" smtClean="0">
              <a:latin typeface="Franklin Gothic Demi" pitchFamily="34" charset="0"/>
            </a:endParaRPr>
          </a:p>
          <a:p>
            <a:pPr algn="ctr"/>
            <a:r>
              <a:rPr lang="fr-FR" sz="4800" dirty="0">
                <a:latin typeface="Franklin Gothic Demi" pitchFamily="34" charset="0"/>
              </a:rPr>
              <a:t>         la chanson du Ciel</a:t>
            </a:r>
            <a:endParaRPr lang="fr-FR" sz="4800" dirty="0" smtClean="0">
              <a:latin typeface="Franklin Gothic Demi" pitchFamily="34" charset="0"/>
            </a:endParaRPr>
          </a:p>
          <a:p>
            <a:pPr algn="ctr"/>
            <a:r>
              <a:rPr lang="fr-FR" sz="4800" dirty="0">
                <a:latin typeface="Franklin Gothic Demi" pitchFamily="34" charset="0"/>
              </a:rPr>
              <a:t>     </a:t>
            </a:r>
            <a:r>
              <a:rPr lang="fr-FR" sz="4800" dirty="0" err="1">
                <a:latin typeface="Franklin Gothic Demi" pitchFamily="34" charset="0"/>
              </a:rPr>
              <a:t>Haleluia</a:t>
            </a:r>
            <a:r>
              <a:rPr lang="fr-FR" sz="4800" dirty="0">
                <a:latin typeface="Franklin Gothic Demi" pitchFamily="34" charset="0"/>
              </a:rPr>
              <a:t> !</a:t>
            </a:r>
          </a:p>
        </p:txBody>
      </p:sp>
    </p:spTree>
    <p:extLst>
      <p:ext uri="{BB962C8B-B14F-4D97-AF65-F5344CB8AC3E}">
        <p14:creationId xmlns:p14="http://schemas.microsoft.com/office/powerpoint/2010/main" val="10137812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-108520" y="918021"/>
            <a:ext cx="914400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4800" dirty="0" smtClean="0">
                <a:solidFill>
                  <a:srgbClr val="0070C0"/>
                </a:solidFill>
                <a:latin typeface="Franklin Gothic Demi" pitchFamily="34" charset="0"/>
              </a:rPr>
              <a:t>4-</a:t>
            </a:r>
            <a:r>
              <a:rPr lang="fr-FR" sz="4800" dirty="0" smtClean="0">
                <a:latin typeface="Franklin Gothic Demi" pitchFamily="34" charset="0"/>
              </a:rPr>
              <a:t> </a:t>
            </a:r>
            <a:r>
              <a:rPr lang="fr-FR" sz="4800" dirty="0">
                <a:latin typeface="Franklin Gothic Demi" pitchFamily="34" charset="0"/>
              </a:rPr>
              <a:t>C’était la nuit du salut</a:t>
            </a:r>
            <a:endParaRPr lang="fr-FR" sz="4800" dirty="0" smtClean="0">
              <a:latin typeface="Franklin Gothic Demi" pitchFamily="34" charset="0"/>
            </a:endParaRPr>
          </a:p>
          <a:p>
            <a:pPr algn="ctr"/>
            <a:r>
              <a:rPr lang="fr-FR" sz="4800" dirty="0">
                <a:latin typeface="Franklin Gothic Demi" pitchFamily="34" charset="0"/>
              </a:rPr>
              <a:t>   On s’en souvient à présent</a:t>
            </a:r>
            <a:endParaRPr lang="fr-FR" sz="4800" dirty="0" smtClean="0">
              <a:latin typeface="Franklin Gothic Demi" pitchFamily="34" charset="0"/>
            </a:endParaRPr>
          </a:p>
          <a:p>
            <a:pPr algn="ctr"/>
            <a:r>
              <a:rPr lang="fr-FR" sz="4800" dirty="0">
                <a:latin typeface="Franklin Gothic Demi" pitchFamily="34" charset="0"/>
              </a:rPr>
              <a:t>   Mon Jésus s’est rabaissé</a:t>
            </a:r>
            <a:endParaRPr lang="fr-FR" sz="4800" dirty="0" smtClean="0">
              <a:latin typeface="Franklin Gothic Demi" pitchFamily="34" charset="0"/>
            </a:endParaRPr>
          </a:p>
          <a:p>
            <a:pPr algn="ctr"/>
            <a:r>
              <a:rPr lang="fr-FR" sz="4800" dirty="0">
                <a:latin typeface="Franklin Gothic Demi" pitchFamily="34" charset="0"/>
              </a:rPr>
              <a:t>   Par sa suprême pitié</a:t>
            </a:r>
            <a:endParaRPr lang="fr-FR" sz="4800" dirty="0" smtClean="0">
              <a:latin typeface="Franklin Gothic Demi" pitchFamily="34" charset="0"/>
            </a:endParaRPr>
          </a:p>
          <a:p>
            <a:pPr algn="ctr"/>
            <a:r>
              <a:rPr lang="fr-FR" sz="4800" dirty="0">
                <a:latin typeface="Franklin Gothic Demi" pitchFamily="34" charset="0"/>
              </a:rPr>
              <a:t>   O ! bel amour rendant égaux</a:t>
            </a:r>
            <a:endParaRPr lang="fr-FR" sz="4800" dirty="0" smtClean="0">
              <a:latin typeface="Franklin Gothic Demi" pitchFamily="34" charset="0"/>
            </a:endParaRPr>
          </a:p>
          <a:p>
            <a:pPr algn="ctr"/>
            <a:r>
              <a:rPr lang="fr-FR" sz="4800" dirty="0">
                <a:latin typeface="Franklin Gothic Demi" pitchFamily="34" charset="0"/>
              </a:rPr>
              <a:t>   Les riches et les malheureux.</a:t>
            </a:r>
          </a:p>
        </p:txBody>
      </p:sp>
    </p:spTree>
    <p:extLst>
      <p:ext uri="{BB962C8B-B14F-4D97-AF65-F5344CB8AC3E}">
        <p14:creationId xmlns:p14="http://schemas.microsoft.com/office/powerpoint/2010/main" val="39797244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-108520" y="918014"/>
            <a:ext cx="914400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4800" dirty="0" err="1" smtClean="0">
                <a:solidFill>
                  <a:srgbClr val="0000FF"/>
                </a:solidFill>
                <a:latin typeface="Franklin Gothic Demi" pitchFamily="34" charset="0"/>
                <a:cs typeface="Times New Roman" pitchFamily="18" charset="0"/>
              </a:rPr>
              <a:t>Ref</a:t>
            </a:r>
            <a:r>
              <a:rPr lang="fr-FR" sz="4800" dirty="0">
                <a:latin typeface="Franklin Gothic Demi" pitchFamily="34" charset="0"/>
              </a:rPr>
              <a:t> </a:t>
            </a:r>
            <a:r>
              <a:rPr lang="fr-FR" sz="4800" dirty="0" smtClean="0">
                <a:latin typeface="Franklin Gothic Demi" pitchFamily="34" charset="0"/>
              </a:rPr>
              <a:t>:</a:t>
            </a:r>
            <a:r>
              <a:rPr lang="fr-FR" sz="4800" dirty="0">
                <a:latin typeface="Franklin Gothic Demi" pitchFamily="34" charset="0"/>
              </a:rPr>
              <a:t>   Le cœur est rempli</a:t>
            </a:r>
            <a:endParaRPr lang="fr-FR" sz="4800" dirty="0" smtClean="0">
              <a:latin typeface="Franklin Gothic Demi" pitchFamily="34" charset="0"/>
            </a:endParaRPr>
          </a:p>
          <a:p>
            <a:pPr algn="ctr"/>
            <a:r>
              <a:rPr lang="fr-FR" sz="4800" dirty="0">
                <a:latin typeface="Franklin Gothic Demi" pitchFamily="34" charset="0"/>
              </a:rPr>
              <a:t>        d’ immense gaieté</a:t>
            </a:r>
            <a:endParaRPr lang="fr-FR" sz="4800" dirty="0" smtClean="0">
              <a:latin typeface="Franklin Gothic Demi" pitchFamily="34" charset="0"/>
            </a:endParaRPr>
          </a:p>
          <a:p>
            <a:pPr algn="ctr"/>
            <a:r>
              <a:rPr lang="fr-FR" sz="4800" dirty="0">
                <a:latin typeface="Franklin Gothic Demi" pitchFamily="34" charset="0"/>
              </a:rPr>
              <a:t>     De joie, du bonheur éternel</a:t>
            </a:r>
            <a:endParaRPr lang="fr-FR" sz="4800" dirty="0" smtClean="0">
              <a:latin typeface="Franklin Gothic Demi" pitchFamily="34" charset="0"/>
            </a:endParaRPr>
          </a:p>
          <a:p>
            <a:pPr algn="ctr"/>
            <a:r>
              <a:rPr lang="fr-FR" sz="4800" dirty="0">
                <a:latin typeface="Franklin Gothic Demi" pitchFamily="34" charset="0"/>
              </a:rPr>
              <a:t>     On chante tout haut</a:t>
            </a:r>
            <a:endParaRPr lang="fr-FR" sz="4800" dirty="0" smtClean="0">
              <a:latin typeface="Franklin Gothic Demi" pitchFamily="34" charset="0"/>
            </a:endParaRPr>
          </a:p>
          <a:p>
            <a:pPr algn="ctr"/>
            <a:r>
              <a:rPr lang="fr-FR" sz="4800" dirty="0">
                <a:latin typeface="Franklin Gothic Demi" pitchFamily="34" charset="0"/>
              </a:rPr>
              <a:t>         la chanson du Ciel</a:t>
            </a:r>
            <a:endParaRPr lang="fr-FR" sz="4800" dirty="0" smtClean="0">
              <a:latin typeface="Franklin Gothic Demi" pitchFamily="34" charset="0"/>
            </a:endParaRPr>
          </a:p>
          <a:p>
            <a:pPr algn="ctr"/>
            <a:r>
              <a:rPr lang="fr-FR" sz="4800" dirty="0">
                <a:latin typeface="Franklin Gothic Demi" pitchFamily="34" charset="0"/>
              </a:rPr>
              <a:t>     </a:t>
            </a:r>
            <a:r>
              <a:rPr lang="fr-FR" sz="4800" dirty="0" err="1">
                <a:latin typeface="Franklin Gothic Demi" pitchFamily="34" charset="0"/>
              </a:rPr>
              <a:t>Haleluia</a:t>
            </a:r>
            <a:r>
              <a:rPr lang="fr-FR" sz="4800" dirty="0">
                <a:latin typeface="Franklin Gothic Demi" pitchFamily="34" charset="0"/>
              </a:rPr>
              <a:t> !</a:t>
            </a:r>
          </a:p>
        </p:txBody>
      </p:sp>
    </p:spTree>
    <p:extLst>
      <p:ext uri="{BB962C8B-B14F-4D97-AF65-F5344CB8AC3E}">
        <p14:creationId xmlns:p14="http://schemas.microsoft.com/office/powerpoint/2010/main" val="346388119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29</Words>
  <Application>Microsoft Office PowerPoint</Application>
  <PresentationFormat>Affichage à l'écran (4:3)</PresentationFormat>
  <Paragraphs>52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Sweet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SWEET</dc:creator>
  <cp:lastModifiedBy>SWEET</cp:lastModifiedBy>
  <cp:revision>4</cp:revision>
  <dcterms:created xsi:type="dcterms:W3CDTF">2012-11-13T08:55:42Z</dcterms:created>
  <dcterms:modified xsi:type="dcterms:W3CDTF">2012-11-13T08:59:09Z</dcterms:modified>
</cp:coreProperties>
</file>