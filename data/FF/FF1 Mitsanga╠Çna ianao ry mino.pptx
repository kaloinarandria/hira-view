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6" r:id="rId2"/>
    <p:sldId id="368" r:id="rId3"/>
    <p:sldId id="288" r:id="rId4"/>
    <p:sldId id="365" r:id="rId5"/>
    <p:sldId id="364" r:id="rId6"/>
    <p:sldId id="369" r:id="rId7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3300"/>
    <a:srgbClr val="CC0000"/>
    <a:srgbClr val="FF3300"/>
    <a:srgbClr val="5F5F5F"/>
    <a:srgbClr val="666633"/>
    <a:srgbClr val="006699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58" d="100"/>
          <a:sy n="58" d="100"/>
        </p:scale>
        <p:origin x="-810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Modifiez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DD4B34-77A8-421E-A844-581F879F901E}" type="datetimeFigureOut">
              <a:rPr lang="fr-FR" smtClean="0"/>
              <a:t>10/08/2012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F8F804-435A-4C53-A6EF-414EB59F680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347926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DD4B34-77A8-421E-A844-581F879F901E}" type="datetimeFigureOut">
              <a:rPr lang="fr-FR" smtClean="0"/>
              <a:t>10/08/2012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F8F804-435A-4C53-A6EF-414EB59F680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067448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DD4B34-77A8-421E-A844-581F879F901E}" type="datetimeFigureOut">
              <a:rPr lang="fr-FR" smtClean="0"/>
              <a:t>10/08/2012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F8F804-435A-4C53-A6EF-414EB59F680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919341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DD4B34-77A8-421E-A844-581F879F901E}" type="datetimeFigureOut">
              <a:rPr lang="fr-FR" smtClean="0"/>
              <a:t>10/08/2012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F8F804-435A-4C53-A6EF-414EB59F680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074378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DD4B34-77A8-421E-A844-581F879F901E}" type="datetimeFigureOut">
              <a:rPr lang="fr-FR" smtClean="0"/>
              <a:t>10/08/2012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F8F804-435A-4C53-A6EF-414EB59F680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907818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DD4B34-77A8-421E-A844-581F879F901E}" type="datetimeFigureOut">
              <a:rPr lang="fr-FR" smtClean="0"/>
              <a:t>10/08/2012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F8F804-435A-4C53-A6EF-414EB59F680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282650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DD4B34-77A8-421E-A844-581F879F901E}" type="datetimeFigureOut">
              <a:rPr lang="fr-FR" smtClean="0"/>
              <a:t>10/08/2012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F8F804-435A-4C53-A6EF-414EB59F680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850901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DD4B34-77A8-421E-A844-581F879F901E}" type="datetimeFigureOut">
              <a:rPr lang="fr-FR" smtClean="0"/>
              <a:t>10/08/2012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F8F804-435A-4C53-A6EF-414EB59F680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537216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DD4B34-77A8-421E-A844-581F879F901E}" type="datetimeFigureOut">
              <a:rPr lang="fr-FR" smtClean="0"/>
              <a:t>10/08/2012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F8F804-435A-4C53-A6EF-414EB59F680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56695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DD4B34-77A8-421E-A844-581F879F901E}" type="datetimeFigureOut">
              <a:rPr lang="fr-FR" smtClean="0"/>
              <a:t>10/08/2012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F8F804-435A-4C53-A6EF-414EB59F680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718062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DD4B34-77A8-421E-A844-581F879F901E}" type="datetimeFigureOut">
              <a:rPr lang="fr-FR" smtClean="0"/>
              <a:t>10/08/2012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F8F804-435A-4C53-A6EF-414EB59F680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538954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DD4B34-77A8-421E-A844-581F879F901E}" type="datetimeFigureOut">
              <a:rPr lang="fr-FR" smtClean="0"/>
              <a:t>10/08/2012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F8F804-435A-4C53-A6EF-414EB59F680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938588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/>
          <p:cNvSpPr txBox="1"/>
          <p:nvPr/>
        </p:nvSpPr>
        <p:spPr>
          <a:xfrm>
            <a:off x="0" y="44624"/>
            <a:ext cx="9252520" cy="68018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600" b="1" dirty="0" smtClean="0">
                <a:solidFill>
                  <a:schemeClr val="accent6">
                    <a:lumMod val="50000"/>
                  </a:schemeClr>
                </a:solidFill>
                <a:latin typeface="Arial Black" pitchFamily="34" charset="0"/>
              </a:rPr>
              <a:t>F </a:t>
            </a:r>
            <a:r>
              <a:rPr lang="fr-FR" sz="3600" b="1" dirty="0" smtClean="0">
                <a:solidFill>
                  <a:schemeClr val="accent6">
                    <a:lumMod val="50000"/>
                  </a:schemeClr>
                </a:solidFill>
                <a:latin typeface="Arial Black" pitchFamily="34" charset="0"/>
              </a:rPr>
              <a:t>1 </a:t>
            </a:r>
          </a:p>
          <a:p>
            <a:pPr algn="ctr"/>
            <a:r>
              <a:rPr lang="fr-FR" sz="3600" b="1" dirty="0" smtClean="0">
                <a:solidFill>
                  <a:schemeClr val="accent6">
                    <a:lumMod val="50000"/>
                  </a:schemeClr>
                </a:solidFill>
                <a:latin typeface="Arial Black" pitchFamily="34" charset="0"/>
              </a:rPr>
              <a:t>1- </a:t>
            </a:r>
            <a:r>
              <a:rPr lang="fr-FR" sz="5000" b="1" dirty="0" err="1" smtClean="0">
                <a:latin typeface="Franklin Gothic Demi" pitchFamily="34" charset="0"/>
              </a:rPr>
              <a:t>Mitsangàna</a:t>
            </a:r>
            <a:r>
              <a:rPr lang="fr-FR" sz="5000" b="1" dirty="0" smtClean="0">
                <a:latin typeface="Franklin Gothic Demi" pitchFamily="34" charset="0"/>
              </a:rPr>
              <a:t> </a:t>
            </a:r>
            <a:r>
              <a:rPr lang="fr-FR" sz="5000" b="1" dirty="0" err="1">
                <a:latin typeface="Franklin Gothic Demi" pitchFamily="34" charset="0"/>
              </a:rPr>
              <a:t>ianao</a:t>
            </a:r>
            <a:r>
              <a:rPr lang="fr-FR" sz="5000" b="1" dirty="0">
                <a:latin typeface="Franklin Gothic Demi" pitchFamily="34" charset="0"/>
              </a:rPr>
              <a:t> </a:t>
            </a:r>
            <a:r>
              <a:rPr lang="fr-FR" sz="5000" b="1" dirty="0" err="1">
                <a:latin typeface="Franklin Gothic Demi" pitchFamily="34" charset="0"/>
              </a:rPr>
              <a:t>ry</a:t>
            </a:r>
            <a:r>
              <a:rPr lang="fr-FR" sz="5000" b="1" dirty="0">
                <a:latin typeface="Franklin Gothic Demi" pitchFamily="34" charset="0"/>
              </a:rPr>
              <a:t> </a:t>
            </a:r>
            <a:r>
              <a:rPr lang="fr-FR" sz="5000" b="1" dirty="0" err="1">
                <a:latin typeface="Franklin Gothic Demi" pitchFamily="34" charset="0"/>
              </a:rPr>
              <a:t>mino</a:t>
            </a:r>
            <a:endParaRPr lang="fr-FR" sz="5000" b="1" dirty="0">
              <a:latin typeface="Franklin Gothic Demi" pitchFamily="34" charset="0"/>
            </a:endParaRPr>
          </a:p>
          <a:p>
            <a:pPr algn="ctr"/>
            <a:r>
              <a:rPr lang="fr-FR" sz="5000" b="1" dirty="0">
                <a:latin typeface="Franklin Gothic Demi" pitchFamily="34" charset="0"/>
              </a:rPr>
              <a:t>Fa </a:t>
            </a:r>
            <a:r>
              <a:rPr lang="fr-FR" sz="5000" b="1" dirty="0" err="1">
                <a:latin typeface="Franklin Gothic Demi" pitchFamily="34" charset="0"/>
              </a:rPr>
              <a:t>ilain’ny</a:t>
            </a:r>
            <a:r>
              <a:rPr lang="fr-FR" sz="5000" b="1" dirty="0">
                <a:latin typeface="Franklin Gothic Demi" pitchFamily="34" charset="0"/>
              </a:rPr>
              <a:t> </a:t>
            </a:r>
            <a:r>
              <a:rPr lang="fr-FR" sz="5000" b="1" dirty="0" err="1">
                <a:latin typeface="Franklin Gothic Demi" pitchFamily="34" charset="0"/>
              </a:rPr>
              <a:t>taninao</a:t>
            </a:r>
            <a:endParaRPr lang="fr-FR" sz="5000" b="1" dirty="0">
              <a:latin typeface="Franklin Gothic Demi" pitchFamily="34" charset="0"/>
            </a:endParaRPr>
          </a:p>
          <a:p>
            <a:pPr algn="ctr"/>
            <a:r>
              <a:rPr lang="fr-FR" sz="5000" b="1" dirty="0" err="1">
                <a:latin typeface="Franklin Gothic Demi" pitchFamily="34" charset="0"/>
              </a:rPr>
              <a:t>Ny</a:t>
            </a:r>
            <a:r>
              <a:rPr lang="fr-FR" sz="5000" b="1" dirty="0">
                <a:latin typeface="Franklin Gothic Demi" pitchFamily="34" charset="0"/>
              </a:rPr>
              <a:t> </a:t>
            </a:r>
            <a:r>
              <a:rPr lang="fr-FR" sz="5000" b="1" dirty="0" err="1">
                <a:latin typeface="Franklin Gothic Demi" pitchFamily="34" charset="0"/>
              </a:rPr>
              <a:t>finoanao</a:t>
            </a:r>
            <a:r>
              <a:rPr lang="fr-FR" sz="5000" b="1" dirty="0">
                <a:latin typeface="Franklin Gothic Demi" pitchFamily="34" charset="0"/>
              </a:rPr>
              <a:t> </a:t>
            </a:r>
            <a:r>
              <a:rPr lang="fr-FR" sz="5000" b="1" dirty="0" err="1">
                <a:latin typeface="Franklin Gothic Demi" pitchFamily="34" charset="0"/>
              </a:rPr>
              <a:t>ifikiro</a:t>
            </a:r>
            <a:endParaRPr lang="fr-FR" sz="5000" b="1" dirty="0">
              <a:latin typeface="Franklin Gothic Demi" pitchFamily="34" charset="0"/>
            </a:endParaRPr>
          </a:p>
          <a:p>
            <a:pPr algn="ctr"/>
            <a:r>
              <a:rPr lang="fr-FR" sz="5000" b="1" dirty="0" err="1">
                <a:latin typeface="Franklin Gothic Demi" pitchFamily="34" charset="0"/>
              </a:rPr>
              <a:t>Mivonòna</a:t>
            </a:r>
            <a:r>
              <a:rPr lang="fr-FR" sz="5000" b="1" dirty="0">
                <a:latin typeface="Franklin Gothic Demi" pitchFamily="34" charset="0"/>
              </a:rPr>
              <a:t> </a:t>
            </a:r>
            <a:r>
              <a:rPr lang="fr-FR" sz="5000" b="1" dirty="0" err="1">
                <a:latin typeface="Franklin Gothic Demi" pitchFamily="34" charset="0"/>
              </a:rPr>
              <a:t>ianao</a:t>
            </a:r>
            <a:endParaRPr lang="fr-FR" sz="5000" b="1" dirty="0">
              <a:latin typeface="Franklin Gothic Demi" pitchFamily="34" charset="0"/>
            </a:endParaRPr>
          </a:p>
          <a:p>
            <a:pPr algn="ctr"/>
            <a:r>
              <a:rPr lang="fr-FR" sz="5000" b="1" dirty="0" err="1">
                <a:latin typeface="Franklin Gothic Demi" pitchFamily="34" charset="0"/>
              </a:rPr>
              <a:t>Ny</a:t>
            </a:r>
            <a:r>
              <a:rPr lang="fr-FR" sz="5000" b="1" dirty="0">
                <a:latin typeface="Franklin Gothic Demi" pitchFamily="34" charset="0"/>
              </a:rPr>
              <a:t> </a:t>
            </a:r>
            <a:r>
              <a:rPr lang="fr-FR" sz="5000" b="1" dirty="0" err="1">
                <a:latin typeface="Franklin Gothic Demi" pitchFamily="34" charset="0"/>
              </a:rPr>
              <a:t>ady</a:t>
            </a:r>
            <a:r>
              <a:rPr lang="fr-FR" sz="5000" b="1" dirty="0">
                <a:latin typeface="Franklin Gothic Demi" pitchFamily="34" charset="0"/>
              </a:rPr>
              <a:t> </a:t>
            </a:r>
            <a:r>
              <a:rPr lang="fr-FR" sz="5000" b="1" dirty="0" err="1">
                <a:latin typeface="Franklin Gothic Demi" pitchFamily="34" charset="0"/>
              </a:rPr>
              <a:t>anatrehanao</a:t>
            </a:r>
            <a:r>
              <a:rPr lang="fr-FR" sz="5000" b="1" dirty="0">
                <a:latin typeface="Franklin Gothic Demi" pitchFamily="34" charset="0"/>
              </a:rPr>
              <a:t> </a:t>
            </a:r>
            <a:r>
              <a:rPr lang="fr-FR" sz="5000" b="1" dirty="0" err="1">
                <a:latin typeface="Franklin Gothic Demi" pitchFamily="34" charset="0"/>
              </a:rPr>
              <a:t>tsy</a:t>
            </a:r>
            <a:r>
              <a:rPr lang="fr-FR" sz="5000" b="1" dirty="0">
                <a:latin typeface="Franklin Gothic Demi" pitchFamily="34" charset="0"/>
              </a:rPr>
              <a:t> </a:t>
            </a:r>
            <a:r>
              <a:rPr lang="fr-FR" sz="5000" b="1" dirty="0" err="1">
                <a:latin typeface="Franklin Gothic Demi" pitchFamily="34" charset="0"/>
              </a:rPr>
              <a:t>mora</a:t>
            </a:r>
            <a:endParaRPr lang="fr-FR" sz="5000" b="1" dirty="0">
              <a:latin typeface="Franklin Gothic Demi" pitchFamily="34" charset="0"/>
            </a:endParaRPr>
          </a:p>
          <a:p>
            <a:pPr algn="ctr"/>
            <a:r>
              <a:rPr lang="fr-FR" sz="5000" b="1" dirty="0">
                <a:latin typeface="Franklin Gothic Demi" pitchFamily="34" charset="0"/>
              </a:rPr>
              <a:t>Tena </a:t>
            </a:r>
            <a:r>
              <a:rPr lang="fr-FR" sz="5000" b="1" dirty="0" err="1">
                <a:latin typeface="Franklin Gothic Demi" pitchFamily="34" charset="0"/>
              </a:rPr>
              <a:t>sarotra</a:t>
            </a:r>
            <a:r>
              <a:rPr lang="fr-FR" sz="5000" b="1" dirty="0">
                <a:latin typeface="Franklin Gothic Demi" pitchFamily="34" charset="0"/>
              </a:rPr>
              <a:t> </a:t>
            </a:r>
            <a:r>
              <a:rPr lang="fr-FR" sz="5000" b="1" dirty="0" err="1">
                <a:latin typeface="Franklin Gothic Demi" pitchFamily="34" charset="0"/>
              </a:rPr>
              <a:t>tokoa</a:t>
            </a:r>
            <a:endParaRPr lang="fr-FR" sz="5000" b="1" dirty="0">
              <a:latin typeface="Franklin Gothic Demi" pitchFamily="34" charset="0"/>
            </a:endParaRPr>
          </a:p>
          <a:p>
            <a:pPr algn="ctr"/>
            <a:r>
              <a:rPr lang="fr-FR" sz="5000" b="1" dirty="0" err="1">
                <a:latin typeface="Franklin Gothic Demi" pitchFamily="34" charset="0"/>
              </a:rPr>
              <a:t>Nefa</a:t>
            </a:r>
            <a:r>
              <a:rPr lang="fr-FR" sz="5000" b="1" dirty="0">
                <a:latin typeface="Franklin Gothic Demi" pitchFamily="34" charset="0"/>
              </a:rPr>
              <a:t> </a:t>
            </a:r>
            <a:r>
              <a:rPr lang="fr-FR" sz="5000" b="1" dirty="0" err="1">
                <a:latin typeface="Franklin Gothic Demi" pitchFamily="34" charset="0"/>
              </a:rPr>
              <a:t>toy</a:t>
            </a:r>
            <a:r>
              <a:rPr lang="fr-FR" sz="5000" b="1" dirty="0">
                <a:latin typeface="Franklin Gothic Demi" pitchFamily="34" charset="0"/>
              </a:rPr>
              <a:t>, </a:t>
            </a:r>
            <a:r>
              <a:rPr lang="fr-FR" sz="5000" b="1" dirty="0" err="1">
                <a:latin typeface="Franklin Gothic Demi" pitchFamily="34" charset="0"/>
              </a:rPr>
              <a:t>lay</a:t>
            </a:r>
            <a:r>
              <a:rPr lang="fr-FR" sz="5000" b="1" dirty="0">
                <a:latin typeface="Franklin Gothic Demi" pitchFamily="34" charset="0"/>
              </a:rPr>
              <a:t> tao </a:t>
            </a:r>
            <a:r>
              <a:rPr lang="fr-FR" sz="5000" b="1" dirty="0" err="1">
                <a:latin typeface="Franklin Gothic Demi" pitchFamily="34" charset="0"/>
              </a:rPr>
              <a:t>Edoma</a:t>
            </a:r>
            <a:endParaRPr lang="fr-FR" sz="5000" b="1" dirty="0">
              <a:latin typeface="Franklin Gothic Demi" pitchFamily="34" charset="0"/>
            </a:endParaRPr>
          </a:p>
          <a:p>
            <a:pPr algn="ctr"/>
            <a:r>
              <a:rPr lang="fr-FR" sz="5000" b="1" dirty="0">
                <a:latin typeface="Franklin Gothic Demi" pitchFamily="34" charset="0"/>
              </a:rPr>
              <a:t>‘Lay </a:t>
            </a:r>
            <a:r>
              <a:rPr lang="fr-FR" sz="5000" b="1" dirty="0" err="1">
                <a:latin typeface="Franklin Gothic Demi" pitchFamily="34" charset="0"/>
              </a:rPr>
              <a:t>mahery</a:t>
            </a:r>
            <a:r>
              <a:rPr lang="fr-FR" sz="5000" b="1" dirty="0">
                <a:latin typeface="Franklin Gothic Demi" pitchFamily="34" charset="0"/>
              </a:rPr>
              <a:t> </a:t>
            </a:r>
            <a:r>
              <a:rPr lang="fr-FR" sz="5000" b="1" dirty="0" err="1">
                <a:latin typeface="Franklin Gothic Demi" pitchFamily="34" charset="0"/>
              </a:rPr>
              <a:t>momba</a:t>
            </a:r>
            <a:r>
              <a:rPr lang="fr-FR" sz="5000" b="1" dirty="0">
                <a:latin typeface="Franklin Gothic Demi" pitchFamily="34" charset="0"/>
              </a:rPr>
              <a:t> </a:t>
            </a:r>
            <a:r>
              <a:rPr lang="fr-FR" sz="5000" b="1" dirty="0" err="1">
                <a:latin typeface="Franklin Gothic Demi" pitchFamily="34" charset="0"/>
              </a:rPr>
              <a:t>anao</a:t>
            </a:r>
            <a:r>
              <a:rPr lang="fr-FR" sz="5000" b="1" dirty="0">
                <a:latin typeface="Franklin Gothic Demi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044638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/>
          <p:cNvSpPr txBox="1"/>
          <p:nvPr/>
        </p:nvSpPr>
        <p:spPr>
          <a:xfrm>
            <a:off x="0" y="0"/>
            <a:ext cx="9144000" cy="68018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600" b="1" dirty="0" err="1" smtClean="0">
                <a:solidFill>
                  <a:srgbClr val="F79646">
                    <a:lumMod val="50000"/>
                  </a:srgbClr>
                </a:solidFill>
                <a:latin typeface="Arial Black" pitchFamily="34" charset="0"/>
              </a:rPr>
              <a:t>Fiv</a:t>
            </a:r>
            <a:r>
              <a:rPr lang="fr-FR" sz="3600" b="1" dirty="0" smtClean="0">
                <a:solidFill>
                  <a:srgbClr val="F79646">
                    <a:lumMod val="50000"/>
                  </a:srgbClr>
                </a:solidFill>
                <a:latin typeface="Arial Black" pitchFamily="34" charset="0"/>
              </a:rPr>
              <a:t>. </a:t>
            </a:r>
          </a:p>
          <a:p>
            <a:pPr algn="ctr"/>
            <a:r>
              <a:rPr lang="fr-FR" sz="5000" b="1" spc="300" dirty="0" err="1" smtClean="0">
                <a:solidFill>
                  <a:prstClr val="black"/>
                </a:solidFill>
                <a:latin typeface="Franklin Gothic Demi" pitchFamily="34" charset="0"/>
              </a:rPr>
              <a:t>Mbola</a:t>
            </a:r>
            <a:r>
              <a:rPr lang="fr-FR" sz="5000" b="1" spc="300" dirty="0" smtClean="0">
                <a:solidFill>
                  <a:prstClr val="black"/>
                </a:solidFill>
                <a:latin typeface="Franklin Gothic Demi" pitchFamily="34" charset="0"/>
              </a:rPr>
              <a:t> </a:t>
            </a:r>
            <a:r>
              <a:rPr lang="fr-FR" sz="5000" b="1" spc="300" dirty="0">
                <a:solidFill>
                  <a:prstClr val="black"/>
                </a:solidFill>
                <a:latin typeface="Franklin Gothic Demi" pitchFamily="34" charset="0"/>
              </a:rPr>
              <a:t>ho </a:t>
            </a:r>
            <a:r>
              <a:rPr lang="fr-FR" sz="5000" b="1" spc="300" dirty="0" err="1">
                <a:solidFill>
                  <a:prstClr val="black"/>
                </a:solidFill>
                <a:latin typeface="Franklin Gothic Demi" pitchFamily="34" charset="0"/>
              </a:rPr>
              <a:t>avy</a:t>
            </a:r>
            <a:r>
              <a:rPr lang="fr-FR" sz="5000" b="1" spc="300" dirty="0">
                <a:solidFill>
                  <a:prstClr val="black"/>
                </a:solidFill>
                <a:latin typeface="Franklin Gothic Demi" pitchFamily="34" charset="0"/>
              </a:rPr>
              <a:t> </a:t>
            </a:r>
            <a:r>
              <a:rPr lang="fr-FR" sz="5000" b="1" spc="300" dirty="0" err="1">
                <a:solidFill>
                  <a:prstClr val="black"/>
                </a:solidFill>
                <a:latin typeface="Franklin Gothic Demi" pitchFamily="34" charset="0"/>
              </a:rPr>
              <a:t>ny</a:t>
            </a:r>
            <a:r>
              <a:rPr lang="fr-FR" sz="5000" b="1" spc="300" dirty="0">
                <a:solidFill>
                  <a:prstClr val="black"/>
                </a:solidFill>
                <a:latin typeface="Franklin Gothic Demi" pitchFamily="34" charset="0"/>
              </a:rPr>
              <a:t> </a:t>
            </a:r>
            <a:r>
              <a:rPr lang="fr-FR" sz="5000" b="1" spc="300" dirty="0" err="1">
                <a:solidFill>
                  <a:prstClr val="black"/>
                </a:solidFill>
                <a:latin typeface="Franklin Gothic Demi" pitchFamily="34" charset="0"/>
              </a:rPr>
              <a:t>maraina</a:t>
            </a:r>
            <a:endParaRPr lang="fr-FR" sz="5000" b="1" spc="300" dirty="0">
              <a:solidFill>
                <a:prstClr val="black"/>
              </a:solidFill>
              <a:latin typeface="Franklin Gothic Demi" pitchFamily="34" charset="0"/>
            </a:endParaRPr>
          </a:p>
          <a:p>
            <a:pPr algn="ctr"/>
            <a:r>
              <a:rPr lang="fr-FR" sz="5000" b="1" spc="300" dirty="0" smtClean="0">
                <a:solidFill>
                  <a:prstClr val="black"/>
                </a:solidFill>
                <a:latin typeface="Franklin Gothic Demi" pitchFamily="34" charset="0"/>
              </a:rPr>
              <a:t>‘</a:t>
            </a:r>
            <a:r>
              <a:rPr lang="fr-FR" sz="5000" b="1" spc="300" dirty="0">
                <a:solidFill>
                  <a:prstClr val="black"/>
                </a:solidFill>
                <a:latin typeface="Franklin Gothic Demi" pitchFamily="34" charset="0"/>
              </a:rPr>
              <a:t>Zay </a:t>
            </a:r>
            <a:r>
              <a:rPr lang="fr-FR" sz="5000" b="1" spc="300" dirty="0" err="1">
                <a:solidFill>
                  <a:prstClr val="black"/>
                </a:solidFill>
                <a:latin typeface="Franklin Gothic Demi" pitchFamily="34" charset="0"/>
              </a:rPr>
              <a:t>mitondra</a:t>
            </a:r>
            <a:r>
              <a:rPr lang="fr-FR" sz="5000" b="1" spc="300" dirty="0">
                <a:solidFill>
                  <a:prstClr val="black"/>
                </a:solidFill>
                <a:latin typeface="Franklin Gothic Demi" pitchFamily="34" charset="0"/>
              </a:rPr>
              <a:t> </a:t>
            </a:r>
            <a:r>
              <a:rPr lang="fr-FR" sz="5000" b="1" spc="300" dirty="0" err="1">
                <a:solidFill>
                  <a:prstClr val="black"/>
                </a:solidFill>
                <a:latin typeface="Franklin Gothic Demi" pitchFamily="34" charset="0"/>
              </a:rPr>
              <a:t>hery</a:t>
            </a:r>
            <a:r>
              <a:rPr lang="fr-FR" sz="5000" b="1" spc="300" dirty="0">
                <a:solidFill>
                  <a:prstClr val="black"/>
                </a:solidFill>
                <a:latin typeface="Franklin Gothic Demi" pitchFamily="34" charset="0"/>
              </a:rPr>
              <a:t> </a:t>
            </a:r>
            <a:r>
              <a:rPr lang="fr-FR" sz="5000" b="1" spc="300" dirty="0" err="1">
                <a:solidFill>
                  <a:prstClr val="black"/>
                </a:solidFill>
                <a:latin typeface="Franklin Gothic Demi" pitchFamily="34" charset="0"/>
              </a:rPr>
              <a:t>vao</a:t>
            </a:r>
            <a:endParaRPr lang="fr-FR" sz="5000" b="1" spc="300" dirty="0">
              <a:solidFill>
                <a:prstClr val="black"/>
              </a:solidFill>
              <a:latin typeface="Franklin Gothic Demi" pitchFamily="34" charset="0"/>
            </a:endParaRPr>
          </a:p>
          <a:p>
            <a:pPr algn="ctr"/>
            <a:r>
              <a:rPr lang="fr-FR" sz="5000" b="1" spc="300" dirty="0" err="1">
                <a:solidFill>
                  <a:prstClr val="black"/>
                </a:solidFill>
                <a:latin typeface="Franklin Gothic Demi" pitchFamily="34" charset="0"/>
              </a:rPr>
              <a:t>Ry</a:t>
            </a:r>
            <a:r>
              <a:rPr lang="fr-FR" sz="5000" b="1" spc="300" dirty="0">
                <a:solidFill>
                  <a:prstClr val="black"/>
                </a:solidFill>
                <a:latin typeface="Franklin Gothic Demi" pitchFamily="34" charset="0"/>
              </a:rPr>
              <a:t> </a:t>
            </a:r>
            <a:r>
              <a:rPr lang="fr-FR" sz="5000" b="1" spc="300" dirty="0" err="1">
                <a:solidFill>
                  <a:prstClr val="black"/>
                </a:solidFill>
                <a:latin typeface="Franklin Gothic Demi" pitchFamily="34" charset="0"/>
              </a:rPr>
              <a:t>mpiambina</a:t>
            </a:r>
            <a:r>
              <a:rPr lang="fr-FR" sz="5000" b="1" spc="300" dirty="0">
                <a:solidFill>
                  <a:prstClr val="black"/>
                </a:solidFill>
                <a:latin typeface="Franklin Gothic Demi" pitchFamily="34" charset="0"/>
              </a:rPr>
              <a:t> </a:t>
            </a:r>
            <a:r>
              <a:rPr lang="fr-FR" sz="5000" b="1" spc="300" dirty="0" err="1">
                <a:solidFill>
                  <a:prstClr val="black"/>
                </a:solidFill>
                <a:latin typeface="Franklin Gothic Demi" pitchFamily="34" charset="0"/>
              </a:rPr>
              <a:t>miarena</a:t>
            </a:r>
            <a:endParaRPr lang="fr-FR" sz="5000" b="1" spc="300" dirty="0">
              <a:solidFill>
                <a:prstClr val="black"/>
              </a:solidFill>
              <a:latin typeface="Franklin Gothic Demi" pitchFamily="34" charset="0"/>
            </a:endParaRPr>
          </a:p>
          <a:p>
            <a:pPr algn="ctr"/>
            <a:r>
              <a:rPr lang="fr-FR" sz="5000" b="1" spc="300" dirty="0">
                <a:solidFill>
                  <a:prstClr val="black"/>
                </a:solidFill>
                <a:latin typeface="Franklin Gothic Demi" pitchFamily="34" charset="0"/>
              </a:rPr>
              <a:t>Ka </a:t>
            </a:r>
            <a:r>
              <a:rPr lang="fr-FR" sz="5000" b="1" spc="300" dirty="0" err="1">
                <a:solidFill>
                  <a:prstClr val="black"/>
                </a:solidFill>
                <a:latin typeface="Franklin Gothic Demi" pitchFamily="34" charset="0"/>
              </a:rPr>
              <a:t>ingao</a:t>
            </a:r>
            <a:r>
              <a:rPr lang="fr-FR" sz="5000" b="1" spc="300" dirty="0">
                <a:solidFill>
                  <a:prstClr val="black"/>
                </a:solidFill>
                <a:latin typeface="Franklin Gothic Demi" pitchFamily="34" charset="0"/>
              </a:rPr>
              <a:t> </a:t>
            </a:r>
            <a:r>
              <a:rPr lang="fr-FR" sz="5000" b="1" spc="300" dirty="0" err="1">
                <a:solidFill>
                  <a:prstClr val="black"/>
                </a:solidFill>
                <a:latin typeface="Franklin Gothic Demi" pitchFamily="34" charset="0"/>
              </a:rPr>
              <a:t>ny</a:t>
            </a:r>
            <a:r>
              <a:rPr lang="fr-FR" sz="5000" b="1" spc="300" dirty="0">
                <a:solidFill>
                  <a:prstClr val="black"/>
                </a:solidFill>
                <a:latin typeface="Franklin Gothic Demi" pitchFamily="34" charset="0"/>
              </a:rPr>
              <a:t> </a:t>
            </a:r>
            <a:r>
              <a:rPr lang="fr-FR" sz="5000" b="1" spc="300" dirty="0" err="1">
                <a:solidFill>
                  <a:prstClr val="black"/>
                </a:solidFill>
                <a:latin typeface="Franklin Gothic Demi" pitchFamily="34" charset="0"/>
              </a:rPr>
              <a:t>zovinao</a:t>
            </a:r>
            <a:endParaRPr lang="fr-FR" sz="5000" b="1" spc="300" dirty="0">
              <a:solidFill>
                <a:prstClr val="black"/>
              </a:solidFill>
              <a:latin typeface="Franklin Gothic Demi" pitchFamily="34" charset="0"/>
            </a:endParaRPr>
          </a:p>
          <a:p>
            <a:pPr algn="ctr"/>
            <a:r>
              <a:rPr lang="fr-FR" sz="5000" b="1" spc="300" dirty="0" err="1">
                <a:solidFill>
                  <a:prstClr val="black"/>
                </a:solidFill>
                <a:latin typeface="Franklin Gothic Demi" pitchFamily="34" charset="0"/>
              </a:rPr>
              <a:t>Ambarao</a:t>
            </a:r>
            <a:r>
              <a:rPr lang="fr-FR" sz="5000" b="1" spc="300" dirty="0">
                <a:solidFill>
                  <a:prstClr val="black"/>
                </a:solidFill>
                <a:latin typeface="Franklin Gothic Demi" pitchFamily="34" charset="0"/>
              </a:rPr>
              <a:t> fa </a:t>
            </a:r>
            <a:r>
              <a:rPr lang="fr-FR" sz="5000" b="1" spc="300" dirty="0" err="1">
                <a:solidFill>
                  <a:prstClr val="black"/>
                </a:solidFill>
                <a:latin typeface="Franklin Gothic Demi" pitchFamily="34" charset="0"/>
              </a:rPr>
              <a:t>ny</a:t>
            </a:r>
            <a:r>
              <a:rPr lang="fr-FR" sz="5000" b="1" spc="300" dirty="0">
                <a:solidFill>
                  <a:prstClr val="black"/>
                </a:solidFill>
                <a:latin typeface="Franklin Gothic Demi" pitchFamily="34" charset="0"/>
              </a:rPr>
              <a:t> </a:t>
            </a:r>
            <a:r>
              <a:rPr lang="fr-FR" sz="5000" b="1" spc="300" dirty="0" err="1">
                <a:solidFill>
                  <a:prstClr val="black"/>
                </a:solidFill>
                <a:latin typeface="Franklin Gothic Demi" pitchFamily="34" charset="0"/>
              </a:rPr>
              <a:t>aizina</a:t>
            </a:r>
            <a:endParaRPr lang="fr-FR" sz="5000" b="1" spc="300" dirty="0">
              <a:solidFill>
                <a:prstClr val="black"/>
              </a:solidFill>
              <a:latin typeface="Franklin Gothic Demi" pitchFamily="34" charset="0"/>
            </a:endParaRPr>
          </a:p>
          <a:p>
            <a:pPr algn="ctr"/>
            <a:r>
              <a:rPr lang="fr-FR" sz="5000" b="1" spc="300" dirty="0" err="1">
                <a:solidFill>
                  <a:prstClr val="black"/>
                </a:solidFill>
                <a:latin typeface="Franklin Gothic Demi" pitchFamily="34" charset="0"/>
              </a:rPr>
              <a:t>Indro</a:t>
            </a:r>
            <a:r>
              <a:rPr lang="fr-FR" sz="5000" b="1" spc="300" dirty="0">
                <a:solidFill>
                  <a:prstClr val="black"/>
                </a:solidFill>
                <a:latin typeface="Franklin Gothic Demi" pitchFamily="34" charset="0"/>
              </a:rPr>
              <a:t> </a:t>
            </a:r>
            <a:r>
              <a:rPr lang="fr-FR" sz="5000" b="1" spc="300" dirty="0" err="1">
                <a:solidFill>
                  <a:prstClr val="black"/>
                </a:solidFill>
                <a:latin typeface="Franklin Gothic Demi" pitchFamily="34" charset="0"/>
              </a:rPr>
              <a:t>efa</a:t>
            </a:r>
            <a:r>
              <a:rPr lang="fr-FR" sz="5000" b="1" spc="300" dirty="0">
                <a:solidFill>
                  <a:prstClr val="black"/>
                </a:solidFill>
                <a:latin typeface="Franklin Gothic Demi" pitchFamily="34" charset="0"/>
              </a:rPr>
              <a:t> </a:t>
            </a:r>
            <a:r>
              <a:rPr lang="fr-FR" sz="5000" b="1" spc="300" dirty="0" err="1">
                <a:solidFill>
                  <a:prstClr val="black"/>
                </a:solidFill>
                <a:latin typeface="Franklin Gothic Demi" pitchFamily="34" charset="0"/>
              </a:rPr>
              <a:t>lasa</a:t>
            </a:r>
            <a:r>
              <a:rPr lang="fr-FR" sz="5000" b="1" spc="300" dirty="0">
                <a:solidFill>
                  <a:prstClr val="black"/>
                </a:solidFill>
                <a:latin typeface="Franklin Gothic Demi" pitchFamily="34" charset="0"/>
              </a:rPr>
              <a:t> </a:t>
            </a:r>
            <a:r>
              <a:rPr lang="fr-FR" sz="5000" b="1" spc="300" dirty="0" err="1">
                <a:solidFill>
                  <a:prstClr val="black"/>
                </a:solidFill>
                <a:latin typeface="Franklin Gothic Demi" pitchFamily="34" charset="0"/>
              </a:rPr>
              <a:t>re</a:t>
            </a:r>
            <a:endParaRPr lang="fr-FR" sz="5000" b="1" spc="300" dirty="0">
              <a:solidFill>
                <a:prstClr val="black"/>
              </a:solidFill>
              <a:latin typeface="Franklin Gothic Demi" pitchFamily="34" charset="0"/>
            </a:endParaRPr>
          </a:p>
          <a:p>
            <a:pPr algn="ctr"/>
            <a:r>
              <a:rPr lang="fr-FR" sz="5000" b="1" spc="300" dirty="0" err="1">
                <a:solidFill>
                  <a:prstClr val="black"/>
                </a:solidFill>
                <a:latin typeface="Franklin Gothic Demi" pitchFamily="34" charset="0"/>
              </a:rPr>
              <a:t>Efa</a:t>
            </a:r>
            <a:r>
              <a:rPr lang="fr-FR" sz="5000" b="1" spc="300" dirty="0">
                <a:solidFill>
                  <a:prstClr val="black"/>
                </a:solidFill>
                <a:latin typeface="Franklin Gothic Demi" pitchFamily="34" charset="0"/>
              </a:rPr>
              <a:t> </a:t>
            </a:r>
            <a:r>
              <a:rPr lang="fr-FR" sz="5000" b="1" spc="300" dirty="0" err="1">
                <a:solidFill>
                  <a:prstClr val="black"/>
                </a:solidFill>
                <a:latin typeface="Franklin Gothic Demi" pitchFamily="34" charset="0"/>
              </a:rPr>
              <a:t>tonga</a:t>
            </a:r>
            <a:r>
              <a:rPr lang="fr-FR" sz="5000" b="1" spc="300" dirty="0">
                <a:solidFill>
                  <a:prstClr val="black"/>
                </a:solidFill>
                <a:latin typeface="Franklin Gothic Demi" pitchFamily="34" charset="0"/>
              </a:rPr>
              <a:t> </a:t>
            </a:r>
            <a:r>
              <a:rPr lang="fr-FR" sz="5000" b="1" spc="300" dirty="0" err="1">
                <a:solidFill>
                  <a:prstClr val="black"/>
                </a:solidFill>
                <a:latin typeface="Franklin Gothic Demi" pitchFamily="34" charset="0"/>
              </a:rPr>
              <a:t>ny</a:t>
            </a:r>
            <a:r>
              <a:rPr lang="fr-FR" sz="5000" b="1" spc="300" dirty="0">
                <a:solidFill>
                  <a:prstClr val="black"/>
                </a:solidFill>
                <a:latin typeface="Franklin Gothic Demi" pitchFamily="34" charset="0"/>
              </a:rPr>
              <a:t> </a:t>
            </a:r>
            <a:r>
              <a:rPr lang="fr-FR" sz="5000" b="1" spc="300" dirty="0" err="1">
                <a:solidFill>
                  <a:prstClr val="black"/>
                </a:solidFill>
                <a:latin typeface="Franklin Gothic Demi" pitchFamily="34" charset="0"/>
              </a:rPr>
              <a:t>maraina</a:t>
            </a:r>
            <a:endParaRPr lang="fr-FR" sz="5000" b="1" spc="300" dirty="0">
              <a:solidFill>
                <a:prstClr val="black"/>
              </a:solidFill>
              <a:latin typeface="Franklin Gothic Demi" pitchFamily="34" charset="0"/>
            </a:endParaRPr>
          </a:p>
          <a:p>
            <a:pPr algn="ctr"/>
            <a:r>
              <a:rPr lang="fr-FR" sz="5000" b="1" spc="300" dirty="0" err="1">
                <a:solidFill>
                  <a:prstClr val="black"/>
                </a:solidFill>
                <a:latin typeface="Franklin Gothic Demi" pitchFamily="34" charset="0"/>
              </a:rPr>
              <a:t>Hisy</a:t>
            </a:r>
            <a:r>
              <a:rPr lang="fr-FR" sz="5000" b="1" spc="300" dirty="0">
                <a:solidFill>
                  <a:prstClr val="black"/>
                </a:solidFill>
                <a:latin typeface="Franklin Gothic Demi" pitchFamily="34" charset="0"/>
              </a:rPr>
              <a:t> </a:t>
            </a:r>
            <a:r>
              <a:rPr lang="fr-FR" sz="5000" b="1" spc="300" dirty="0" err="1">
                <a:solidFill>
                  <a:prstClr val="black"/>
                </a:solidFill>
                <a:latin typeface="Franklin Gothic Demi" pitchFamily="34" charset="0"/>
              </a:rPr>
              <a:t>hazavana</a:t>
            </a:r>
            <a:r>
              <a:rPr lang="fr-FR" sz="5000" b="1" spc="300" dirty="0">
                <a:solidFill>
                  <a:prstClr val="black"/>
                </a:solidFill>
                <a:latin typeface="Franklin Gothic Demi" pitchFamily="34" charset="0"/>
              </a:rPr>
              <a:t> </a:t>
            </a:r>
            <a:r>
              <a:rPr lang="fr-FR" sz="5000" b="1" spc="300" dirty="0" err="1">
                <a:solidFill>
                  <a:prstClr val="black"/>
                </a:solidFill>
                <a:latin typeface="Franklin Gothic Demi" pitchFamily="34" charset="0"/>
              </a:rPr>
              <a:t>be</a:t>
            </a:r>
            <a:r>
              <a:rPr lang="fr-FR" sz="5000" b="1" spc="300" dirty="0">
                <a:solidFill>
                  <a:prstClr val="black"/>
                </a:solidFill>
                <a:latin typeface="Franklin Gothic Demi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094896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push dir="u"/>
      </p:transition>
    </mc:Choice>
    <mc:Fallback xmlns="">
      <p:transition spd="slow">
        <p:push dir="u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/>
          <p:cNvSpPr txBox="1"/>
          <p:nvPr/>
        </p:nvSpPr>
        <p:spPr>
          <a:xfrm>
            <a:off x="0" y="0"/>
            <a:ext cx="9144000" cy="68634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600" b="1" dirty="0">
                <a:solidFill>
                  <a:schemeClr val="accent6">
                    <a:lumMod val="50000"/>
                  </a:schemeClr>
                </a:solidFill>
                <a:latin typeface="Arial Black" pitchFamily="34" charset="0"/>
              </a:rPr>
              <a:t>F </a:t>
            </a:r>
            <a:r>
              <a:rPr lang="fr-FR" sz="3600" b="1" dirty="0" smtClean="0">
                <a:solidFill>
                  <a:schemeClr val="accent6">
                    <a:lumMod val="50000"/>
                  </a:schemeClr>
                </a:solidFill>
                <a:latin typeface="Arial Black" pitchFamily="34" charset="0"/>
              </a:rPr>
              <a:t>1</a:t>
            </a:r>
            <a:endParaRPr lang="fr-FR" sz="3600" b="1" dirty="0">
              <a:solidFill>
                <a:schemeClr val="accent6">
                  <a:lumMod val="50000"/>
                </a:schemeClr>
              </a:solidFill>
              <a:latin typeface="Arial Black" pitchFamily="34" charset="0"/>
            </a:endParaRPr>
          </a:p>
          <a:p>
            <a:pPr algn="ctr"/>
            <a:r>
              <a:rPr lang="fr-FR" sz="3600" b="1" dirty="0">
                <a:solidFill>
                  <a:schemeClr val="accent6">
                    <a:lumMod val="50000"/>
                  </a:schemeClr>
                </a:solidFill>
                <a:latin typeface="Arial Black" pitchFamily="34" charset="0"/>
              </a:rPr>
              <a:t> </a:t>
            </a:r>
            <a:r>
              <a:rPr lang="fr-FR" sz="3600" b="1" dirty="0" smtClean="0">
                <a:solidFill>
                  <a:schemeClr val="accent6">
                    <a:lumMod val="50000"/>
                  </a:schemeClr>
                </a:solidFill>
                <a:latin typeface="Arial Black" pitchFamily="34" charset="0"/>
              </a:rPr>
              <a:t>2-</a:t>
            </a:r>
            <a:r>
              <a:rPr lang="fr-FR" sz="4000" b="1" dirty="0" smtClean="0">
                <a:solidFill>
                  <a:schemeClr val="accent6">
                    <a:lumMod val="50000"/>
                  </a:schemeClr>
                </a:solidFill>
                <a:latin typeface="Arial Black" pitchFamily="34" charset="0"/>
              </a:rPr>
              <a:t> </a:t>
            </a:r>
            <a:r>
              <a:rPr lang="fr-FR" sz="5000" b="1" spc="300" dirty="0" err="1">
                <a:latin typeface="Franklin Gothic Demi" pitchFamily="34" charset="0"/>
              </a:rPr>
              <a:t>Raha</a:t>
            </a:r>
            <a:r>
              <a:rPr lang="fr-FR" sz="5000" b="1" spc="300" dirty="0">
                <a:latin typeface="Franklin Gothic Demi" pitchFamily="34" charset="0"/>
              </a:rPr>
              <a:t> </a:t>
            </a:r>
            <a:r>
              <a:rPr lang="fr-FR" sz="5000" b="1" spc="300" dirty="0" err="1">
                <a:latin typeface="Franklin Gothic Demi" pitchFamily="34" charset="0"/>
              </a:rPr>
              <a:t>sendra</a:t>
            </a:r>
            <a:r>
              <a:rPr lang="fr-FR" sz="5000" b="1" spc="300" dirty="0">
                <a:latin typeface="Franklin Gothic Demi" pitchFamily="34" charset="0"/>
              </a:rPr>
              <a:t> </a:t>
            </a:r>
            <a:r>
              <a:rPr lang="fr-FR" sz="5000" b="1" spc="300" dirty="0" err="1">
                <a:latin typeface="Franklin Gothic Demi" pitchFamily="34" charset="0"/>
              </a:rPr>
              <a:t>ady</a:t>
            </a:r>
            <a:r>
              <a:rPr lang="fr-FR" sz="5000" b="1" spc="300" dirty="0">
                <a:latin typeface="Franklin Gothic Demi" pitchFamily="34" charset="0"/>
              </a:rPr>
              <a:t> </a:t>
            </a:r>
            <a:r>
              <a:rPr lang="fr-FR" sz="5000" b="1" spc="300" dirty="0" err="1">
                <a:latin typeface="Franklin Gothic Demi" pitchFamily="34" charset="0"/>
              </a:rPr>
              <a:t>mafy</a:t>
            </a:r>
            <a:endParaRPr lang="fr-FR" sz="5000" b="1" spc="300" dirty="0">
              <a:latin typeface="Franklin Gothic Demi" pitchFamily="34" charset="0"/>
            </a:endParaRPr>
          </a:p>
          <a:p>
            <a:pPr algn="ctr"/>
            <a:r>
              <a:rPr lang="fr-FR" sz="5000" b="1" spc="300" dirty="0">
                <a:latin typeface="Franklin Gothic Demi" pitchFamily="34" charset="0"/>
              </a:rPr>
              <a:t>Mila </a:t>
            </a:r>
            <a:r>
              <a:rPr lang="fr-FR" sz="5000" b="1" spc="300" dirty="0" err="1">
                <a:latin typeface="Franklin Gothic Demi" pitchFamily="34" charset="0"/>
              </a:rPr>
              <a:t>handreraka</a:t>
            </a:r>
            <a:r>
              <a:rPr lang="fr-FR" sz="5000" b="1" spc="300" dirty="0">
                <a:latin typeface="Franklin Gothic Demi" pitchFamily="34" charset="0"/>
              </a:rPr>
              <a:t> </a:t>
            </a:r>
            <a:r>
              <a:rPr lang="fr-FR" sz="5000" b="1" spc="300" dirty="0" err="1">
                <a:latin typeface="Franklin Gothic Demi" pitchFamily="34" charset="0"/>
              </a:rPr>
              <a:t>ny</a:t>
            </a:r>
            <a:r>
              <a:rPr lang="fr-FR" sz="5000" b="1" spc="300" dirty="0">
                <a:latin typeface="Franklin Gothic Demi" pitchFamily="34" charset="0"/>
              </a:rPr>
              <a:t> </a:t>
            </a:r>
            <a:r>
              <a:rPr lang="fr-FR" sz="5000" b="1" spc="300" dirty="0" err="1">
                <a:latin typeface="Franklin Gothic Demi" pitchFamily="34" charset="0"/>
              </a:rPr>
              <a:t>fo</a:t>
            </a:r>
            <a:endParaRPr lang="fr-FR" sz="5000" b="1" spc="300" dirty="0">
              <a:latin typeface="Franklin Gothic Demi" pitchFamily="34" charset="0"/>
            </a:endParaRPr>
          </a:p>
          <a:p>
            <a:pPr algn="ctr"/>
            <a:r>
              <a:rPr lang="fr-FR" sz="5000" b="1" spc="300" dirty="0">
                <a:latin typeface="Franklin Gothic Demi" pitchFamily="34" charset="0"/>
              </a:rPr>
              <a:t>Dia </a:t>
            </a:r>
            <a:r>
              <a:rPr lang="fr-FR" sz="5000" b="1" spc="300" dirty="0" err="1">
                <a:latin typeface="Franklin Gothic Demi" pitchFamily="34" charset="0"/>
              </a:rPr>
              <a:t>tsarovy</a:t>
            </a:r>
            <a:r>
              <a:rPr lang="fr-FR" sz="5000" b="1" spc="300" dirty="0">
                <a:latin typeface="Franklin Gothic Demi" pitchFamily="34" charset="0"/>
              </a:rPr>
              <a:t> fa </a:t>
            </a:r>
            <a:r>
              <a:rPr lang="fr-FR" sz="5000" b="1" spc="300" dirty="0" err="1">
                <a:latin typeface="Franklin Gothic Demi" pitchFamily="34" charset="0"/>
              </a:rPr>
              <a:t>mihafy</a:t>
            </a:r>
            <a:endParaRPr lang="fr-FR" sz="5000" b="1" spc="300" dirty="0">
              <a:latin typeface="Franklin Gothic Demi" pitchFamily="34" charset="0"/>
            </a:endParaRPr>
          </a:p>
          <a:p>
            <a:pPr algn="ctr"/>
            <a:r>
              <a:rPr lang="fr-FR" sz="5000" b="1" spc="300" dirty="0">
                <a:latin typeface="Franklin Gothic Demi" pitchFamily="34" charset="0"/>
              </a:rPr>
              <a:t>Vao </a:t>
            </a:r>
            <a:r>
              <a:rPr lang="fr-FR" sz="5000" b="1" spc="300" dirty="0" err="1">
                <a:latin typeface="Franklin Gothic Demi" pitchFamily="34" charset="0"/>
              </a:rPr>
              <a:t>hahita</a:t>
            </a:r>
            <a:r>
              <a:rPr lang="fr-FR" sz="5000" b="1" spc="300" dirty="0">
                <a:latin typeface="Franklin Gothic Demi" pitchFamily="34" charset="0"/>
              </a:rPr>
              <a:t> </a:t>
            </a:r>
            <a:r>
              <a:rPr lang="fr-FR" sz="5000" b="1" spc="300" dirty="0" err="1">
                <a:latin typeface="Franklin Gothic Demi" pitchFamily="34" charset="0"/>
              </a:rPr>
              <a:t>ny</a:t>
            </a:r>
            <a:r>
              <a:rPr lang="fr-FR" sz="5000" b="1" spc="300" dirty="0">
                <a:latin typeface="Franklin Gothic Demi" pitchFamily="34" charset="0"/>
              </a:rPr>
              <a:t> </a:t>
            </a:r>
            <a:r>
              <a:rPr lang="fr-FR" sz="5000" b="1" spc="300" dirty="0" err="1">
                <a:latin typeface="Franklin Gothic Demi" pitchFamily="34" charset="0"/>
              </a:rPr>
              <a:t>soa</a:t>
            </a:r>
            <a:endParaRPr lang="fr-FR" sz="5000" b="1" spc="300" dirty="0">
              <a:latin typeface="Franklin Gothic Demi" pitchFamily="34" charset="0"/>
            </a:endParaRPr>
          </a:p>
          <a:p>
            <a:pPr algn="ctr"/>
            <a:r>
              <a:rPr lang="fr-FR" sz="5000" b="1" spc="300" dirty="0" err="1">
                <a:latin typeface="Franklin Gothic Demi" pitchFamily="34" charset="0"/>
              </a:rPr>
              <a:t>Raha</a:t>
            </a:r>
            <a:r>
              <a:rPr lang="fr-FR" sz="5000" b="1" spc="300" dirty="0">
                <a:latin typeface="Franklin Gothic Demi" pitchFamily="34" charset="0"/>
              </a:rPr>
              <a:t> </a:t>
            </a:r>
            <a:r>
              <a:rPr lang="fr-FR" sz="5000" b="1" spc="300" dirty="0" err="1">
                <a:latin typeface="Franklin Gothic Demi" pitchFamily="34" charset="0"/>
              </a:rPr>
              <a:t>tafita</a:t>
            </a:r>
            <a:r>
              <a:rPr lang="fr-FR" sz="5000" b="1" spc="300" dirty="0">
                <a:latin typeface="Franklin Gothic Demi" pitchFamily="34" charset="0"/>
              </a:rPr>
              <a:t> </a:t>
            </a:r>
            <a:r>
              <a:rPr lang="fr-FR" sz="5000" b="1" spc="300" dirty="0" err="1">
                <a:latin typeface="Franklin Gothic Demi" pitchFamily="34" charset="0"/>
              </a:rPr>
              <a:t>ianao</a:t>
            </a:r>
            <a:endParaRPr lang="fr-FR" sz="5000" b="1" spc="300" dirty="0">
              <a:latin typeface="Franklin Gothic Demi" pitchFamily="34" charset="0"/>
            </a:endParaRPr>
          </a:p>
          <a:p>
            <a:pPr algn="ctr"/>
            <a:r>
              <a:rPr lang="fr-FR" sz="5000" b="1" spc="300" dirty="0" err="1">
                <a:latin typeface="Franklin Gothic Demi" pitchFamily="34" charset="0"/>
              </a:rPr>
              <a:t>Hisy</a:t>
            </a:r>
            <a:r>
              <a:rPr lang="fr-FR" sz="5000" b="1" spc="300" dirty="0">
                <a:latin typeface="Franklin Gothic Demi" pitchFamily="34" charset="0"/>
              </a:rPr>
              <a:t> </a:t>
            </a:r>
            <a:r>
              <a:rPr lang="fr-FR" sz="5000" b="1" spc="300" dirty="0" err="1">
                <a:latin typeface="Franklin Gothic Demi" pitchFamily="34" charset="0"/>
              </a:rPr>
              <a:t>hazavana</a:t>
            </a:r>
            <a:r>
              <a:rPr lang="fr-FR" sz="5000" b="1" spc="300" dirty="0">
                <a:latin typeface="Franklin Gothic Demi" pitchFamily="34" charset="0"/>
              </a:rPr>
              <a:t> </a:t>
            </a:r>
            <a:r>
              <a:rPr lang="fr-FR" sz="5000" b="1" spc="300" dirty="0" err="1">
                <a:latin typeface="Franklin Gothic Demi" pitchFamily="34" charset="0"/>
              </a:rPr>
              <a:t>be</a:t>
            </a:r>
            <a:endParaRPr lang="fr-FR" sz="5000" b="1" spc="300" dirty="0">
              <a:latin typeface="Franklin Gothic Demi" pitchFamily="34" charset="0"/>
            </a:endParaRPr>
          </a:p>
          <a:p>
            <a:pPr algn="ctr"/>
            <a:r>
              <a:rPr lang="fr-FR" sz="5000" b="1" spc="300" dirty="0" err="1">
                <a:latin typeface="Franklin Gothic Demi" pitchFamily="34" charset="0"/>
              </a:rPr>
              <a:t>Ny</a:t>
            </a:r>
            <a:r>
              <a:rPr lang="fr-FR" sz="5000" b="1" spc="300" dirty="0">
                <a:latin typeface="Franklin Gothic Demi" pitchFamily="34" charset="0"/>
              </a:rPr>
              <a:t> </a:t>
            </a:r>
            <a:r>
              <a:rPr lang="fr-FR" sz="5000" b="1" spc="300" dirty="0" err="1">
                <a:latin typeface="Franklin Gothic Demi" pitchFamily="34" charset="0"/>
              </a:rPr>
              <a:t>aizin-kitroka</a:t>
            </a:r>
            <a:r>
              <a:rPr lang="fr-FR" sz="5000" b="1" spc="300" dirty="0">
                <a:latin typeface="Franklin Gothic Demi" pitchFamily="34" charset="0"/>
              </a:rPr>
              <a:t> ho lao</a:t>
            </a:r>
          </a:p>
          <a:p>
            <a:pPr algn="ctr"/>
            <a:r>
              <a:rPr lang="fr-FR" sz="5000" b="1" spc="300" dirty="0">
                <a:latin typeface="Franklin Gothic Demi" pitchFamily="34" charset="0"/>
              </a:rPr>
              <a:t>Tapi-</a:t>
            </a:r>
            <a:r>
              <a:rPr lang="fr-FR" sz="5000" b="1" spc="300" dirty="0" err="1">
                <a:latin typeface="Franklin Gothic Demi" pitchFamily="34" charset="0"/>
              </a:rPr>
              <a:t>dàlana</a:t>
            </a:r>
            <a:r>
              <a:rPr lang="fr-FR" sz="5000" b="1" spc="300" dirty="0">
                <a:latin typeface="Franklin Gothic Demi" pitchFamily="34" charset="0"/>
              </a:rPr>
              <a:t> </a:t>
            </a:r>
            <a:r>
              <a:rPr lang="fr-FR" sz="5000" b="1" spc="300" dirty="0" err="1">
                <a:latin typeface="Franklin Gothic Demi" pitchFamily="34" charset="0"/>
              </a:rPr>
              <a:t>haleha</a:t>
            </a:r>
            <a:r>
              <a:rPr lang="fr-FR" sz="5000" b="1" spc="300" dirty="0">
                <a:latin typeface="Franklin Gothic Demi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793780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push dir="u"/>
      </p:transition>
    </mc:Choice>
    <mc:Fallback xmlns="">
      <p:transition spd="slow">
        <p:push dir="u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/>
          <p:cNvSpPr txBox="1"/>
          <p:nvPr/>
        </p:nvSpPr>
        <p:spPr>
          <a:xfrm>
            <a:off x="0" y="0"/>
            <a:ext cx="9144000" cy="68018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600" b="1" dirty="0" err="1" smtClean="0">
                <a:solidFill>
                  <a:srgbClr val="F79646">
                    <a:lumMod val="50000"/>
                  </a:srgbClr>
                </a:solidFill>
                <a:latin typeface="Arial Black" pitchFamily="34" charset="0"/>
              </a:rPr>
              <a:t>Fiv</a:t>
            </a:r>
            <a:r>
              <a:rPr lang="fr-FR" sz="3600" b="1" dirty="0" smtClean="0">
                <a:solidFill>
                  <a:srgbClr val="F79646">
                    <a:lumMod val="50000"/>
                  </a:srgbClr>
                </a:solidFill>
                <a:latin typeface="Arial Black" pitchFamily="34" charset="0"/>
              </a:rPr>
              <a:t>. </a:t>
            </a:r>
          </a:p>
          <a:p>
            <a:pPr algn="ctr"/>
            <a:r>
              <a:rPr lang="fr-FR" sz="5000" b="1" spc="300" dirty="0" err="1" smtClean="0">
                <a:latin typeface="Franklin Gothic Demi" pitchFamily="34" charset="0"/>
              </a:rPr>
              <a:t>Mbola</a:t>
            </a:r>
            <a:r>
              <a:rPr lang="fr-FR" sz="5000" b="1" spc="300" dirty="0" smtClean="0">
                <a:latin typeface="Franklin Gothic Demi" pitchFamily="34" charset="0"/>
              </a:rPr>
              <a:t> </a:t>
            </a:r>
            <a:r>
              <a:rPr lang="fr-FR" sz="5000" b="1" spc="300" dirty="0">
                <a:latin typeface="Franklin Gothic Demi" pitchFamily="34" charset="0"/>
              </a:rPr>
              <a:t>ho </a:t>
            </a:r>
            <a:r>
              <a:rPr lang="fr-FR" sz="5000" b="1" spc="300" dirty="0" err="1">
                <a:latin typeface="Franklin Gothic Demi" pitchFamily="34" charset="0"/>
              </a:rPr>
              <a:t>avy</a:t>
            </a:r>
            <a:r>
              <a:rPr lang="fr-FR" sz="5000" b="1" spc="300" dirty="0">
                <a:latin typeface="Franklin Gothic Demi" pitchFamily="34" charset="0"/>
              </a:rPr>
              <a:t> </a:t>
            </a:r>
            <a:r>
              <a:rPr lang="fr-FR" sz="5000" b="1" spc="300" dirty="0" err="1">
                <a:latin typeface="Franklin Gothic Demi" pitchFamily="34" charset="0"/>
              </a:rPr>
              <a:t>ny</a:t>
            </a:r>
            <a:r>
              <a:rPr lang="fr-FR" sz="5000" b="1" spc="300" dirty="0">
                <a:latin typeface="Franklin Gothic Demi" pitchFamily="34" charset="0"/>
              </a:rPr>
              <a:t> </a:t>
            </a:r>
            <a:r>
              <a:rPr lang="fr-FR" sz="5000" b="1" spc="300" dirty="0" err="1">
                <a:latin typeface="Franklin Gothic Demi" pitchFamily="34" charset="0"/>
              </a:rPr>
              <a:t>maraina</a:t>
            </a:r>
            <a:endParaRPr lang="fr-FR" sz="5000" b="1" spc="300" dirty="0">
              <a:latin typeface="Franklin Gothic Demi" pitchFamily="34" charset="0"/>
            </a:endParaRPr>
          </a:p>
          <a:p>
            <a:pPr algn="ctr"/>
            <a:r>
              <a:rPr lang="fr-FR" sz="5000" b="1" spc="300" dirty="0" smtClean="0">
                <a:latin typeface="Franklin Gothic Demi" pitchFamily="34" charset="0"/>
              </a:rPr>
              <a:t>‘</a:t>
            </a:r>
            <a:r>
              <a:rPr lang="fr-FR" sz="5000" b="1" spc="300" dirty="0">
                <a:latin typeface="Franklin Gothic Demi" pitchFamily="34" charset="0"/>
              </a:rPr>
              <a:t>Zay </a:t>
            </a:r>
            <a:r>
              <a:rPr lang="fr-FR" sz="5000" b="1" spc="300" dirty="0" err="1">
                <a:latin typeface="Franklin Gothic Demi" pitchFamily="34" charset="0"/>
              </a:rPr>
              <a:t>mitondra</a:t>
            </a:r>
            <a:r>
              <a:rPr lang="fr-FR" sz="5000" b="1" spc="300" dirty="0">
                <a:latin typeface="Franklin Gothic Demi" pitchFamily="34" charset="0"/>
              </a:rPr>
              <a:t> </a:t>
            </a:r>
            <a:r>
              <a:rPr lang="fr-FR" sz="5000" b="1" spc="300" dirty="0" err="1">
                <a:latin typeface="Franklin Gothic Demi" pitchFamily="34" charset="0"/>
              </a:rPr>
              <a:t>hery</a:t>
            </a:r>
            <a:r>
              <a:rPr lang="fr-FR" sz="5000" b="1" spc="300" dirty="0">
                <a:latin typeface="Franklin Gothic Demi" pitchFamily="34" charset="0"/>
              </a:rPr>
              <a:t> </a:t>
            </a:r>
            <a:r>
              <a:rPr lang="fr-FR" sz="5000" b="1" spc="300" dirty="0" err="1">
                <a:latin typeface="Franklin Gothic Demi" pitchFamily="34" charset="0"/>
              </a:rPr>
              <a:t>vao</a:t>
            </a:r>
            <a:endParaRPr lang="fr-FR" sz="5000" b="1" spc="300" dirty="0">
              <a:latin typeface="Franklin Gothic Demi" pitchFamily="34" charset="0"/>
            </a:endParaRPr>
          </a:p>
          <a:p>
            <a:pPr algn="ctr"/>
            <a:r>
              <a:rPr lang="fr-FR" sz="5000" b="1" spc="300" dirty="0" err="1">
                <a:latin typeface="Franklin Gothic Demi" pitchFamily="34" charset="0"/>
              </a:rPr>
              <a:t>Ry</a:t>
            </a:r>
            <a:r>
              <a:rPr lang="fr-FR" sz="5000" b="1" spc="300" dirty="0">
                <a:latin typeface="Franklin Gothic Demi" pitchFamily="34" charset="0"/>
              </a:rPr>
              <a:t> </a:t>
            </a:r>
            <a:r>
              <a:rPr lang="fr-FR" sz="5000" b="1" spc="300" dirty="0" err="1">
                <a:latin typeface="Franklin Gothic Demi" pitchFamily="34" charset="0"/>
              </a:rPr>
              <a:t>mpiambina</a:t>
            </a:r>
            <a:r>
              <a:rPr lang="fr-FR" sz="5000" b="1" spc="300" dirty="0">
                <a:latin typeface="Franklin Gothic Demi" pitchFamily="34" charset="0"/>
              </a:rPr>
              <a:t> </a:t>
            </a:r>
            <a:r>
              <a:rPr lang="fr-FR" sz="5000" b="1" spc="300" dirty="0" err="1">
                <a:latin typeface="Franklin Gothic Demi" pitchFamily="34" charset="0"/>
              </a:rPr>
              <a:t>miarena</a:t>
            </a:r>
            <a:endParaRPr lang="fr-FR" sz="5000" b="1" spc="300" dirty="0">
              <a:latin typeface="Franklin Gothic Demi" pitchFamily="34" charset="0"/>
            </a:endParaRPr>
          </a:p>
          <a:p>
            <a:pPr algn="ctr"/>
            <a:r>
              <a:rPr lang="fr-FR" sz="5000" b="1" spc="300" dirty="0">
                <a:latin typeface="Franklin Gothic Demi" pitchFamily="34" charset="0"/>
              </a:rPr>
              <a:t>Ka </a:t>
            </a:r>
            <a:r>
              <a:rPr lang="fr-FR" sz="5000" b="1" spc="300" dirty="0" err="1">
                <a:latin typeface="Franklin Gothic Demi" pitchFamily="34" charset="0"/>
              </a:rPr>
              <a:t>ingao</a:t>
            </a:r>
            <a:r>
              <a:rPr lang="fr-FR" sz="5000" b="1" spc="300" dirty="0">
                <a:latin typeface="Franklin Gothic Demi" pitchFamily="34" charset="0"/>
              </a:rPr>
              <a:t> </a:t>
            </a:r>
            <a:r>
              <a:rPr lang="fr-FR" sz="5000" b="1" spc="300" dirty="0" err="1">
                <a:latin typeface="Franklin Gothic Demi" pitchFamily="34" charset="0"/>
              </a:rPr>
              <a:t>ny</a:t>
            </a:r>
            <a:r>
              <a:rPr lang="fr-FR" sz="5000" b="1" spc="300" dirty="0">
                <a:latin typeface="Franklin Gothic Demi" pitchFamily="34" charset="0"/>
              </a:rPr>
              <a:t> </a:t>
            </a:r>
            <a:r>
              <a:rPr lang="fr-FR" sz="5000" b="1" spc="300" dirty="0" err="1">
                <a:latin typeface="Franklin Gothic Demi" pitchFamily="34" charset="0"/>
              </a:rPr>
              <a:t>zovinao</a:t>
            </a:r>
            <a:endParaRPr lang="fr-FR" sz="5000" b="1" spc="300" dirty="0">
              <a:latin typeface="Franklin Gothic Demi" pitchFamily="34" charset="0"/>
            </a:endParaRPr>
          </a:p>
          <a:p>
            <a:pPr algn="ctr"/>
            <a:r>
              <a:rPr lang="fr-FR" sz="5000" b="1" spc="300" dirty="0" err="1">
                <a:latin typeface="Franklin Gothic Demi" pitchFamily="34" charset="0"/>
              </a:rPr>
              <a:t>Ambarao</a:t>
            </a:r>
            <a:r>
              <a:rPr lang="fr-FR" sz="5000" b="1" spc="300" dirty="0">
                <a:latin typeface="Franklin Gothic Demi" pitchFamily="34" charset="0"/>
              </a:rPr>
              <a:t> fa </a:t>
            </a:r>
            <a:r>
              <a:rPr lang="fr-FR" sz="5000" b="1" spc="300" dirty="0" err="1">
                <a:latin typeface="Franklin Gothic Demi" pitchFamily="34" charset="0"/>
              </a:rPr>
              <a:t>ny</a:t>
            </a:r>
            <a:r>
              <a:rPr lang="fr-FR" sz="5000" b="1" spc="300" dirty="0">
                <a:latin typeface="Franklin Gothic Demi" pitchFamily="34" charset="0"/>
              </a:rPr>
              <a:t> </a:t>
            </a:r>
            <a:r>
              <a:rPr lang="fr-FR" sz="5000" b="1" spc="300" dirty="0" err="1">
                <a:latin typeface="Franklin Gothic Demi" pitchFamily="34" charset="0"/>
              </a:rPr>
              <a:t>aizina</a:t>
            </a:r>
            <a:endParaRPr lang="fr-FR" sz="5000" b="1" spc="300" dirty="0">
              <a:latin typeface="Franklin Gothic Demi" pitchFamily="34" charset="0"/>
            </a:endParaRPr>
          </a:p>
          <a:p>
            <a:pPr algn="ctr"/>
            <a:r>
              <a:rPr lang="fr-FR" sz="5000" b="1" spc="300" dirty="0" err="1">
                <a:latin typeface="Franklin Gothic Demi" pitchFamily="34" charset="0"/>
              </a:rPr>
              <a:t>Indro</a:t>
            </a:r>
            <a:r>
              <a:rPr lang="fr-FR" sz="5000" b="1" spc="300" dirty="0">
                <a:latin typeface="Franklin Gothic Demi" pitchFamily="34" charset="0"/>
              </a:rPr>
              <a:t> </a:t>
            </a:r>
            <a:r>
              <a:rPr lang="fr-FR" sz="5000" b="1" spc="300" dirty="0" err="1">
                <a:latin typeface="Franklin Gothic Demi" pitchFamily="34" charset="0"/>
              </a:rPr>
              <a:t>efa</a:t>
            </a:r>
            <a:r>
              <a:rPr lang="fr-FR" sz="5000" b="1" spc="300" dirty="0">
                <a:latin typeface="Franklin Gothic Demi" pitchFamily="34" charset="0"/>
              </a:rPr>
              <a:t> </a:t>
            </a:r>
            <a:r>
              <a:rPr lang="fr-FR" sz="5000" b="1" spc="300" dirty="0" err="1">
                <a:latin typeface="Franklin Gothic Demi" pitchFamily="34" charset="0"/>
              </a:rPr>
              <a:t>lasa</a:t>
            </a:r>
            <a:r>
              <a:rPr lang="fr-FR" sz="5000" b="1" spc="300" dirty="0">
                <a:latin typeface="Franklin Gothic Demi" pitchFamily="34" charset="0"/>
              </a:rPr>
              <a:t> </a:t>
            </a:r>
            <a:r>
              <a:rPr lang="fr-FR" sz="5000" b="1" spc="300" dirty="0" err="1">
                <a:latin typeface="Franklin Gothic Demi" pitchFamily="34" charset="0"/>
              </a:rPr>
              <a:t>re</a:t>
            </a:r>
            <a:endParaRPr lang="fr-FR" sz="5000" b="1" spc="300" dirty="0">
              <a:latin typeface="Franklin Gothic Demi" pitchFamily="34" charset="0"/>
            </a:endParaRPr>
          </a:p>
          <a:p>
            <a:pPr algn="ctr"/>
            <a:r>
              <a:rPr lang="fr-FR" sz="5000" b="1" spc="300" dirty="0" err="1">
                <a:latin typeface="Franklin Gothic Demi" pitchFamily="34" charset="0"/>
              </a:rPr>
              <a:t>Efa</a:t>
            </a:r>
            <a:r>
              <a:rPr lang="fr-FR" sz="5000" b="1" spc="300" dirty="0">
                <a:latin typeface="Franklin Gothic Demi" pitchFamily="34" charset="0"/>
              </a:rPr>
              <a:t> </a:t>
            </a:r>
            <a:r>
              <a:rPr lang="fr-FR" sz="5000" b="1" spc="300" dirty="0" err="1">
                <a:latin typeface="Franklin Gothic Demi" pitchFamily="34" charset="0"/>
              </a:rPr>
              <a:t>tonga</a:t>
            </a:r>
            <a:r>
              <a:rPr lang="fr-FR" sz="5000" b="1" spc="300" dirty="0">
                <a:latin typeface="Franklin Gothic Demi" pitchFamily="34" charset="0"/>
              </a:rPr>
              <a:t> </a:t>
            </a:r>
            <a:r>
              <a:rPr lang="fr-FR" sz="5000" b="1" spc="300" dirty="0" err="1">
                <a:latin typeface="Franklin Gothic Demi" pitchFamily="34" charset="0"/>
              </a:rPr>
              <a:t>ny</a:t>
            </a:r>
            <a:r>
              <a:rPr lang="fr-FR" sz="5000" b="1" spc="300" dirty="0">
                <a:latin typeface="Franklin Gothic Demi" pitchFamily="34" charset="0"/>
              </a:rPr>
              <a:t> </a:t>
            </a:r>
            <a:r>
              <a:rPr lang="fr-FR" sz="5000" b="1" spc="300" dirty="0" err="1">
                <a:latin typeface="Franklin Gothic Demi" pitchFamily="34" charset="0"/>
              </a:rPr>
              <a:t>maraina</a:t>
            </a:r>
            <a:endParaRPr lang="fr-FR" sz="5000" b="1" spc="300" dirty="0">
              <a:latin typeface="Franklin Gothic Demi" pitchFamily="34" charset="0"/>
            </a:endParaRPr>
          </a:p>
          <a:p>
            <a:pPr algn="ctr"/>
            <a:r>
              <a:rPr lang="fr-FR" sz="5000" b="1" spc="300" dirty="0" err="1">
                <a:latin typeface="Franklin Gothic Demi" pitchFamily="34" charset="0"/>
              </a:rPr>
              <a:t>Hisy</a:t>
            </a:r>
            <a:r>
              <a:rPr lang="fr-FR" sz="5000" b="1" spc="300" dirty="0">
                <a:latin typeface="Franklin Gothic Demi" pitchFamily="34" charset="0"/>
              </a:rPr>
              <a:t> </a:t>
            </a:r>
            <a:r>
              <a:rPr lang="fr-FR" sz="5000" b="1" spc="300" dirty="0" err="1">
                <a:latin typeface="Franklin Gothic Demi" pitchFamily="34" charset="0"/>
              </a:rPr>
              <a:t>hazavana</a:t>
            </a:r>
            <a:r>
              <a:rPr lang="fr-FR" sz="5000" b="1" spc="300" dirty="0">
                <a:latin typeface="Franklin Gothic Demi" pitchFamily="34" charset="0"/>
              </a:rPr>
              <a:t> </a:t>
            </a:r>
            <a:r>
              <a:rPr lang="fr-FR" sz="5000" b="1" spc="300" dirty="0" err="1">
                <a:latin typeface="Franklin Gothic Demi" pitchFamily="34" charset="0"/>
              </a:rPr>
              <a:t>be</a:t>
            </a:r>
            <a:r>
              <a:rPr lang="fr-FR" sz="5000" b="1" spc="300" dirty="0">
                <a:latin typeface="Franklin Gothic Demi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543435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push dir="u"/>
      </p:transition>
    </mc:Choice>
    <mc:Fallback xmlns="">
      <p:transition spd="slow">
        <p:push dir="u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/>
          <p:cNvSpPr txBox="1"/>
          <p:nvPr/>
        </p:nvSpPr>
        <p:spPr>
          <a:xfrm>
            <a:off x="0" y="0"/>
            <a:ext cx="9144000" cy="68634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600" b="1" dirty="0" smtClean="0">
                <a:solidFill>
                  <a:srgbClr val="F79646">
                    <a:lumMod val="50000"/>
                  </a:srgbClr>
                </a:solidFill>
                <a:latin typeface="Arial Black" pitchFamily="34" charset="0"/>
              </a:rPr>
              <a:t>F </a:t>
            </a:r>
            <a:r>
              <a:rPr lang="fr-FR" sz="3600" b="1" dirty="0" smtClean="0">
                <a:solidFill>
                  <a:srgbClr val="F79646">
                    <a:lumMod val="50000"/>
                  </a:srgbClr>
                </a:solidFill>
                <a:latin typeface="Arial Black" pitchFamily="34" charset="0"/>
              </a:rPr>
              <a:t>1</a:t>
            </a:r>
            <a:endParaRPr lang="fr-FR" sz="3600" b="1" dirty="0" smtClean="0">
              <a:solidFill>
                <a:srgbClr val="F79646">
                  <a:lumMod val="50000"/>
                </a:srgbClr>
              </a:solidFill>
              <a:latin typeface="Arial Black" pitchFamily="34" charset="0"/>
            </a:endParaRPr>
          </a:p>
          <a:p>
            <a:pPr algn="ctr"/>
            <a:r>
              <a:rPr lang="fr-FR" sz="3600" b="1" dirty="0">
                <a:solidFill>
                  <a:srgbClr val="F79646">
                    <a:lumMod val="50000"/>
                  </a:srgbClr>
                </a:solidFill>
                <a:latin typeface="Arial Black" pitchFamily="34" charset="0"/>
              </a:rPr>
              <a:t>3.</a:t>
            </a:r>
            <a:r>
              <a:rPr lang="fr-FR" sz="3600" b="1" dirty="0" smtClean="0"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fr-FR" sz="5000" b="1" dirty="0" err="1">
                <a:solidFill>
                  <a:prstClr val="black"/>
                </a:solidFill>
                <a:latin typeface="Arial Black" pitchFamily="34" charset="0"/>
              </a:rPr>
              <a:t>Fahafahana</a:t>
            </a:r>
            <a:r>
              <a:rPr lang="fr-FR" sz="5000" b="1" dirty="0"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fr-FR" sz="5000" b="1" dirty="0" err="1">
                <a:solidFill>
                  <a:prstClr val="black"/>
                </a:solidFill>
                <a:latin typeface="Arial Black" pitchFamily="34" charset="0"/>
              </a:rPr>
              <a:t>doria</a:t>
            </a:r>
            <a:endParaRPr lang="fr-FR" sz="5000" b="1" dirty="0">
              <a:solidFill>
                <a:prstClr val="black"/>
              </a:solidFill>
              <a:latin typeface="Arial Black" pitchFamily="34" charset="0"/>
            </a:endParaRPr>
          </a:p>
          <a:p>
            <a:pPr algn="ctr"/>
            <a:r>
              <a:rPr lang="fr-FR" sz="5000" b="1" dirty="0" err="1">
                <a:solidFill>
                  <a:prstClr val="black"/>
                </a:solidFill>
                <a:latin typeface="Arial Black" pitchFamily="34" charset="0"/>
              </a:rPr>
              <a:t>Tsisy</a:t>
            </a:r>
            <a:r>
              <a:rPr lang="fr-FR" sz="5000" b="1" dirty="0"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fr-FR" sz="5000" b="1" dirty="0" err="1">
                <a:solidFill>
                  <a:prstClr val="black"/>
                </a:solidFill>
                <a:latin typeface="Arial Black" pitchFamily="34" charset="0"/>
              </a:rPr>
              <a:t>tambiny</a:t>
            </a:r>
            <a:r>
              <a:rPr lang="fr-FR" sz="5000" b="1" dirty="0"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fr-FR" sz="5000" b="1" dirty="0" err="1">
                <a:solidFill>
                  <a:prstClr val="black"/>
                </a:solidFill>
                <a:latin typeface="Arial Black" pitchFamily="34" charset="0"/>
              </a:rPr>
              <a:t>aminao</a:t>
            </a:r>
            <a:endParaRPr lang="fr-FR" sz="5000" b="1" dirty="0">
              <a:solidFill>
                <a:prstClr val="black"/>
              </a:solidFill>
              <a:latin typeface="Arial Black" pitchFamily="34" charset="0"/>
            </a:endParaRPr>
          </a:p>
          <a:p>
            <a:pPr algn="ctr"/>
            <a:r>
              <a:rPr lang="fr-FR" sz="5000" b="1" dirty="0">
                <a:solidFill>
                  <a:prstClr val="black"/>
                </a:solidFill>
                <a:latin typeface="Arial Black" pitchFamily="34" charset="0"/>
              </a:rPr>
              <a:t>No </a:t>
            </a:r>
            <a:r>
              <a:rPr lang="fr-FR" sz="5000" b="1" dirty="0" err="1" smtClean="0">
                <a:solidFill>
                  <a:prstClr val="black"/>
                </a:solidFill>
                <a:latin typeface="Arial Black" pitchFamily="34" charset="0"/>
              </a:rPr>
              <a:t>omen’ny</a:t>
            </a:r>
            <a:r>
              <a:rPr lang="fr-FR" sz="5000" b="1" dirty="0" smtClean="0"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fr-FR" sz="5000" b="1" dirty="0" err="1">
                <a:solidFill>
                  <a:prstClr val="black"/>
                </a:solidFill>
                <a:latin typeface="Arial Black" pitchFamily="34" charset="0"/>
              </a:rPr>
              <a:t>Tompo</a:t>
            </a:r>
            <a:r>
              <a:rPr lang="fr-FR" sz="5000" b="1" dirty="0"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fr-FR" sz="5000" b="1" dirty="0" err="1">
                <a:solidFill>
                  <a:prstClr val="black"/>
                </a:solidFill>
                <a:latin typeface="Arial Black" pitchFamily="34" charset="0"/>
              </a:rPr>
              <a:t>tia</a:t>
            </a:r>
            <a:endParaRPr lang="fr-FR" sz="5000" b="1" dirty="0">
              <a:solidFill>
                <a:prstClr val="black"/>
              </a:solidFill>
              <a:latin typeface="Arial Black" pitchFamily="34" charset="0"/>
            </a:endParaRPr>
          </a:p>
          <a:p>
            <a:pPr algn="ctr"/>
            <a:r>
              <a:rPr lang="fr-FR" sz="5000" b="1" dirty="0" err="1">
                <a:solidFill>
                  <a:prstClr val="black"/>
                </a:solidFill>
                <a:latin typeface="Arial Black" pitchFamily="34" charset="0"/>
              </a:rPr>
              <a:t>Raha</a:t>
            </a:r>
            <a:r>
              <a:rPr lang="fr-FR" sz="5000" b="1" dirty="0"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fr-FR" sz="5000" b="1" dirty="0" err="1">
                <a:solidFill>
                  <a:prstClr val="black"/>
                </a:solidFill>
                <a:latin typeface="Arial Black" pitchFamily="34" charset="0"/>
              </a:rPr>
              <a:t>tahiana</a:t>
            </a:r>
            <a:r>
              <a:rPr lang="fr-FR" sz="5000" b="1" dirty="0"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fr-FR" sz="5000" b="1" dirty="0" err="1">
                <a:solidFill>
                  <a:prstClr val="black"/>
                </a:solidFill>
                <a:latin typeface="Arial Black" pitchFamily="34" charset="0"/>
              </a:rPr>
              <a:t>ianao</a:t>
            </a:r>
            <a:endParaRPr lang="fr-FR" sz="5000" b="1" dirty="0">
              <a:solidFill>
                <a:prstClr val="black"/>
              </a:solidFill>
              <a:latin typeface="Arial Black" pitchFamily="34" charset="0"/>
            </a:endParaRPr>
          </a:p>
          <a:p>
            <a:pPr algn="ctr"/>
            <a:r>
              <a:rPr lang="fr-FR" sz="5000" b="1" dirty="0">
                <a:solidFill>
                  <a:prstClr val="black"/>
                </a:solidFill>
                <a:latin typeface="Arial Black" pitchFamily="34" charset="0"/>
              </a:rPr>
              <a:t>Ho </a:t>
            </a:r>
            <a:r>
              <a:rPr lang="fr-FR" sz="5000" b="1" dirty="0" err="1">
                <a:solidFill>
                  <a:prstClr val="black"/>
                </a:solidFill>
                <a:latin typeface="Arial Black" pitchFamily="34" charset="0"/>
              </a:rPr>
              <a:t>fanilo</a:t>
            </a:r>
            <a:r>
              <a:rPr lang="fr-FR" sz="5000" b="1" dirty="0"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fr-FR" sz="5000" b="1" dirty="0" err="1" smtClean="0">
                <a:solidFill>
                  <a:prstClr val="black"/>
                </a:solidFill>
                <a:latin typeface="Arial Black" pitchFamily="34" charset="0"/>
              </a:rPr>
              <a:t>mandra-maty</a:t>
            </a:r>
            <a:endParaRPr lang="fr-FR" sz="5000" b="1" dirty="0">
              <a:solidFill>
                <a:prstClr val="black"/>
              </a:solidFill>
              <a:latin typeface="Arial Black" pitchFamily="34" charset="0"/>
            </a:endParaRPr>
          </a:p>
          <a:p>
            <a:pPr algn="ctr"/>
            <a:r>
              <a:rPr lang="fr-FR" sz="5000" b="1" dirty="0">
                <a:solidFill>
                  <a:prstClr val="black"/>
                </a:solidFill>
                <a:latin typeface="Arial Black" pitchFamily="34" charset="0"/>
              </a:rPr>
              <a:t>Ho </a:t>
            </a:r>
            <a:r>
              <a:rPr lang="fr-FR" sz="5000" b="1" dirty="0" err="1">
                <a:solidFill>
                  <a:prstClr val="black"/>
                </a:solidFill>
                <a:latin typeface="Arial Black" pitchFamily="34" charset="0"/>
              </a:rPr>
              <a:t>mpitantana</a:t>
            </a:r>
            <a:r>
              <a:rPr lang="fr-FR" sz="5000" b="1" dirty="0"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fr-FR" sz="5000" b="1" dirty="0" err="1">
                <a:solidFill>
                  <a:prstClr val="black"/>
                </a:solidFill>
                <a:latin typeface="Arial Black" pitchFamily="34" charset="0"/>
              </a:rPr>
              <a:t>ny</a:t>
            </a:r>
            <a:r>
              <a:rPr lang="fr-FR" sz="5000" b="1" dirty="0">
                <a:solidFill>
                  <a:prstClr val="black"/>
                </a:solidFill>
                <a:latin typeface="Arial Black" pitchFamily="34" charset="0"/>
              </a:rPr>
              <a:t> dia</a:t>
            </a:r>
          </a:p>
          <a:p>
            <a:pPr algn="ctr"/>
            <a:r>
              <a:rPr lang="fr-FR" sz="5000" b="1" dirty="0" smtClean="0">
                <a:solidFill>
                  <a:prstClr val="black"/>
                </a:solidFill>
                <a:latin typeface="Arial Black" pitchFamily="34" charset="0"/>
              </a:rPr>
              <a:t>’Lay </a:t>
            </a:r>
            <a:r>
              <a:rPr lang="fr-FR" sz="5000" b="1" dirty="0" err="1">
                <a:solidFill>
                  <a:prstClr val="black"/>
                </a:solidFill>
                <a:latin typeface="Arial Black" pitchFamily="34" charset="0"/>
              </a:rPr>
              <a:t>finoana</a:t>
            </a:r>
            <a:r>
              <a:rPr lang="fr-FR" sz="5000" b="1" dirty="0"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fr-FR" sz="5000" b="1" dirty="0" err="1">
                <a:solidFill>
                  <a:prstClr val="black"/>
                </a:solidFill>
                <a:latin typeface="Arial Black" pitchFamily="34" charset="0"/>
              </a:rPr>
              <a:t>ao</a:t>
            </a:r>
            <a:r>
              <a:rPr lang="fr-FR" sz="5000" b="1" dirty="0"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fr-FR" sz="5000" b="1" dirty="0" err="1">
                <a:solidFill>
                  <a:prstClr val="black"/>
                </a:solidFill>
                <a:latin typeface="Arial Black" pitchFamily="34" charset="0"/>
              </a:rPr>
              <a:t>anaty</a:t>
            </a:r>
            <a:endParaRPr lang="fr-FR" sz="5000" b="1" dirty="0">
              <a:solidFill>
                <a:prstClr val="black"/>
              </a:solidFill>
              <a:latin typeface="Arial Black" pitchFamily="34" charset="0"/>
            </a:endParaRPr>
          </a:p>
          <a:p>
            <a:pPr algn="ctr"/>
            <a:r>
              <a:rPr lang="fr-FR" sz="5000" b="1" dirty="0" err="1">
                <a:solidFill>
                  <a:prstClr val="black"/>
                </a:solidFill>
                <a:latin typeface="Arial Black" pitchFamily="34" charset="0"/>
              </a:rPr>
              <a:t>Homba</a:t>
            </a:r>
            <a:r>
              <a:rPr lang="fr-FR" sz="5000" b="1" dirty="0"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fr-FR" sz="5000" b="1" dirty="0" err="1">
                <a:solidFill>
                  <a:prstClr val="black"/>
                </a:solidFill>
                <a:latin typeface="Arial Black" pitchFamily="34" charset="0"/>
              </a:rPr>
              <a:t>anao</a:t>
            </a:r>
            <a:r>
              <a:rPr lang="fr-FR" sz="5000" b="1" dirty="0"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fr-FR" sz="5000" b="1" dirty="0" err="1">
                <a:solidFill>
                  <a:prstClr val="black"/>
                </a:solidFill>
                <a:latin typeface="Arial Black" pitchFamily="34" charset="0"/>
              </a:rPr>
              <a:t>doria</a:t>
            </a:r>
            <a:r>
              <a:rPr lang="fr-FR" sz="5000" b="1" dirty="0"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fr-FR" sz="5000" b="1" dirty="0" err="1">
                <a:solidFill>
                  <a:prstClr val="black"/>
                </a:solidFill>
                <a:latin typeface="Arial Black" pitchFamily="34" charset="0"/>
              </a:rPr>
              <a:t>doria</a:t>
            </a:r>
            <a:r>
              <a:rPr lang="fr-FR" sz="5000" b="1" dirty="0">
                <a:solidFill>
                  <a:prstClr val="black"/>
                </a:solidFill>
                <a:latin typeface="Arial Black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235602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push dir="u"/>
      </p:transition>
    </mc:Choice>
    <mc:Fallback xmlns="">
      <p:transition spd="slow">
        <p:push dir="u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/>
          <p:cNvSpPr txBox="1"/>
          <p:nvPr/>
        </p:nvSpPr>
        <p:spPr>
          <a:xfrm>
            <a:off x="0" y="0"/>
            <a:ext cx="9144000" cy="68018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600" b="1" dirty="0" err="1" smtClean="0">
                <a:solidFill>
                  <a:srgbClr val="F79646">
                    <a:lumMod val="50000"/>
                  </a:srgbClr>
                </a:solidFill>
                <a:latin typeface="Arial Black" pitchFamily="34" charset="0"/>
              </a:rPr>
              <a:t>Fiv</a:t>
            </a:r>
            <a:r>
              <a:rPr lang="fr-FR" sz="3600" b="1" dirty="0" smtClean="0">
                <a:solidFill>
                  <a:srgbClr val="F79646">
                    <a:lumMod val="50000"/>
                  </a:srgbClr>
                </a:solidFill>
                <a:latin typeface="Arial Black" pitchFamily="34" charset="0"/>
              </a:rPr>
              <a:t>. </a:t>
            </a:r>
          </a:p>
          <a:p>
            <a:pPr algn="ctr"/>
            <a:r>
              <a:rPr lang="fr-FR" sz="5000" b="1" spc="300" dirty="0" err="1" smtClean="0">
                <a:solidFill>
                  <a:prstClr val="black"/>
                </a:solidFill>
                <a:latin typeface="Franklin Gothic Demi" pitchFamily="34" charset="0"/>
              </a:rPr>
              <a:t>Mbola</a:t>
            </a:r>
            <a:r>
              <a:rPr lang="fr-FR" sz="5000" b="1" spc="300" dirty="0" smtClean="0">
                <a:solidFill>
                  <a:prstClr val="black"/>
                </a:solidFill>
                <a:latin typeface="Franklin Gothic Demi" pitchFamily="34" charset="0"/>
              </a:rPr>
              <a:t> </a:t>
            </a:r>
            <a:r>
              <a:rPr lang="fr-FR" sz="5000" b="1" spc="300" dirty="0">
                <a:solidFill>
                  <a:prstClr val="black"/>
                </a:solidFill>
                <a:latin typeface="Franklin Gothic Demi" pitchFamily="34" charset="0"/>
              </a:rPr>
              <a:t>ho </a:t>
            </a:r>
            <a:r>
              <a:rPr lang="fr-FR" sz="5000" b="1" spc="300" dirty="0" err="1">
                <a:solidFill>
                  <a:prstClr val="black"/>
                </a:solidFill>
                <a:latin typeface="Franklin Gothic Demi" pitchFamily="34" charset="0"/>
              </a:rPr>
              <a:t>avy</a:t>
            </a:r>
            <a:r>
              <a:rPr lang="fr-FR" sz="5000" b="1" spc="300" dirty="0">
                <a:solidFill>
                  <a:prstClr val="black"/>
                </a:solidFill>
                <a:latin typeface="Franklin Gothic Demi" pitchFamily="34" charset="0"/>
              </a:rPr>
              <a:t> </a:t>
            </a:r>
            <a:r>
              <a:rPr lang="fr-FR" sz="5000" b="1" spc="300" dirty="0" err="1">
                <a:solidFill>
                  <a:prstClr val="black"/>
                </a:solidFill>
                <a:latin typeface="Franklin Gothic Demi" pitchFamily="34" charset="0"/>
              </a:rPr>
              <a:t>ny</a:t>
            </a:r>
            <a:r>
              <a:rPr lang="fr-FR" sz="5000" b="1" spc="300" dirty="0">
                <a:solidFill>
                  <a:prstClr val="black"/>
                </a:solidFill>
                <a:latin typeface="Franklin Gothic Demi" pitchFamily="34" charset="0"/>
              </a:rPr>
              <a:t> </a:t>
            </a:r>
            <a:r>
              <a:rPr lang="fr-FR" sz="5000" b="1" spc="300" dirty="0" err="1">
                <a:solidFill>
                  <a:prstClr val="black"/>
                </a:solidFill>
                <a:latin typeface="Franklin Gothic Demi" pitchFamily="34" charset="0"/>
              </a:rPr>
              <a:t>maraina</a:t>
            </a:r>
            <a:endParaRPr lang="fr-FR" sz="5000" b="1" spc="300" dirty="0">
              <a:solidFill>
                <a:prstClr val="black"/>
              </a:solidFill>
              <a:latin typeface="Franklin Gothic Demi" pitchFamily="34" charset="0"/>
            </a:endParaRPr>
          </a:p>
          <a:p>
            <a:pPr algn="ctr"/>
            <a:r>
              <a:rPr lang="fr-FR" sz="5000" b="1" spc="300" dirty="0" smtClean="0">
                <a:solidFill>
                  <a:prstClr val="black"/>
                </a:solidFill>
                <a:latin typeface="Franklin Gothic Demi" pitchFamily="34" charset="0"/>
              </a:rPr>
              <a:t>‘</a:t>
            </a:r>
            <a:r>
              <a:rPr lang="fr-FR" sz="5000" b="1" spc="300" dirty="0">
                <a:solidFill>
                  <a:prstClr val="black"/>
                </a:solidFill>
                <a:latin typeface="Franklin Gothic Demi" pitchFamily="34" charset="0"/>
              </a:rPr>
              <a:t>Zay </a:t>
            </a:r>
            <a:r>
              <a:rPr lang="fr-FR" sz="5000" b="1" spc="300" dirty="0" err="1">
                <a:solidFill>
                  <a:prstClr val="black"/>
                </a:solidFill>
                <a:latin typeface="Franklin Gothic Demi" pitchFamily="34" charset="0"/>
              </a:rPr>
              <a:t>mitondra</a:t>
            </a:r>
            <a:r>
              <a:rPr lang="fr-FR" sz="5000" b="1" spc="300" dirty="0">
                <a:solidFill>
                  <a:prstClr val="black"/>
                </a:solidFill>
                <a:latin typeface="Franklin Gothic Demi" pitchFamily="34" charset="0"/>
              </a:rPr>
              <a:t> </a:t>
            </a:r>
            <a:r>
              <a:rPr lang="fr-FR" sz="5000" b="1" spc="300" dirty="0" err="1">
                <a:solidFill>
                  <a:prstClr val="black"/>
                </a:solidFill>
                <a:latin typeface="Franklin Gothic Demi" pitchFamily="34" charset="0"/>
              </a:rPr>
              <a:t>hery</a:t>
            </a:r>
            <a:r>
              <a:rPr lang="fr-FR" sz="5000" b="1" spc="300" dirty="0">
                <a:solidFill>
                  <a:prstClr val="black"/>
                </a:solidFill>
                <a:latin typeface="Franklin Gothic Demi" pitchFamily="34" charset="0"/>
              </a:rPr>
              <a:t> </a:t>
            </a:r>
            <a:r>
              <a:rPr lang="fr-FR" sz="5000" b="1" spc="300" dirty="0" err="1">
                <a:solidFill>
                  <a:prstClr val="black"/>
                </a:solidFill>
                <a:latin typeface="Franklin Gothic Demi" pitchFamily="34" charset="0"/>
              </a:rPr>
              <a:t>vao</a:t>
            </a:r>
            <a:endParaRPr lang="fr-FR" sz="5000" b="1" spc="300" dirty="0">
              <a:solidFill>
                <a:prstClr val="black"/>
              </a:solidFill>
              <a:latin typeface="Franklin Gothic Demi" pitchFamily="34" charset="0"/>
            </a:endParaRPr>
          </a:p>
          <a:p>
            <a:pPr algn="ctr"/>
            <a:r>
              <a:rPr lang="fr-FR" sz="5000" b="1" spc="300" dirty="0" err="1">
                <a:solidFill>
                  <a:prstClr val="black"/>
                </a:solidFill>
                <a:latin typeface="Franklin Gothic Demi" pitchFamily="34" charset="0"/>
              </a:rPr>
              <a:t>Ry</a:t>
            </a:r>
            <a:r>
              <a:rPr lang="fr-FR" sz="5000" b="1" spc="300" dirty="0">
                <a:solidFill>
                  <a:prstClr val="black"/>
                </a:solidFill>
                <a:latin typeface="Franklin Gothic Demi" pitchFamily="34" charset="0"/>
              </a:rPr>
              <a:t> </a:t>
            </a:r>
            <a:r>
              <a:rPr lang="fr-FR" sz="5000" b="1" spc="300" dirty="0" err="1">
                <a:solidFill>
                  <a:prstClr val="black"/>
                </a:solidFill>
                <a:latin typeface="Franklin Gothic Demi" pitchFamily="34" charset="0"/>
              </a:rPr>
              <a:t>mpiambina</a:t>
            </a:r>
            <a:r>
              <a:rPr lang="fr-FR" sz="5000" b="1" spc="300" dirty="0">
                <a:solidFill>
                  <a:prstClr val="black"/>
                </a:solidFill>
                <a:latin typeface="Franklin Gothic Demi" pitchFamily="34" charset="0"/>
              </a:rPr>
              <a:t> </a:t>
            </a:r>
            <a:r>
              <a:rPr lang="fr-FR" sz="5000" b="1" spc="300" dirty="0" err="1">
                <a:solidFill>
                  <a:prstClr val="black"/>
                </a:solidFill>
                <a:latin typeface="Franklin Gothic Demi" pitchFamily="34" charset="0"/>
              </a:rPr>
              <a:t>miarena</a:t>
            </a:r>
            <a:endParaRPr lang="fr-FR" sz="5000" b="1" spc="300" dirty="0">
              <a:solidFill>
                <a:prstClr val="black"/>
              </a:solidFill>
              <a:latin typeface="Franklin Gothic Demi" pitchFamily="34" charset="0"/>
            </a:endParaRPr>
          </a:p>
          <a:p>
            <a:pPr algn="ctr"/>
            <a:r>
              <a:rPr lang="fr-FR" sz="5000" b="1" spc="300" dirty="0">
                <a:solidFill>
                  <a:prstClr val="black"/>
                </a:solidFill>
                <a:latin typeface="Franklin Gothic Demi" pitchFamily="34" charset="0"/>
              </a:rPr>
              <a:t>Ka </a:t>
            </a:r>
            <a:r>
              <a:rPr lang="fr-FR" sz="5000" b="1" spc="300" dirty="0" err="1">
                <a:solidFill>
                  <a:prstClr val="black"/>
                </a:solidFill>
                <a:latin typeface="Franklin Gothic Demi" pitchFamily="34" charset="0"/>
              </a:rPr>
              <a:t>ingao</a:t>
            </a:r>
            <a:r>
              <a:rPr lang="fr-FR" sz="5000" b="1" spc="300" dirty="0">
                <a:solidFill>
                  <a:prstClr val="black"/>
                </a:solidFill>
                <a:latin typeface="Franklin Gothic Demi" pitchFamily="34" charset="0"/>
              </a:rPr>
              <a:t> </a:t>
            </a:r>
            <a:r>
              <a:rPr lang="fr-FR" sz="5000" b="1" spc="300" dirty="0" err="1">
                <a:solidFill>
                  <a:prstClr val="black"/>
                </a:solidFill>
                <a:latin typeface="Franklin Gothic Demi" pitchFamily="34" charset="0"/>
              </a:rPr>
              <a:t>ny</a:t>
            </a:r>
            <a:r>
              <a:rPr lang="fr-FR" sz="5000" b="1" spc="300" dirty="0">
                <a:solidFill>
                  <a:prstClr val="black"/>
                </a:solidFill>
                <a:latin typeface="Franklin Gothic Demi" pitchFamily="34" charset="0"/>
              </a:rPr>
              <a:t> </a:t>
            </a:r>
            <a:r>
              <a:rPr lang="fr-FR" sz="5000" b="1" spc="300" dirty="0" err="1">
                <a:solidFill>
                  <a:prstClr val="black"/>
                </a:solidFill>
                <a:latin typeface="Franklin Gothic Demi" pitchFamily="34" charset="0"/>
              </a:rPr>
              <a:t>zovinao</a:t>
            </a:r>
            <a:endParaRPr lang="fr-FR" sz="5000" b="1" spc="300" dirty="0">
              <a:solidFill>
                <a:prstClr val="black"/>
              </a:solidFill>
              <a:latin typeface="Franklin Gothic Demi" pitchFamily="34" charset="0"/>
            </a:endParaRPr>
          </a:p>
          <a:p>
            <a:pPr algn="ctr"/>
            <a:r>
              <a:rPr lang="fr-FR" sz="5000" b="1" spc="300" dirty="0" err="1">
                <a:solidFill>
                  <a:prstClr val="black"/>
                </a:solidFill>
                <a:latin typeface="Franklin Gothic Demi" pitchFamily="34" charset="0"/>
              </a:rPr>
              <a:t>Ambarao</a:t>
            </a:r>
            <a:r>
              <a:rPr lang="fr-FR" sz="5000" b="1" spc="300" dirty="0">
                <a:solidFill>
                  <a:prstClr val="black"/>
                </a:solidFill>
                <a:latin typeface="Franklin Gothic Demi" pitchFamily="34" charset="0"/>
              </a:rPr>
              <a:t> fa </a:t>
            </a:r>
            <a:r>
              <a:rPr lang="fr-FR" sz="5000" b="1" spc="300" dirty="0" err="1">
                <a:solidFill>
                  <a:prstClr val="black"/>
                </a:solidFill>
                <a:latin typeface="Franklin Gothic Demi" pitchFamily="34" charset="0"/>
              </a:rPr>
              <a:t>ny</a:t>
            </a:r>
            <a:r>
              <a:rPr lang="fr-FR" sz="5000" b="1" spc="300" dirty="0">
                <a:solidFill>
                  <a:prstClr val="black"/>
                </a:solidFill>
                <a:latin typeface="Franklin Gothic Demi" pitchFamily="34" charset="0"/>
              </a:rPr>
              <a:t> </a:t>
            </a:r>
            <a:r>
              <a:rPr lang="fr-FR" sz="5000" b="1" spc="300" dirty="0" err="1">
                <a:solidFill>
                  <a:prstClr val="black"/>
                </a:solidFill>
                <a:latin typeface="Franklin Gothic Demi" pitchFamily="34" charset="0"/>
              </a:rPr>
              <a:t>aizina</a:t>
            </a:r>
            <a:endParaRPr lang="fr-FR" sz="5000" b="1" spc="300" dirty="0">
              <a:solidFill>
                <a:prstClr val="black"/>
              </a:solidFill>
              <a:latin typeface="Franklin Gothic Demi" pitchFamily="34" charset="0"/>
            </a:endParaRPr>
          </a:p>
          <a:p>
            <a:pPr algn="ctr"/>
            <a:r>
              <a:rPr lang="fr-FR" sz="5000" b="1" spc="300" dirty="0" err="1">
                <a:solidFill>
                  <a:prstClr val="black"/>
                </a:solidFill>
                <a:latin typeface="Franklin Gothic Demi" pitchFamily="34" charset="0"/>
              </a:rPr>
              <a:t>Indro</a:t>
            </a:r>
            <a:r>
              <a:rPr lang="fr-FR" sz="5000" b="1" spc="300" dirty="0">
                <a:solidFill>
                  <a:prstClr val="black"/>
                </a:solidFill>
                <a:latin typeface="Franklin Gothic Demi" pitchFamily="34" charset="0"/>
              </a:rPr>
              <a:t> </a:t>
            </a:r>
            <a:r>
              <a:rPr lang="fr-FR" sz="5000" b="1" spc="300" dirty="0" err="1">
                <a:solidFill>
                  <a:prstClr val="black"/>
                </a:solidFill>
                <a:latin typeface="Franklin Gothic Demi" pitchFamily="34" charset="0"/>
              </a:rPr>
              <a:t>efa</a:t>
            </a:r>
            <a:r>
              <a:rPr lang="fr-FR" sz="5000" b="1" spc="300" dirty="0">
                <a:solidFill>
                  <a:prstClr val="black"/>
                </a:solidFill>
                <a:latin typeface="Franklin Gothic Demi" pitchFamily="34" charset="0"/>
              </a:rPr>
              <a:t> </a:t>
            </a:r>
            <a:r>
              <a:rPr lang="fr-FR" sz="5000" b="1" spc="300" dirty="0" err="1">
                <a:solidFill>
                  <a:prstClr val="black"/>
                </a:solidFill>
                <a:latin typeface="Franklin Gothic Demi" pitchFamily="34" charset="0"/>
              </a:rPr>
              <a:t>lasa</a:t>
            </a:r>
            <a:r>
              <a:rPr lang="fr-FR" sz="5000" b="1" spc="300" dirty="0">
                <a:solidFill>
                  <a:prstClr val="black"/>
                </a:solidFill>
                <a:latin typeface="Franklin Gothic Demi" pitchFamily="34" charset="0"/>
              </a:rPr>
              <a:t> </a:t>
            </a:r>
            <a:r>
              <a:rPr lang="fr-FR" sz="5000" b="1" spc="300" dirty="0" err="1">
                <a:solidFill>
                  <a:prstClr val="black"/>
                </a:solidFill>
                <a:latin typeface="Franklin Gothic Demi" pitchFamily="34" charset="0"/>
              </a:rPr>
              <a:t>re</a:t>
            </a:r>
            <a:endParaRPr lang="fr-FR" sz="5000" b="1" spc="300" dirty="0">
              <a:solidFill>
                <a:prstClr val="black"/>
              </a:solidFill>
              <a:latin typeface="Franklin Gothic Demi" pitchFamily="34" charset="0"/>
            </a:endParaRPr>
          </a:p>
          <a:p>
            <a:pPr algn="ctr"/>
            <a:r>
              <a:rPr lang="fr-FR" sz="5000" b="1" spc="300" dirty="0" err="1">
                <a:solidFill>
                  <a:prstClr val="black"/>
                </a:solidFill>
                <a:latin typeface="Franklin Gothic Demi" pitchFamily="34" charset="0"/>
              </a:rPr>
              <a:t>Efa</a:t>
            </a:r>
            <a:r>
              <a:rPr lang="fr-FR" sz="5000" b="1" spc="300" dirty="0">
                <a:solidFill>
                  <a:prstClr val="black"/>
                </a:solidFill>
                <a:latin typeface="Franklin Gothic Demi" pitchFamily="34" charset="0"/>
              </a:rPr>
              <a:t> </a:t>
            </a:r>
            <a:r>
              <a:rPr lang="fr-FR" sz="5000" b="1" spc="300" dirty="0" err="1">
                <a:solidFill>
                  <a:prstClr val="black"/>
                </a:solidFill>
                <a:latin typeface="Franklin Gothic Demi" pitchFamily="34" charset="0"/>
              </a:rPr>
              <a:t>tonga</a:t>
            </a:r>
            <a:r>
              <a:rPr lang="fr-FR" sz="5000" b="1" spc="300" dirty="0">
                <a:solidFill>
                  <a:prstClr val="black"/>
                </a:solidFill>
                <a:latin typeface="Franklin Gothic Demi" pitchFamily="34" charset="0"/>
              </a:rPr>
              <a:t> </a:t>
            </a:r>
            <a:r>
              <a:rPr lang="fr-FR" sz="5000" b="1" spc="300" dirty="0" err="1">
                <a:solidFill>
                  <a:prstClr val="black"/>
                </a:solidFill>
                <a:latin typeface="Franklin Gothic Demi" pitchFamily="34" charset="0"/>
              </a:rPr>
              <a:t>ny</a:t>
            </a:r>
            <a:r>
              <a:rPr lang="fr-FR" sz="5000" b="1" spc="300" dirty="0">
                <a:solidFill>
                  <a:prstClr val="black"/>
                </a:solidFill>
                <a:latin typeface="Franklin Gothic Demi" pitchFamily="34" charset="0"/>
              </a:rPr>
              <a:t> </a:t>
            </a:r>
            <a:r>
              <a:rPr lang="fr-FR" sz="5000" b="1" spc="300" dirty="0" err="1">
                <a:solidFill>
                  <a:prstClr val="black"/>
                </a:solidFill>
                <a:latin typeface="Franklin Gothic Demi" pitchFamily="34" charset="0"/>
              </a:rPr>
              <a:t>maraina</a:t>
            </a:r>
            <a:endParaRPr lang="fr-FR" sz="5000" b="1" spc="300" dirty="0">
              <a:solidFill>
                <a:prstClr val="black"/>
              </a:solidFill>
              <a:latin typeface="Franklin Gothic Demi" pitchFamily="34" charset="0"/>
            </a:endParaRPr>
          </a:p>
          <a:p>
            <a:pPr algn="ctr"/>
            <a:r>
              <a:rPr lang="fr-FR" sz="5000" b="1" spc="300" dirty="0" err="1">
                <a:solidFill>
                  <a:prstClr val="black"/>
                </a:solidFill>
                <a:latin typeface="Franklin Gothic Demi" pitchFamily="34" charset="0"/>
              </a:rPr>
              <a:t>Hisy</a:t>
            </a:r>
            <a:r>
              <a:rPr lang="fr-FR" sz="5000" b="1" spc="300" dirty="0">
                <a:solidFill>
                  <a:prstClr val="black"/>
                </a:solidFill>
                <a:latin typeface="Franklin Gothic Demi" pitchFamily="34" charset="0"/>
              </a:rPr>
              <a:t> </a:t>
            </a:r>
            <a:r>
              <a:rPr lang="fr-FR" sz="5000" b="1" spc="300" dirty="0" err="1">
                <a:solidFill>
                  <a:prstClr val="black"/>
                </a:solidFill>
                <a:latin typeface="Franklin Gothic Demi" pitchFamily="34" charset="0"/>
              </a:rPr>
              <a:t>hazavana</a:t>
            </a:r>
            <a:r>
              <a:rPr lang="fr-FR" sz="5000" b="1" spc="300" dirty="0">
                <a:solidFill>
                  <a:prstClr val="black"/>
                </a:solidFill>
                <a:latin typeface="Franklin Gothic Demi" pitchFamily="34" charset="0"/>
              </a:rPr>
              <a:t> </a:t>
            </a:r>
            <a:r>
              <a:rPr lang="fr-FR" sz="5000" b="1" spc="300" dirty="0" err="1">
                <a:solidFill>
                  <a:prstClr val="black"/>
                </a:solidFill>
                <a:latin typeface="Franklin Gothic Demi" pitchFamily="34" charset="0"/>
              </a:rPr>
              <a:t>be</a:t>
            </a:r>
            <a:r>
              <a:rPr lang="fr-FR" sz="5000" b="1" spc="300" dirty="0">
                <a:solidFill>
                  <a:prstClr val="black"/>
                </a:solidFill>
                <a:latin typeface="Franklin Gothic Demi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344743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push dir="u"/>
      </p:transition>
    </mc:Choice>
    <mc:Fallback xmlns="">
      <p:transition spd="slow">
        <p:push dir="u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1318</TotalTime>
  <Words>205</Words>
  <Application>Microsoft Office PowerPoint</Application>
  <PresentationFormat>Affichage à l'écran (4:3)</PresentationFormat>
  <Paragraphs>54</Paragraphs>
  <Slides>6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7" baseType="lpstr"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Prive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Haridera RAZAFNTSALAMA</dc:creator>
  <cp:lastModifiedBy>Jules_Gerp</cp:lastModifiedBy>
  <cp:revision>127</cp:revision>
  <dcterms:created xsi:type="dcterms:W3CDTF">2011-09-28T14:59:36Z</dcterms:created>
  <dcterms:modified xsi:type="dcterms:W3CDTF">2012-08-10T04:18:01Z</dcterms:modified>
</cp:coreProperties>
</file>