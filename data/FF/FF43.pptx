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11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600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50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478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196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927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6506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4078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2795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97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285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F5093-F78E-4C54-92B5-273C64AB824F}" type="datetimeFigureOut">
              <a:rPr lang="fr-FR" smtClean="0"/>
              <a:t>13/11/2012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FBAE0-DF1D-4016-913C-26E4459298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423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476672"/>
            <a:ext cx="9144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Jesosy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Tompo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miantso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Manontany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izao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“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Aiza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moa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?”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ondrikelinao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noana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indreo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Miandry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re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ireo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   “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Aiza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moa </a:t>
            </a:r>
            <a:r>
              <a:rPr kumimoji="0" lang="en-GB" sz="4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ianao</a:t>
            </a:r>
            <a:r>
              <a:rPr kumimoji="0" lang="en-GB" sz="4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Franklin Gothic Demi" pitchFamily="34" charset="0"/>
                <a:cs typeface="Times New Roman" pitchFamily="18" charset="0"/>
              </a:rPr>
              <a:t> ?”</a:t>
            </a:r>
            <a:endParaRPr kumimoji="0" lang="en-GB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2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701988"/>
            <a:ext cx="93965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  ‘Ty </a:t>
            </a:r>
            <a:r>
              <a:rPr lang="en-GB" sz="4800" dirty="0" err="1">
                <a:latin typeface="Franklin Gothic Demi" pitchFamily="34" charset="0"/>
              </a:rPr>
              <a:t>aho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Jeso</a:t>
            </a:r>
            <a:r>
              <a:rPr lang="en-GB" sz="4800" dirty="0">
                <a:latin typeface="Franklin Gothic Demi" pitchFamily="34" charset="0"/>
              </a:rPr>
              <a:t>, </a:t>
            </a:r>
            <a:r>
              <a:rPr lang="en-GB" sz="4800" dirty="0" err="1">
                <a:latin typeface="Franklin Gothic Demi" pitchFamily="34" charset="0"/>
              </a:rPr>
              <a:t>ekeo</a:t>
            </a:r>
            <a:r>
              <a:rPr lang="en-GB" sz="4800" dirty="0">
                <a:latin typeface="Franklin Gothic Demi" pitchFamily="34" charset="0"/>
              </a:rPr>
              <a:t> 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   (</a:t>
            </a:r>
            <a:r>
              <a:rPr lang="en-GB" sz="4800" dirty="0" err="1">
                <a:latin typeface="Franklin Gothic Demi" pitchFamily="34" charset="0"/>
              </a:rPr>
              <a:t>ekeo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r>
              <a:rPr lang="en-GB" sz="4800" dirty="0">
                <a:latin typeface="Franklin Gothic Demi" pitchFamily="34" charset="0"/>
              </a:rPr>
              <a:t>)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irakao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Raiso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hanao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 smtClean="0">
                <a:latin typeface="Franklin Gothic Demi" pitchFamily="34" charset="0"/>
              </a:rPr>
              <a:t>sitrakao</a:t>
            </a:r>
            <a:r>
              <a:rPr lang="en-GB" sz="4800" dirty="0">
                <a:latin typeface="Franklin Gothic Demi" pitchFamily="34" charset="0"/>
              </a:rPr>
              <a:t>  </a:t>
            </a:r>
            <a:r>
              <a:rPr lang="en-GB" sz="4800" dirty="0" err="1">
                <a:latin typeface="Franklin Gothic Demi" pitchFamily="34" charset="0"/>
              </a:rPr>
              <a:t>tokoa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</a:t>
            </a:r>
            <a:r>
              <a:rPr lang="en-GB" sz="4800" dirty="0" err="1">
                <a:latin typeface="Franklin Gothic Demi" pitchFamily="34" charset="0"/>
              </a:rPr>
              <a:t>Jesosy</a:t>
            </a:r>
            <a:r>
              <a:rPr lang="en-GB" sz="4800" dirty="0">
                <a:latin typeface="Franklin Gothic Demi" pitchFamily="34" charset="0"/>
              </a:rPr>
              <a:t> ô ! (</a:t>
            </a:r>
            <a:r>
              <a:rPr lang="en-GB" sz="4800" dirty="0" err="1">
                <a:latin typeface="Franklin Gothic Demi" pitchFamily="34" charset="0"/>
              </a:rPr>
              <a:t>omeko</a:t>
            </a:r>
            <a:r>
              <a:rPr lang="en-GB" sz="4800" dirty="0">
                <a:latin typeface="Franklin Gothic Demi" pitchFamily="34" charset="0"/>
              </a:rPr>
              <a:t>)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 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foko</a:t>
            </a:r>
            <a:r>
              <a:rPr lang="en-GB" sz="4800" dirty="0">
                <a:latin typeface="Franklin Gothic Demi" pitchFamily="34" charset="0"/>
              </a:rPr>
              <a:t>, </a:t>
            </a:r>
            <a:r>
              <a:rPr lang="en-GB" sz="4800" dirty="0" err="1">
                <a:latin typeface="Franklin Gothic Demi" pitchFamily="34" charset="0"/>
              </a:rPr>
              <a:t>tenako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fanahiko</a:t>
            </a:r>
            <a:r>
              <a:rPr lang="en-GB" sz="4800" dirty="0">
                <a:latin typeface="Franklin Gothic Demi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557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701991"/>
            <a:ext cx="93965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E ! </a:t>
            </a:r>
            <a:r>
              <a:rPr lang="en-GB" sz="4800" dirty="0" err="1">
                <a:latin typeface="Franklin Gothic Demi" pitchFamily="34" charset="0"/>
              </a:rPr>
              <a:t>lalan-tsarotra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ilàna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Ady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mafy</a:t>
            </a:r>
            <a:r>
              <a:rPr lang="en-GB" sz="4800" dirty="0">
                <a:latin typeface="Franklin Gothic Demi" pitchFamily="34" charset="0"/>
              </a:rPr>
              <a:t> no </a:t>
            </a:r>
            <a:r>
              <a:rPr lang="en-GB" sz="4800" dirty="0" err="1">
                <a:latin typeface="Franklin Gothic Demi" pitchFamily="34" charset="0"/>
              </a:rPr>
              <a:t>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“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Reseonao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‘</a:t>
            </a:r>
            <a:r>
              <a:rPr lang="en-GB" sz="4800" dirty="0" err="1">
                <a:latin typeface="Franklin Gothic Demi" pitchFamily="34" charset="0"/>
              </a:rPr>
              <a:t>zao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tontolo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 </a:t>
            </a:r>
            <a:r>
              <a:rPr lang="en-GB" sz="4800" dirty="0" err="1">
                <a:latin typeface="Franklin Gothic Demi" pitchFamily="34" charset="0"/>
              </a:rPr>
              <a:t>Mba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ahy</a:t>
            </a:r>
            <a:r>
              <a:rPr lang="en-GB" sz="4800" dirty="0">
                <a:latin typeface="Franklin Gothic Demi" pitchFamily="34" charset="0"/>
              </a:rPr>
              <a:t> re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r>
              <a:rPr lang="en-GB" sz="4800" dirty="0">
                <a:latin typeface="Franklin Gothic Demi" pitchFamily="34" charset="0"/>
              </a:rPr>
              <a:t>,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“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</a:t>
            </a:r>
          </a:p>
        </p:txBody>
      </p:sp>
    </p:spTree>
    <p:extLst>
      <p:ext uri="{BB962C8B-B14F-4D97-AF65-F5344CB8AC3E}">
        <p14:creationId xmlns:p14="http://schemas.microsoft.com/office/powerpoint/2010/main" val="1943550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701994"/>
            <a:ext cx="9396536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  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hery</a:t>
            </a:r>
            <a:r>
              <a:rPr lang="en-GB" sz="4800" dirty="0">
                <a:latin typeface="Franklin Gothic Demi" pitchFamily="34" charset="0"/>
              </a:rPr>
              <a:t>, </a:t>
            </a:r>
            <a:r>
              <a:rPr lang="en-GB" sz="4800" dirty="0" err="1">
                <a:latin typeface="Franklin Gothic Demi" pitchFamily="34" charset="0"/>
              </a:rPr>
              <a:t>aina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fanananao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No </a:t>
            </a:r>
            <a:r>
              <a:rPr lang="en-GB" sz="4800" dirty="0" err="1">
                <a:latin typeface="Franklin Gothic Demi" pitchFamily="34" charset="0"/>
              </a:rPr>
              <a:t>ilaiko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”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 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teninao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fanahinao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No </a:t>
            </a:r>
            <a:r>
              <a:rPr lang="en-GB" sz="4800" dirty="0" err="1">
                <a:latin typeface="Franklin Gothic Demi" pitchFamily="34" charset="0"/>
              </a:rPr>
              <a:t>takiako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izao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“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  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sandriko</a:t>
            </a:r>
            <a:r>
              <a:rPr lang="en-GB" sz="4800" dirty="0">
                <a:latin typeface="Franklin Gothic Demi" pitchFamily="34" charset="0"/>
              </a:rPr>
              <a:t> no </a:t>
            </a:r>
            <a:r>
              <a:rPr lang="en-GB" sz="4800" dirty="0" err="1">
                <a:latin typeface="Franklin Gothic Demi" pitchFamily="34" charset="0"/>
              </a:rPr>
              <a:t>hiaro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>
              <a:latin typeface="Franklin Gothic Dem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162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252536" y="1071329"/>
            <a:ext cx="939653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dirty="0">
                <a:latin typeface="Franklin Gothic Demi" pitchFamily="34" charset="0"/>
              </a:rPr>
              <a:t>        </a:t>
            </a:r>
            <a:r>
              <a:rPr lang="en-GB" sz="4800" dirty="0" err="1">
                <a:latin typeface="Franklin Gothic Demi" pitchFamily="34" charset="0"/>
              </a:rPr>
              <a:t>Hisakambina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 “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 </a:t>
            </a:r>
            <a:r>
              <a:rPr lang="en-GB" sz="4800" dirty="0" err="1">
                <a:latin typeface="Franklin Gothic Demi" pitchFamily="34" charset="0"/>
              </a:rPr>
              <a:t>Raha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ny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Fanahy</a:t>
            </a:r>
            <a:r>
              <a:rPr lang="en-GB" sz="4800" dirty="0">
                <a:latin typeface="Franklin Gothic Demi" pitchFamily="34" charset="0"/>
              </a:rPr>
              <a:t> 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 no </a:t>
            </a:r>
            <a:r>
              <a:rPr lang="en-GB" sz="4800" dirty="0" err="1">
                <a:latin typeface="Franklin Gothic Demi" pitchFamily="34" charset="0"/>
              </a:rPr>
              <a:t>hitantana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anao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 </a:t>
            </a:r>
            <a:r>
              <a:rPr lang="en-GB" sz="4800" dirty="0" err="1">
                <a:latin typeface="Franklin Gothic Demi" pitchFamily="34" charset="0"/>
              </a:rPr>
              <a:t>Vonona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ve</a:t>
            </a:r>
            <a:r>
              <a:rPr lang="en-GB" sz="4800" dirty="0">
                <a:latin typeface="Franklin Gothic Demi" pitchFamily="34" charset="0"/>
              </a:rPr>
              <a:t>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</a:t>
            </a:r>
            <a:endParaRPr lang="en-GB" sz="4800" dirty="0" smtClean="0">
              <a:latin typeface="Franklin Gothic Demi" pitchFamily="34" charset="0"/>
            </a:endParaRPr>
          </a:p>
          <a:p>
            <a:pPr algn="ctr"/>
            <a:r>
              <a:rPr lang="en-GB" sz="4800" dirty="0">
                <a:latin typeface="Franklin Gothic Demi" pitchFamily="34" charset="0"/>
              </a:rPr>
              <a:t>           “</a:t>
            </a:r>
            <a:r>
              <a:rPr lang="en-GB" sz="4800" dirty="0" err="1">
                <a:latin typeface="Franklin Gothic Demi" pitchFamily="34" charset="0"/>
              </a:rPr>
              <a:t>Aiza</a:t>
            </a:r>
            <a:r>
              <a:rPr lang="en-GB" sz="4800" dirty="0">
                <a:latin typeface="Franklin Gothic Demi" pitchFamily="34" charset="0"/>
              </a:rPr>
              <a:t> moa </a:t>
            </a:r>
            <a:r>
              <a:rPr lang="en-GB" sz="4800" dirty="0" err="1">
                <a:latin typeface="Franklin Gothic Demi" pitchFamily="34" charset="0"/>
              </a:rPr>
              <a:t>ianao</a:t>
            </a:r>
            <a:r>
              <a:rPr lang="en-GB" sz="4800" dirty="0">
                <a:latin typeface="Franklin Gothic Demi" pitchFamily="34" charset="0"/>
              </a:rPr>
              <a:t> ?”</a:t>
            </a:r>
          </a:p>
        </p:txBody>
      </p:sp>
    </p:spTree>
    <p:extLst>
      <p:ext uri="{BB962C8B-B14F-4D97-AF65-F5344CB8AC3E}">
        <p14:creationId xmlns:p14="http://schemas.microsoft.com/office/powerpoint/2010/main" val="138167279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</Words>
  <Application>Microsoft Office PowerPoint</Application>
  <PresentationFormat>Affichage à l'écran (4:3)</PresentationFormat>
  <Paragraphs>33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Sweet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SWEET</dc:creator>
  <cp:lastModifiedBy>SWEET</cp:lastModifiedBy>
  <cp:revision>3</cp:revision>
  <dcterms:created xsi:type="dcterms:W3CDTF">2012-11-13T08:20:27Z</dcterms:created>
  <dcterms:modified xsi:type="dcterms:W3CDTF">2012-11-13T08:24:07Z</dcterms:modified>
</cp:coreProperties>
</file>