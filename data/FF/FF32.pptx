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Aza avela hahalala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antony nanaovanao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hariva mamanala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ireo maraina vao.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takatry ny saiko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rehetra alahatrao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angatahako ry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Aoka aho hatoky Anao.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Aza avela hanontany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hafaliana atolotrao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ny anton’ny tomany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hitako hatrizao.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takatry ny saiko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rehetra alahatrao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angatahako ry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Aoka aho hatoky Anao.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Aza avelanao hamefy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ampitso izay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avelanao handrefy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ho fitantananao.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takatry ny saiko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rehetra alahatrao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angatahako ry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Aoka aho hatoky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