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027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94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359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90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30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42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86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86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8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29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1A720-EEC3-4190-9FF5-55B9FD4DECB6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15C9D-7AC6-4E59-A23C-7974CEB4C8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21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28636"/>
            <a:ext cx="91187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toy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mpanomponao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fahasoavanao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‘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nanohana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kely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am-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poko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Nahazoako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asam-panompoako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9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28639"/>
            <a:ext cx="91187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Ref:</a:t>
            </a:r>
            <a:r>
              <a:rPr lang="en-GB" sz="4800" dirty="0">
                <a:latin typeface="Franklin Gothic Demi" pitchFamily="34" charset="0"/>
              </a:rPr>
              <a:t>    </a:t>
            </a:r>
            <a:r>
              <a:rPr lang="en-GB" sz="4800" dirty="0" err="1">
                <a:latin typeface="Franklin Gothic Demi" pitchFamily="34" charset="0"/>
              </a:rPr>
              <a:t>Indro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havaoziko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‘Lay </a:t>
            </a:r>
            <a:r>
              <a:rPr lang="en-GB" sz="4800" dirty="0" err="1">
                <a:latin typeface="Franklin Gothic Demi" pitchFamily="34" charset="0"/>
              </a:rPr>
              <a:t>voady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miorin’ao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ivelomako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</a:t>
            </a:r>
            <a:r>
              <a:rPr lang="en-GB" sz="4800" dirty="0" err="1">
                <a:latin typeface="Franklin Gothic Demi" pitchFamily="34" charset="0"/>
              </a:rPr>
              <a:t>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omenao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iainako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atokako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mbola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hitoriako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Ilay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fitiavanao</a:t>
            </a:r>
            <a:r>
              <a:rPr lang="en-GB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9593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397975"/>
            <a:ext cx="911877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2-</a:t>
            </a:r>
            <a:r>
              <a:rPr lang="en-GB" sz="4800" dirty="0" smtClean="0">
                <a:latin typeface="Franklin Gothic Demi" pitchFamily="34" charset="0"/>
              </a:rPr>
              <a:t>Ny </a:t>
            </a:r>
            <a:r>
              <a:rPr lang="en-GB" sz="4800" dirty="0" err="1">
                <a:latin typeface="Franklin Gothic Demi" pitchFamily="34" charset="0"/>
              </a:rPr>
              <a:t>asa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nataon’i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tsapako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toy </a:t>
            </a:r>
            <a:r>
              <a:rPr lang="en-GB" sz="4800" dirty="0" err="1">
                <a:latin typeface="Franklin Gothic Demi" pitchFamily="34" charset="0"/>
              </a:rPr>
              <a:t>inona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bitika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tokoa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Nefa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aza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inoako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‘</a:t>
            </a:r>
            <a:r>
              <a:rPr lang="en-GB" sz="4800" dirty="0" err="1">
                <a:latin typeface="Franklin Gothic Demi" pitchFamily="34" charset="0"/>
              </a:rPr>
              <a:t>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kely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vitako</a:t>
            </a:r>
            <a:r>
              <a:rPr lang="en-GB" sz="4800" dirty="0">
                <a:latin typeface="Franklin Gothic Demi" pitchFamily="34" charset="0"/>
              </a:rPr>
              <a:t> :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 </a:t>
            </a:r>
            <a:r>
              <a:rPr lang="en-GB" sz="4800" dirty="0" err="1">
                <a:latin typeface="Franklin Gothic Demi" pitchFamily="34" charset="0"/>
              </a:rPr>
              <a:t>hitera-bokatsoa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068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28639"/>
            <a:ext cx="91187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Ref:</a:t>
            </a:r>
            <a:r>
              <a:rPr lang="en-GB" sz="4800" dirty="0">
                <a:latin typeface="Franklin Gothic Demi" pitchFamily="34" charset="0"/>
              </a:rPr>
              <a:t>    </a:t>
            </a:r>
            <a:r>
              <a:rPr lang="en-GB" sz="4800" dirty="0" err="1">
                <a:latin typeface="Franklin Gothic Demi" pitchFamily="34" charset="0"/>
              </a:rPr>
              <a:t>Indro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havaoziko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‘Lay </a:t>
            </a:r>
            <a:r>
              <a:rPr lang="en-GB" sz="4800" dirty="0" err="1">
                <a:latin typeface="Franklin Gothic Demi" pitchFamily="34" charset="0"/>
              </a:rPr>
              <a:t>voady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miorin’ao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ivelomako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</a:t>
            </a:r>
            <a:r>
              <a:rPr lang="en-GB" sz="4800" dirty="0" err="1">
                <a:latin typeface="Franklin Gothic Demi" pitchFamily="34" charset="0"/>
              </a:rPr>
              <a:t>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omenao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iainako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atokako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mbola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hitoriako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Ilay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fitiavanao</a:t>
            </a:r>
            <a:r>
              <a:rPr lang="en-GB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78639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397978"/>
            <a:ext cx="911877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3-</a:t>
            </a:r>
            <a:r>
              <a:rPr lang="en-GB" sz="4800" dirty="0" smtClean="0">
                <a:latin typeface="Franklin Gothic Demi" pitchFamily="34" charset="0"/>
              </a:rPr>
              <a:t>Na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lava </a:t>
            </a:r>
            <a:r>
              <a:rPr lang="en-GB" sz="4800" dirty="0" err="1">
                <a:latin typeface="Franklin Gothic Demi" pitchFamily="34" charset="0"/>
              </a:rPr>
              <a:t>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fohy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androko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ety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 ‘</a:t>
            </a:r>
            <a:r>
              <a:rPr lang="en-GB" sz="4800" dirty="0" err="1">
                <a:latin typeface="Franklin Gothic Demi" pitchFamily="34" charset="0"/>
              </a:rPr>
              <a:t>Zaho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irakao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Tompo</a:t>
            </a:r>
            <a:r>
              <a:rPr lang="en-GB" sz="4800" dirty="0">
                <a:latin typeface="Franklin Gothic Demi" pitchFamily="34" charset="0"/>
              </a:rPr>
              <a:t> be </a:t>
            </a:r>
            <a:r>
              <a:rPr lang="en-GB" sz="4800" dirty="0" err="1">
                <a:latin typeface="Franklin Gothic Demi" pitchFamily="34" charset="0"/>
              </a:rPr>
              <a:t>fitia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ilay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fitiavanao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</a:t>
            </a:r>
            <a:r>
              <a:rPr lang="en-GB" sz="4800" dirty="0" err="1">
                <a:latin typeface="Franklin Gothic Demi" pitchFamily="34" charset="0"/>
              </a:rPr>
              <a:t>miorim-paka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anaty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herim-pitokiana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</a:t>
            </a:r>
            <a:r>
              <a:rPr lang="en-GB" sz="4800" dirty="0" err="1">
                <a:latin typeface="Franklin Gothic Demi" pitchFamily="34" charset="0"/>
              </a:rPr>
              <a:t>mandra-maty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78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858" y="28639"/>
            <a:ext cx="91187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  <a:cs typeface="Times New Roman" pitchFamily="18" charset="0"/>
              </a:rPr>
              <a:t>Ref:</a:t>
            </a:r>
            <a:r>
              <a:rPr lang="en-GB" sz="4800" dirty="0">
                <a:latin typeface="Franklin Gothic Demi" pitchFamily="34" charset="0"/>
              </a:rPr>
              <a:t>    </a:t>
            </a:r>
            <a:r>
              <a:rPr lang="en-GB" sz="4800" dirty="0" err="1">
                <a:latin typeface="Franklin Gothic Demi" pitchFamily="34" charset="0"/>
              </a:rPr>
              <a:t>Indro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havaoziko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‘Lay </a:t>
            </a:r>
            <a:r>
              <a:rPr lang="en-GB" sz="4800" dirty="0" err="1">
                <a:latin typeface="Franklin Gothic Demi" pitchFamily="34" charset="0"/>
              </a:rPr>
              <a:t>voady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miorin’ao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andro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ivelomako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‘</a:t>
            </a:r>
            <a:r>
              <a:rPr lang="en-GB" sz="4800" dirty="0" err="1">
                <a:latin typeface="Franklin Gothic Demi" pitchFamily="34" charset="0"/>
              </a:rPr>
              <a:t>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omenao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iainako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atokako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mbola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 </a:t>
            </a:r>
            <a:r>
              <a:rPr lang="en-GB" sz="4800" dirty="0" err="1">
                <a:latin typeface="Franklin Gothic Demi" pitchFamily="34" charset="0"/>
              </a:rPr>
              <a:t>hitoriako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Ilay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fitiavanao</a:t>
            </a:r>
            <a:r>
              <a:rPr lang="en-GB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2639071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Office PowerPoint</Application>
  <PresentationFormat>Affichage à l'écran 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2012-11-13T08:46:11Z</dcterms:created>
  <dcterms:modified xsi:type="dcterms:W3CDTF">2012-11-13T08:51:21Z</dcterms:modified>
</cp:coreProperties>
</file>