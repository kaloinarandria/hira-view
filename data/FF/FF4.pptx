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Fanahy ô ! midina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Manatreha anay anio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hanoloranay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vavakay mangina,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Vetsovetsom-po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atolotray 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Vola sy harena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samy tsy anananay,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indro vavaka mangina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Fanoloran-tena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 tokoa.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Fanahy ô ! monena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mba mandao anay 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Kolokoloy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hitombo fahendrena,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tsy hahafoy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hiaraka aminao 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Ota sy rendrarendra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Samy te handavo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Soa ihany, soa fa 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Fanahy,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Vonona hitahy ny fiainanay.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Fanahy ô ! meteza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handray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mpianatrao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Avia 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avia mampahereza,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Hahatonga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irakao 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Eso sy fitsapana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Samy manakivy anay,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taomy, taomy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hanam-po mafana,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Herim-po vaovao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hiasa ho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