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0" d="100"/>
          <a:sy n="70" d="100"/>
        </p:scale>
        <p:origin x="-516" y="-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4E91B9-7EB1-45B0-AB83-BF62C65FC591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44B4A-1DB3-4458-BED7-1C6F50AB3CC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640123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144B4A-1DB3-4458-BED7-1C6F50AB3CCE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0014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144B4A-1DB3-4458-BED7-1C6F50AB3CCE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0014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144B4A-1DB3-4458-BED7-1C6F50AB3CCE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0014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144B4A-1DB3-4458-BED7-1C6F50AB3CCE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0014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6144B4A-1DB3-4458-BED7-1C6F50AB3CCE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60014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32141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415259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168242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7954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72098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97189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37957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4375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73115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88746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02572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A8F81A-B29B-4CB1-BF45-E9EA0886D0DE}" type="datetimeFigureOut">
              <a:rPr lang="fr-FR" smtClean="0"/>
              <a:t>13/11/2012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AA877D-A479-4AB0-846B-1B0C0DA8432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75077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104875" y="611396"/>
            <a:ext cx="9252520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rgbClr val="0000FF"/>
                </a:solidFill>
                <a:effectLst/>
                <a:latin typeface="Franklin Gothic Demi" pitchFamily="34" charset="0"/>
                <a:cs typeface="Times New Roman" pitchFamily="18" charset="0"/>
              </a:rPr>
              <a:t>FF 44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rgbClr val="0000FF"/>
                </a:solidFill>
                <a:effectLst/>
                <a:latin typeface="Franklin Gothic Demi" pitchFamily="34" charset="0"/>
                <a:cs typeface="Times New Roman" pitchFamily="18" charset="0"/>
              </a:rPr>
              <a:t>1-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Ry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Madagasikara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soa</a:t>
            </a:r>
            <a:endParaRPr kumimoji="0" lang="en-GB" sz="4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Franklin Gothic Demi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  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Natolo-janahary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anay</a:t>
            </a:r>
            <a:endParaRPr kumimoji="0" lang="en-GB" sz="4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Franklin Gothic Demi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  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Nosim-boahangy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manirery</a:t>
            </a:r>
            <a:endParaRPr kumimoji="0" lang="en-GB" sz="4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Franklin Gothic Demi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  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Fa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nahasoa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ny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razanay</a:t>
            </a:r>
            <a:endParaRPr kumimoji="0" lang="en-GB" sz="4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Franklin Gothic Demi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   He !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sarobidy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tsara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loatra</a:t>
            </a:r>
            <a:endParaRPr kumimoji="0" lang="en-GB" sz="4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Franklin Gothic Demi" pitchFamily="34" charset="0"/>
            </a:endParaRP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  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Tsy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sandana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,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tsy</a:t>
            </a:r>
            <a:r>
              <a:rPr kumimoji="0" lang="en-GB" sz="4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 </a:t>
            </a:r>
            <a:r>
              <a:rPr kumimoji="0" lang="en-GB" sz="4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Franklin Gothic Demi" pitchFamily="34" charset="0"/>
                <a:cs typeface="Times New Roman" pitchFamily="18" charset="0"/>
              </a:rPr>
              <a:t>atakalo</a:t>
            </a:r>
            <a:endParaRPr kumimoji="0" lang="en-GB" sz="4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Franklin Gothic Dem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121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104875" y="980731"/>
            <a:ext cx="92525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dirty="0" err="1">
                <a:latin typeface="Franklin Gothic Demi" pitchFamily="34" charset="0"/>
              </a:rPr>
              <a:t>Feno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fo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ka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toa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mangina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Heriny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mivavaka</a:t>
            </a:r>
            <a:r>
              <a:rPr lang="en-GB" sz="4800" dirty="0">
                <a:latin typeface="Franklin Gothic Demi" pitchFamily="34" charset="0"/>
              </a:rPr>
              <a:t> hoe :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Andriamanitra</a:t>
            </a:r>
            <a:r>
              <a:rPr lang="en-GB" sz="4800" dirty="0">
                <a:latin typeface="Franklin Gothic Demi" pitchFamily="34" charset="0"/>
              </a:rPr>
              <a:t> ô !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Tondrahy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andon’ny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lanitra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Vontosy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tsiron’ny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tany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I </a:t>
            </a:r>
            <a:r>
              <a:rPr lang="en-GB" sz="4800" dirty="0" err="1">
                <a:latin typeface="Franklin Gothic Demi" pitchFamily="34" charset="0"/>
              </a:rPr>
              <a:t>Madagasikara</a:t>
            </a:r>
            <a:r>
              <a:rPr lang="en-GB" sz="4800" dirty="0">
                <a:latin typeface="Franklin Gothic Demi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196099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104875" y="980734"/>
            <a:ext cx="92525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dirty="0">
                <a:solidFill>
                  <a:srgbClr val="0070C0"/>
                </a:solidFill>
                <a:latin typeface="Franklin Gothic Demi" pitchFamily="34" charset="0"/>
              </a:rPr>
              <a:t>2 </a:t>
            </a:r>
            <a:r>
              <a:rPr lang="en-GB" sz="4800" dirty="0" smtClean="0">
                <a:solidFill>
                  <a:srgbClr val="0070C0"/>
                </a:solidFill>
                <a:latin typeface="Franklin Gothic Demi" pitchFamily="34" charset="0"/>
              </a:rPr>
              <a:t>-</a:t>
            </a:r>
            <a:r>
              <a:rPr lang="en-GB" sz="4800" dirty="0" err="1" smtClean="0">
                <a:latin typeface="Franklin Gothic Demi" pitchFamily="34" charset="0"/>
              </a:rPr>
              <a:t>Ry</a:t>
            </a:r>
            <a:r>
              <a:rPr lang="en-GB" sz="4800" dirty="0" smtClean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firenena</a:t>
            </a:r>
            <a:r>
              <a:rPr lang="en-GB" sz="4800" dirty="0">
                <a:latin typeface="Franklin Gothic Demi" pitchFamily="34" charset="0"/>
              </a:rPr>
              <a:t> Malagasy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Antsoin’ny</a:t>
            </a:r>
            <a:r>
              <a:rPr lang="en-GB" sz="4800" dirty="0">
                <a:latin typeface="Franklin Gothic Demi" pitchFamily="34" charset="0"/>
              </a:rPr>
              <a:t> Nosy </a:t>
            </a:r>
            <a:r>
              <a:rPr lang="en-GB" sz="4800" dirty="0" err="1">
                <a:latin typeface="Franklin Gothic Demi" pitchFamily="34" charset="0"/>
              </a:rPr>
              <a:t>hianao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Andeha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malaky</a:t>
            </a:r>
            <a:r>
              <a:rPr lang="en-GB" sz="4800" dirty="0">
                <a:latin typeface="Franklin Gothic Demi" pitchFamily="34" charset="0"/>
              </a:rPr>
              <a:t>, </a:t>
            </a:r>
            <a:r>
              <a:rPr lang="en-GB" sz="4800" dirty="0" err="1">
                <a:latin typeface="Franklin Gothic Demi" pitchFamily="34" charset="0"/>
              </a:rPr>
              <a:t>mitsangàna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Alao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hery</a:t>
            </a:r>
            <a:r>
              <a:rPr lang="en-GB" sz="4800" dirty="0">
                <a:latin typeface="Franklin Gothic Demi" pitchFamily="34" charset="0"/>
              </a:rPr>
              <a:t>, </a:t>
            </a:r>
            <a:r>
              <a:rPr lang="en-GB" sz="4800" dirty="0" err="1">
                <a:latin typeface="Franklin Gothic Demi" pitchFamily="34" charset="0"/>
              </a:rPr>
              <a:t>mandrosoa</a:t>
            </a:r>
            <a:r>
              <a:rPr lang="en-GB" sz="4800" dirty="0">
                <a:latin typeface="Franklin Gothic Demi" pitchFamily="34" charset="0"/>
              </a:rPr>
              <a:t> !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‘</a:t>
            </a:r>
            <a:r>
              <a:rPr lang="en-GB" sz="4800" dirty="0" err="1">
                <a:latin typeface="Franklin Gothic Demi" pitchFamily="34" charset="0"/>
              </a:rPr>
              <a:t>Zay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mahaolona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anao</a:t>
            </a:r>
            <a:r>
              <a:rPr lang="en-GB" sz="4800" dirty="0">
                <a:latin typeface="Franklin Gothic Demi" pitchFamily="34" charset="0"/>
              </a:rPr>
              <a:t> re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Atolory</a:t>
            </a:r>
            <a:r>
              <a:rPr lang="en-GB" sz="4800" dirty="0">
                <a:latin typeface="Franklin Gothic Demi" pitchFamily="34" charset="0"/>
              </a:rPr>
              <a:t>, </a:t>
            </a:r>
            <a:r>
              <a:rPr lang="en-GB" sz="4800" dirty="0" err="1">
                <a:latin typeface="Franklin Gothic Demi" pitchFamily="34" charset="0"/>
              </a:rPr>
              <a:t>asorony</a:t>
            </a:r>
            <a:endParaRPr lang="en-GB" sz="4800" dirty="0">
              <a:latin typeface="Franklin Gothic Dem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651292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104875" y="980737"/>
            <a:ext cx="92525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dirty="0" err="1">
                <a:latin typeface="Franklin Gothic Demi" pitchFamily="34" charset="0"/>
              </a:rPr>
              <a:t>Aza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mandevina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talenta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Fa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anondroty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Firenena</a:t>
            </a:r>
            <a:r>
              <a:rPr lang="en-GB" sz="4800" dirty="0">
                <a:latin typeface="Franklin Gothic Demi" pitchFamily="34" charset="0"/>
              </a:rPr>
              <a:t> e !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Andriamanitra</a:t>
            </a:r>
            <a:r>
              <a:rPr lang="en-GB" sz="4800" dirty="0">
                <a:latin typeface="Franklin Gothic Demi" pitchFamily="34" charset="0"/>
              </a:rPr>
              <a:t> ô !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Tondrahy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andon’ny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lanitra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Vontosy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tsiron’ny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tany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I </a:t>
            </a:r>
            <a:r>
              <a:rPr lang="en-GB" sz="4800" dirty="0" err="1">
                <a:latin typeface="Franklin Gothic Demi" pitchFamily="34" charset="0"/>
              </a:rPr>
              <a:t>Madagasikara</a:t>
            </a:r>
            <a:r>
              <a:rPr lang="en-GB" sz="4800" dirty="0">
                <a:latin typeface="Franklin Gothic Demi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057319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104875" y="980740"/>
            <a:ext cx="92525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dirty="0" smtClean="0">
                <a:solidFill>
                  <a:srgbClr val="0070C0"/>
                </a:solidFill>
                <a:latin typeface="Franklin Gothic Demi" pitchFamily="34" charset="0"/>
              </a:rPr>
              <a:t>3- </a:t>
            </a:r>
            <a:r>
              <a:rPr lang="en-GB" sz="4800" dirty="0" err="1">
                <a:latin typeface="Franklin Gothic Demi" pitchFamily="34" charset="0"/>
              </a:rPr>
              <a:t>Andriamanitra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ambony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Fenoy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fiahianao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mponina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rehetra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eto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Ary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izay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aza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mahasoa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Ireo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nantsoinao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hitondra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Mba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tsidiho</a:t>
            </a:r>
            <a:r>
              <a:rPr lang="en-GB" sz="4800" dirty="0">
                <a:latin typeface="Franklin Gothic Demi" pitchFamily="34" charset="0"/>
              </a:rPr>
              <a:t>, </a:t>
            </a:r>
            <a:r>
              <a:rPr lang="en-GB" sz="4800" dirty="0" err="1">
                <a:latin typeface="Franklin Gothic Demi" pitchFamily="34" charset="0"/>
              </a:rPr>
              <a:t>mba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tariho</a:t>
            </a:r>
            <a:endParaRPr lang="en-GB" sz="4800" dirty="0">
              <a:latin typeface="Franklin Gothic Demi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0097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-104875" y="980743"/>
            <a:ext cx="925252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GB" sz="4800" dirty="0" err="1">
                <a:latin typeface="Franklin Gothic Demi" pitchFamily="34" charset="0"/>
              </a:rPr>
              <a:t>Ho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sambatra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tokoa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ny</a:t>
            </a:r>
            <a:r>
              <a:rPr lang="en-GB" sz="4800" dirty="0">
                <a:latin typeface="Franklin Gothic Demi" pitchFamily="34" charset="0"/>
              </a:rPr>
              <a:t> Nosy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Raha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Hianao</a:t>
            </a:r>
            <a:r>
              <a:rPr lang="en-GB" sz="4800" dirty="0">
                <a:latin typeface="Franklin Gothic Demi" pitchFamily="34" charset="0"/>
              </a:rPr>
              <a:t> no </a:t>
            </a:r>
            <a:r>
              <a:rPr lang="en-GB" sz="4800" dirty="0" err="1">
                <a:latin typeface="Franklin Gothic Demi" pitchFamily="34" charset="0"/>
              </a:rPr>
              <a:t>azy</a:t>
            </a:r>
            <a:r>
              <a:rPr lang="en-GB" sz="4800" dirty="0">
                <a:latin typeface="Franklin Gothic Demi" pitchFamily="34" charset="0"/>
              </a:rPr>
              <a:t> e !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Andriamanitra</a:t>
            </a:r>
            <a:r>
              <a:rPr lang="en-GB" sz="4800" dirty="0">
                <a:latin typeface="Franklin Gothic Demi" pitchFamily="34" charset="0"/>
              </a:rPr>
              <a:t> ô !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Tondrahy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andon’ny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lanitra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</a:t>
            </a:r>
            <a:r>
              <a:rPr lang="en-GB" sz="4800" dirty="0" err="1">
                <a:latin typeface="Franklin Gothic Demi" pitchFamily="34" charset="0"/>
              </a:rPr>
              <a:t>Vontosy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tsiron’ny</a:t>
            </a:r>
            <a:r>
              <a:rPr lang="en-GB" sz="4800" dirty="0">
                <a:latin typeface="Franklin Gothic Demi" pitchFamily="34" charset="0"/>
              </a:rPr>
              <a:t> </a:t>
            </a:r>
            <a:r>
              <a:rPr lang="en-GB" sz="4800" dirty="0" err="1">
                <a:latin typeface="Franklin Gothic Demi" pitchFamily="34" charset="0"/>
              </a:rPr>
              <a:t>tany</a:t>
            </a:r>
            <a:endParaRPr lang="en-GB" sz="4800" dirty="0" smtClean="0">
              <a:latin typeface="Franklin Gothic Demi" pitchFamily="34" charset="0"/>
            </a:endParaRPr>
          </a:p>
          <a:p>
            <a:pPr algn="ctr"/>
            <a:r>
              <a:rPr lang="en-GB" sz="4800" dirty="0">
                <a:latin typeface="Franklin Gothic Demi" pitchFamily="34" charset="0"/>
              </a:rPr>
              <a:t>   I </a:t>
            </a:r>
            <a:r>
              <a:rPr lang="en-GB" sz="4800" dirty="0" err="1">
                <a:latin typeface="Franklin Gothic Demi" pitchFamily="34" charset="0"/>
              </a:rPr>
              <a:t>Madagasikara</a:t>
            </a:r>
            <a:r>
              <a:rPr lang="en-GB" sz="4800" dirty="0">
                <a:latin typeface="Franklin Gothic Demi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8688159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33</Words>
  <Application>Microsoft Office PowerPoint</Application>
  <PresentationFormat>Affichage à l'écran (4:3)</PresentationFormat>
  <Paragraphs>42</Paragraphs>
  <Slides>6</Slides>
  <Notes>5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7" baseType="lpstr">
      <vt:lpstr>Thème Office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Sweet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SWEET</dc:creator>
  <cp:lastModifiedBy>SWEET</cp:lastModifiedBy>
  <cp:revision>6</cp:revision>
  <dcterms:created xsi:type="dcterms:W3CDTF">2012-11-13T08:24:10Z</dcterms:created>
  <dcterms:modified xsi:type="dcterms:W3CDTF">2012-11-13T08:28:23Z</dcterms:modified>
</cp:coreProperties>
</file>