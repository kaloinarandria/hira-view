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35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1-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Ry Mpamonjiko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Ray malala o ! o ! o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Mifona aminao ’ty Zanakao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mitalaho Tompo o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diso taminao izahay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mangataka o ! o ! o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Famelana sy famindram-po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avy aminao Ray o !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35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Ry Tomponay ô ! avia,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omeo anay izao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Anio, ny fo madio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sy masina anananao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Dia tsy ho very na hoe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Mbola ho diso ihany indray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tena sy fanahy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izay anananay.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35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2-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Ry Mpamonjiko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Ray malala o ! o ! o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Betsaka ireo ota efa vita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sy nambabo anay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angatahanay Aminao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sy irinay koa o ! o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Mba ho foana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tsy hisy intsony re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reraka izahay.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35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Ry Tomponay ô ! avia,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omeo anay izao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Anio, ny fo madio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sy masina anananao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Dia tsy ho very na hoe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Mbola ho diso ihany indray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tena sy fanahy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izay anananay.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