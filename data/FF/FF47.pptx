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Ianao ‘zay mitady ny fiadanantsoa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Amin’ izao fiainana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mandeha mankatsy arý sy aroa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Mikorana ary koa milalao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Kanefa tsy mahita izay mahasoa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vizana foana ny nofo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Inty misy fiainana atoroko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Andramo dia ho hitanao.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Jesosy, Jesosy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(Jesosy Tompo sy Mpamonjy tia)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fiainana atoroko anao (Jeso)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Jesosy, Jesosy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(Jesosy Tompo sy Mpamonjy tia)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hany hampiadana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Koa raiso Jesosy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Tompo Mpamonjy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Hanapaka ny fiainanao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ho hitanao ‘lay fiadanana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Haharitra mandrakizay.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Ianao ianjadiam-pahoria-marobe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Amin’izao fiainana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misy hazavana fa toa haizim-be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mandrakotra ny fiainanao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mila ho kivy sy hamoy fo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Noho ireo adim-piainana maro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Inty misy fiainana atoroko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Andramo dia ho hitanao.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Jesosy, Jesosy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(Jesosy Tompo sy Mpamonjy tia)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fiainana atoroko anao (Jeso)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Jesosy, Jesosy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(Jesosy Tompo sy Mpamonjy tia)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hany hampiadana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Koa raiso Jesosy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Tompo Mpamonjy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Hanapaka ny fiainanao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ho hitanao ‘lay fiadanana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Haharitra mandrakizay.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