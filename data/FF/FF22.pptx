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mendrika 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mpanomponao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atao hoe zanakao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Kanefa Ianao ry Tompo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niantso ahy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Izay manatona 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ho laviko hoy 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tamy aho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sahy nanatona Anao.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Ianao no madio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(mba diovy aho re)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Ianao no marina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(mba hamarino aho re)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Ianao no masina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(mba hamasino aho re)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mendrika hitsimpona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latsaka amin’ny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latabatrao aho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Kanefa hoy 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“Izay manatona Ahy”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Noho ny teninao (2)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sahiko ny manatona.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Ianao no madio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(mba diovy aho re)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Ianao no marina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(mba hamarino aho re)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Ianao no masina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(mba hamasino aho re)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Mba diovy aho re,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hamarino aho re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Mba diovy aho re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Mba hamarino re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(hamarino re)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Mba hamasino re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(hamasino re)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Mba diovy, hamarino,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Hamasino.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