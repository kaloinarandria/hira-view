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58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49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83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7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703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9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160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74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958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67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87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55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C2A2D-2894-45BB-9738-6AC86ED6725C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E01A9-BD2A-499A-984D-F3FFF30B1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591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147" y="525831"/>
            <a:ext cx="888397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54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FF 54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Mandrosoa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hatrany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Aza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kivy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foana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Zava-tsoa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lany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ao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anaty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finoana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5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260648"/>
            <a:ext cx="837274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Ref: </a:t>
            </a:r>
            <a:r>
              <a:rPr lang="en-GB" sz="5400" dirty="0" smtClean="0">
                <a:latin typeface="Franklin Gothic Demi" pitchFamily="34" charset="0"/>
              </a:rPr>
              <a:t>‘</a:t>
            </a:r>
            <a:r>
              <a:rPr lang="en-GB" sz="5400" dirty="0" err="1" smtClean="0">
                <a:latin typeface="Franklin Gothic Demi" pitchFamily="34" charset="0"/>
              </a:rPr>
              <a:t>Reto</a:t>
            </a:r>
            <a:r>
              <a:rPr lang="en-GB" sz="5400" dirty="0" smtClean="0">
                <a:latin typeface="Franklin Gothic Demi" pitchFamily="34" charset="0"/>
              </a:rPr>
              <a:t> </a:t>
            </a:r>
            <a:r>
              <a:rPr lang="en-GB" sz="5400" dirty="0">
                <a:latin typeface="Franklin Gothic Demi" pitchFamily="34" charset="0"/>
              </a:rPr>
              <a:t>no </a:t>
            </a:r>
            <a:r>
              <a:rPr lang="en-GB" sz="5400" dirty="0" err="1">
                <a:latin typeface="Franklin Gothic Demi" pitchFamily="34" charset="0"/>
              </a:rPr>
              <a:t>miray</a:t>
            </a:r>
            <a:r>
              <a:rPr lang="en-GB" sz="5400" dirty="0">
                <a:latin typeface="Franklin Gothic Demi" pitchFamily="34" charset="0"/>
              </a:rPr>
              <a:t> (</a:t>
            </a:r>
            <a:r>
              <a:rPr lang="en-GB" sz="5400" dirty="0" err="1">
                <a:latin typeface="Franklin Gothic Demi" pitchFamily="34" charset="0"/>
              </a:rPr>
              <a:t>indray</a:t>
            </a:r>
            <a:r>
              <a:rPr lang="en-GB" sz="5400" dirty="0">
                <a:latin typeface="Franklin Gothic Demi" pitchFamily="34" charset="0"/>
              </a:rPr>
              <a:t>)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Hery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lehibe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tokoa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        (</a:t>
            </a:r>
            <a:r>
              <a:rPr lang="en-GB" sz="5400" dirty="0" err="1">
                <a:latin typeface="Franklin Gothic Demi" pitchFamily="34" charset="0"/>
              </a:rPr>
              <a:t>tokoa</a:t>
            </a:r>
            <a:r>
              <a:rPr lang="en-GB" sz="5400" dirty="0">
                <a:latin typeface="Franklin Gothic Demi" pitchFamily="34" charset="0"/>
              </a:rPr>
              <a:t>)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Dia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finoana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fanantenana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fitiavana</a:t>
            </a:r>
            <a:r>
              <a:rPr lang="en-GB" sz="54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618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91913" y="525831"/>
            <a:ext cx="792043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54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FF 54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lang="en-GB" sz="5400" dirty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2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-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5400" dirty="0" smtClean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Tano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tsy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ho</a:t>
            </a:r>
            <a:r>
              <a:rPr lang="en-GB" sz="5400" dirty="0">
                <a:latin typeface="Franklin Gothic Demi" pitchFamily="34" charset="0"/>
              </a:rPr>
              <a:t> very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fanantenana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 </a:t>
            </a:r>
            <a:r>
              <a:rPr lang="en-GB" sz="5400" dirty="0" err="1">
                <a:latin typeface="Franklin Gothic Demi" pitchFamily="34" charset="0"/>
              </a:rPr>
              <a:t>Fa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mitondra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hery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 </a:t>
            </a:r>
            <a:r>
              <a:rPr lang="en-GB" sz="5400" dirty="0" err="1">
                <a:latin typeface="Franklin Gothic Demi" pitchFamily="34" charset="0"/>
              </a:rPr>
              <a:t>Eny</a:t>
            </a:r>
            <a:r>
              <a:rPr lang="en-GB" sz="5400" dirty="0">
                <a:latin typeface="Franklin Gothic Demi" pitchFamily="34" charset="0"/>
              </a:rPr>
              <a:t> an-</a:t>
            </a:r>
            <a:r>
              <a:rPr lang="en-GB" sz="5400" dirty="0" err="1">
                <a:latin typeface="Franklin Gothic Demi" pitchFamily="34" charset="0"/>
              </a:rPr>
              <a:t>dàlana</a:t>
            </a:r>
            <a:r>
              <a:rPr lang="en-GB" sz="5400" dirty="0">
                <a:latin typeface="Franklin Gothic Demi" pitchFamily="34" charset="0"/>
              </a:rPr>
              <a:t>  </a:t>
            </a:r>
            <a:r>
              <a:rPr lang="en-GB" sz="5400" dirty="0" err="1">
                <a:latin typeface="Franklin Gothic Demi" pitchFamily="34" charset="0"/>
              </a:rPr>
              <a:t>ombana</a:t>
            </a:r>
            <a:r>
              <a:rPr lang="en-GB" sz="54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086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260648"/>
            <a:ext cx="837274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Ref: </a:t>
            </a:r>
            <a:r>
              <a:rPr lang="en-GB" sz="5400" dirty="0" smtClean="0">
                <a:latin typeface="Franklin Gothic Demi" pitchFamily="34" charset="0"/>
              </a:rPr>
              <a:t>‘</a:t>
            </a:r>
            <a:r>
              <a:rPr lang="en-GB" sz="5400" dirty="0" err="1" smtClean="0">
                <a:latin typeface="Franklin Gothic Demi" pitchFamily="34" charset="0"/>
              </a:rPr>
              <a:t>Reto</a:t>
            </a:r>
            <a:r>
              <a:rPr lang="en-GB" sz="5400" dirty="0" smtClean="0">
                <a:latin typeface="Franklin Gothic Demi" pitchFamily="34" charset="0"/>
              </a:rPr>
              <a:t> </a:t>
            </a:r>
            <a:r>
              <a:rPr lang="en-GB" sz="5400" dirty="0">
                <a:latin typeface="Franklin Gothic Demi" pitchFamily="34" charset="0"/>
              </a:rPr>
              <a:t>no </a:t>
            </a:r>
            <a:r>
              <a:rPr lang="en-GB" sz="5400" dirty="0" err="1">
                <a:latin typeface="Franklin Gothic Demi" pitchFamily="34" charset="0"/>
              </a:rPr>
              <a:t>miray</a:t>
            </a:r>
            <a:r>
              <a:rPr lang="en-GB" sz="5400" dirty="0">
                <a:latin typeface="Franklin Gothic Demi" pitchFamily="34" charset="0"/>
              </a:rPr>
              <a:t> (</a:t>
            </a:r>
            <a:r>
              <a:rPr lang="en-GB" sz="5400" dirty="0" err="1">
                <a:latin typeface="Franklin Gothic Demi" pitchFamily="34" charset="0"/>
              </a:rPr>
              <a:t>indray</a:t>
            </a:r>
            <a:r>
              <a:rPr lang="en-GB" sz="5400" dirty="0">
                <a:latin typeface="Franklin Gothic Demi" pitchFamily="34" charset="0"/>
              </a:rPr>
              <a:t>)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Hery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lehibe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tokoa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        (</a:t>
            </a:r>
            <a:r>
              <a:rPr lang="en-GB" sz="5400" dirty="0" err="1">
                <a:latin typeface="Franklin Gothic Demi" pitchFamily="34" charset="0"/>
              </a:rPr>
              <a:t>tokoa</a:t>
            </a:r>
            <a:r>
              <a:rPr lang="en-GB" sz="5400" dirty="0">
                <a:latin typeface="Franklin Gothic Demi" pitchFamily="34" charset="0"/>
              </a:rPr>
              <a:t>)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Dia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finoana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fanantenana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fitiavana</a:t>
            </a:r>
            <a:r>
              <a:rPr lang="en-GB" sz="54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5663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61847" y="525831"/>
            <a:ext cx="818057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54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FF 54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lang="en-GB" sz="5400" dirty="0" smtClean="0">
                <a:solidFill>
                  <a:srgbClr val="0000FF"/>
                </a:solidFill>
                <a:latin typeface="Franklin Gothic Demi" pitchFamily="34" charset="0"/>
                <a:cs typeface="Times New Roman" pitchFamily="18" charset="0"/>
              </a:rPr>
              <a:t>3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-</a:t>
            </a:r>
            <a:r>
              <a:rPr lang="en-GB" sz="5400" dirty="0" smtClean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Aina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vaovao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 </a:t>
            </a:r>
            <a:r>
              <a:rPr lang="en-GB" sz="5400" dirty="0" err="1">
                <a:latin typeface="Franklin Gothic Demi" pitchFamily="34" charset="0"/>
              </a:rPr>
              <a:t>Herin’ny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fanahy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fitiavanao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  </a:t>
            </a:r>
            <a:r>
              <a:rPr lang="en-GB" sz="5400" dirty="0" err="1">
                <a:latin typeface="Franklin Gothic Demi" pitchFamily="34" charset="0"/>
              </a:rPr>
              <a:t>Ka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tanako</a:t>
            </a:r>
            <a:r>
              <a:rPr lang="en-GB" sz="5400" dirty="0">
                <a:latin typeface="Franklin Gothic Demi" pitchFamily="34" charset="0"/>
              </a:rPr>
              <a:t>  </a:t>
            </a:r>
            <a:r>
              <a:rPr lang="en-GB" sz="5400" dirty="0" err="1">
                <a:latin typeface="Franklin Gothic Demi" pitchFamily="34" charset="0"/>
              </a:rPr>
              <a:t>tokoa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ho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ahy</a:t>
            </a:r>
            <a:r>
              <a:rPr lang="en-GB" sz="54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53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504" y="260648"/>
            <a:ext cx="837274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Franklin Gothic Demi" pitchFamily="34" charset="0"/>
              <a:cs typeface="Times New Roman" pitchFamily="18" charset="0"/>
            </a:endParaRPr>
          </a:p>
          <a:p>
            <a:pPr algn="ctr"/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Ref: </a:t>
            </a:r>
            <a:r>
              <a:rPr lang="en-GB" sz="5400" dirty="0" smtClean="0">
                <a:latin typeface="Franklin Gothic Demi" pitchFamily="34" charset="0"/>
              </a:rPr>
              <a:t>‘</a:t>
            </a:r>
            <a:r>
              <a:rPr lang="en-GB" sz="5400" dirty="0" err="1" smtClean="0">
                <a:latin typeface="Franklin Gothic Demi" pitchFamily="34" charset="0"/>
              </a:rPr>
              <a:t>Reto</a:t>
            </a:r>
            <a:r>
              <a:rPr lang="en-GB" sz="5400" dirty="0" smtClean="0">
                <a:latin typeface="Franklin Gothic Demi" pitchFamily="34" charset="0"/>
              </a:rPr>
              <a:t> </a:t>
            </a:r>
            <a:r>
              <a:rPr lang="en-GB" sz="5400" dirty="0">
                <a:latin typeface="Franklin Gothic Demi" pitchFamily="34" charset="0"/>
              </a:rPr>
              <a:t>no </a:t>
            </a:r>
            <a:r>
              <a:rPr lang="en-GB" sz="5400" dirty="0" err="1">
                <a:latin typeface="Franklin Gothic Demi" pitchFamily="34" charset="0"/>
              </a:rPr>
              <a:t>miray</a:t>
            </a:r>
            <a:r>
              <a:rPr lang="en-GB" sz="5400" dirty="0">
                <a:latin typeface="Franklin Gothic Demi" pitchFamily="34" charset="0"/>
              </a:rPr>
              <a:t> (</a:t>
            </a:r>
            <a:r>
              <a:rPr lang="en-GB" sz="5400" dirty="0" err="1">
                <a:latin typeface="Franklin Gothic Demi" pitchFamily="34" charset="0"/>
              </a:rPr>
              <a:t>indray</a:t>
            </a:r>
            <a:r>
              <a:rPr lang="en-GB" sz="5400" dirty="0">
                <a:latin typeface="Franklin Gothic Demi" pitchFamily="34" charset="0"/>
              </a:rPr>
              <a:t>)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Hery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lehibe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tokoa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        (</a:t>
            </a:r>
            <a:r>
              <a:rPr lang="en-GB" sz="5400" dirty="0" err="1">
                <a:latin typeface="Franklin Gothic Demi" pitchFamily="34" charset="0"/>
              </a:rPr>
              <a:t>tokoa</a:t>
            </a:r>
            <a:r>
              <a:rPr lang="en-GB" sz="5400" dirty="0">
                <a:latin typeface="Franklin Gothic Demi" pitchFamily="34" charset="0"/>
              </a:rPr>
              <a:t>)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Dia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finoana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fanantenana</a:t>
            </a:r>
            <a:endParaRPr lang="en-GB" sz="5400" dirty="0" smtClean="0">
              <a:latin typeface="Franklin Gothic Demi" pitchFamily="34" charset="0"/>
            </a:endParaRPr>
          </a:p>
          <a:p>
            <a:pPr algn="ctr"/>
            <a:r>
              <a:rPr lang="en-GB" sz="5400" dirty="0">
                <a:latin typeface="Franklin Gothic Demi" pitchFamily="34" charset="0"/>
              </a:rPr>
              <a:t>    </a:t>
            </a:r>
            <a:r>
              <a:rPr lang="en-GB" sz="5400" dirty="0" err="1">
                <a:latin typeface="Franklin Gothic Demi" pitchFamily="34" charset="0"/>
              </a:rPr>
              <a:t>Ny</a:t>
            </a:r>
            <a:r>
              <a:rPr lang="en-GB" sz="5400" dirty="0">
                <a:latin typeface="Franklin Gothic Demi" pitchFamily="34" charset="0"/>
              </a:rPr>
              <a:t> </a:t>
            </a:r>
            <a:r>
              <a:rPr lang="en-GB" sz="5400" dirty="0" err="1">
                <a:latin typeface="Franklin Gothic Demi" pitchFamily="34" charset="0"/>
              </a:rPr>
              <a:t>fitiavana</a:t>
            </a:r>
            <a:r>
              <a:rPr lang="en-GB" sz="54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86078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</Words>
  <Application>Microsoft Office PowerPoint</Application>
  <PresentationFormat>Affichage à l'écran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4</cp:revision>
  <dcterms:created xsi:type="dcterms:W3CDTF">2012-11-13T08:51:35Z</dcterms:created>
  <dcterms:modified xsi:type="dcterms:W3CDTF">2012-11-13T08:55:03Z</dcterms:modified>
</cp:coreProperties>
</file>