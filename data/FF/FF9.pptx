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Isaorana anie Jehovah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anie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Andriamanitriny Israely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Isaorana Jehovah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Izy irery no 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fahagagana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Isaorana mandrakizay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Anarany malaza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Ary aoka ny tany rehetra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henika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famirapiratry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voninahitry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Jehovah Ray tsitoha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Amen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