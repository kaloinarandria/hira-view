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38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82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91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97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84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33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48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9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30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24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28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51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7B09D-CF82-4915-9B09-9B29346B1835}" type="datetimeFigureOut">
              <a:rPr lang="fr-FR" smtClean="0"/>
              <a:t>30/04/2012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8C709-ECAC-43B9-80DA-BA7B7FE8B0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58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036496" cy="6624736"/>
          </a:xfrm>
        </p:spPr>
        <p:txBody>
          <a:bodyPr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Faly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aho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raha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hoy </a:t>
            </a: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izy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ireo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48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tamiko</a:t>
            </a:r>
            <a:r>
              <a:rPr lang="en-US" sz="48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,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:;: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Handeha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isika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ho any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an-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tranon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’ I</a:t>
            </a:r>
            <a:r>
              <a:rPr lang="fr-FR" sz="5000" b="1" dirty="0" smtClean="0"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Jehovah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:;: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tongotray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mijoro</a:t>
            </a:r>
            <a:endParaRPr lang="fr-FR" sz="5000" b="1" dirty="0" smtClean="0">
              <a:effectLst/>
              <a:latin typeface="Franklin Gothic Medium" pitchFamily="34" charset="0"/>
              <a:ea typeface="Times New Roman"/>
            </a:endParaRP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Ao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anatin’ny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vavahadinao</a:t>
            </a:r>
            <a:endParaRPr lang="fr-FR" sz="5000" b="1" dirty="0" smtClean="0">
              <a:effectLst/>
              <a:latin typeface="Franklin Gothic Medium" pitchFamily="34" charset="0"/>
              <a:ea typeface="Times New Roman"/>
            </a:endParaRP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Ry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Jerosalema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, 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ry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Jerosalema</a:t>
            </a:r>
            <a:r>
              <a:rPr lang="en-US" sz="5000" b="1" kern="50" dirty="0" smtClean="0">
                <a:solidFill>
                  <a:srgbClr val="1A1A1A"/>
                </a:solidFill>
                <a:effectLst/>
                <a:latin typeface="Franklin Gothic Medium" pitchFamily="34" charset="0"/>
                <a:ea typeface="Times New Roman"/>
              </a:rPr>
              <a:t>.</a:t>
            </a:r>
            <a:endParaRPr lang="fr-FR" sz="5000" b="1" dirty="0" smtClean="0">
              <a:effectLst/>
              <a:latin typeface="Franklin Gothic Medium" pitchFamily="34" charset="0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76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78" y="116632"/>
            <a:ext cx="9131222" cy="67413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:;: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Dia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ianao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ry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Jerosalema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:;:</a:t>
            </a:r>
          </a:p>
          <a:p>
            <a:pPr marL="0" indent="0" algn="ctr">
              <a:buNone/>
            </a:pP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Izay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vita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tahaka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tanàna</a:t>
            </a:r>
            <a:endParaRPr lang="fr-FR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marL="0" indent="0" algn="ctr">
              <a:buNone/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Efa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voalamina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tsara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.</a:t>
            </a:r>
            <a:endParaRPr lang="fr-FR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marL="0" indent="0" algn="ctr">
              <a:buNone/>
            </a:pP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Any no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hiakaran’ny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firenena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,</a:t>
            </a:r>
            <a:endParaRPr lang="fr-FR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marL="0" indent="0" algn="ctr">
              <a:buNone/>
            </a:pP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firenen’I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Jehovah,</a:t>
            </a:r>
            <a:endParaRPr lang="fr-FR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pPr marL="0" indent="0" algn="ctr">
              <a:buNone/>
            </a:pP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:;: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Mba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hisaotra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ny</a:t>
            </a:r>
            <a:r>
              <a:rPr lang="en-US" sz="5000" b="1" kern="50" dirty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</a:t>
            </a:r>
            <a:r>
              <a:rPr lang="en-US" sz="5000" b="1" kern="50" dirty="0" err="1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Anaran’i</a:t>
            </a:r>
            <a:r>
              <a:rPr lang="en-US" sz="5000" b="1" kern="50" dirty="0" smtClean="0">
                <a:solidFill>
                  <a:srgbClr val="1A1A1A"/>
                </a:solidFill>
                <a:latin typeface="Franklin Gothic Medium" pitchFamily="34" charset="0"/>
                <a:ea typeface="Times New Roman"/>
              </a:rPr>
              <a:t> Jehovah :;:</a:t>
            </a:r>
            <a:endParaRPr lang="fr-FR" sz="5000" b="1" kern="50" dirty="0">
              <a:solidFill>
                <a:srgbClr val="1A1A1A"/>
              </a:solidFill>
              <a:latin typeface="Franklin Gothic Medium" pitchFamily="34" charset="0"/>
              <a:ea typeface="Times New Roman"/>
            </a:endParaRPr>
          </a:p>
          <a:p>
            <a:endParaRPr lang="fr-FR" sz="5000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546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</Words>
  <Application>Microsoft Office PowerPoint</Application>
  <PresentationFormat>Affichage à l'écran (4:3)</PresentationFormat>
  <Paragraphs>13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 F 11</dc:title>
  <dc:creator>Ludo</dc:creator>
  <cp:lastModifiedBy>Jules_Gerp</cp:lastModifiedBy>
  <cp:revision>3</cp:revision>
  <dcterms:created xsi:type="dcterms:W3CDTF">2012-04-13T12:35:29Z</dcterms:created>
  <dcterms:modified xsi:type="dcterms:W3CDTF">2012-04-30T15:03:17Z</dcterms:modified>
</cp:coreProperties>
</file>