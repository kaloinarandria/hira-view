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FAHA-30 TAONAN’NY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FJKM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Mitsangana ianao ry mino,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ilain’ny taninao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finoana ifikiro,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mionona ianao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ady atrehanao tsy mora,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Tena sarotra tokoa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toy ‘lay tao Edoma,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Mahery momba anao.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Mbola ho avy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mitondra hery 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mpiambina miarena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ingao ny zovinao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Ambarao fa ny haizina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efa lasa re,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tonga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hisy hazavana be.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Raha sendra ady mafy,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Mila handreraka ny fo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tsarovy fa mihafy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vao hahita soa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tafita 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hisy hazavana be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aizim-kitroka ho lao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Tapi-dalana haleha.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Mbola ho avy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mitondra hery 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mpiambina miarena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ingao ny zovinao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Ambarao fa ny haizina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efa lasa re,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tonga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hisy hazavana be.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Fahafahana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omen’ny Tompo tia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tahiana 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fanilo mandra-maty,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mpitantana ny dia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finoana ao anaty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Homba anao doria doria.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Mbola ho avy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mitondra hery 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mpiambina miarena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ingao ny zovinao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Ambarao fa ny haizina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efa lasa re,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tonga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hisy hazavana 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