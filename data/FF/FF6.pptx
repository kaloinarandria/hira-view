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teninao Jehovah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Ray mahery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nomenao anay,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Dia teny tsara sady mampahery,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mampifaly ny fonay.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teninao mofon’aina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sakafo tokoa,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teninao ranon’aina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satria foto-tsoa,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teninao no teny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maty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Maharitra mandrakizay.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Soraty re ho velona ao anaty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Hitondra aina vaovao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Hitana ny finoana tsy ho faty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hankatoa ny didinao.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6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teninao mofon’aina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sakafo tokoa,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teninao ranon’aina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satria foto-tsoa,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teninao no teny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mba maty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Maharitra mandrakizay.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