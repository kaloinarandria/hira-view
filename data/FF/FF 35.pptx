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102B-EE2C-4F64-A147-1464AE79F325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F53A-0B38-4296-BE88-4140C7357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8346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102B-EE2C-4F64-A147-1464AE79F325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F53A-0B38-4296-BE88-4140C7357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1676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102B-EE2C-4F64-A147-1464AE79F325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F53A-0B38-4296-BE88-4140C7357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6661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102B-EE2C-4F64-A147-1464AE79F325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F53A-0B38-4296-BE88-4140C7357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3625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102B-EE2C-4F64-A147-1464AE79F325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F53A-0B38-4296-BE88-4140C7357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8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102B-EE2C-4F64-A147-1464AE79F325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F53A-0B38-4296-BE88-4140C7357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6892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102B-EE2C-4F64-A147-1464AE79F325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F53A-0B38-4296-BE88-4140C7357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886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102B-EE2C-4F64-A147-1464AE79F325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F53A-0B38-4296-BE88-4140C7357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691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102B-EE2C-4F64-A147-1464AE79F325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F53A-0B38-4296-BE88-4140C7357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0103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102B-EE2C-4F64-A147-1464AE79F325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F53A-0B38-4296-BE88-4140C7357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6042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102B-EE2C-4F64-A147-1464AE79F325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6F53A-0B38-4296-BE88-4140C7357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783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2102B-EE2C-4F64-A147-1464AE79F325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6F53A-0B38-4296-BE88-4140C7357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5217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93050" y="260648"/>
            <a:ext cx="925252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1-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Mpamonjiko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 Ray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malala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o ! o ! o !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Mifona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’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Zanakao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mitalaho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Tompo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o !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diso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taminao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izahay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mangataka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o ! o ! o !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Famelana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famindram-po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avy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Ray o !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75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52536" y="-16887"/>
            <a:ext cx="9396536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Tomponay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ô !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avia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omeo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Anio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madio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masina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anananao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very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hoe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Mbola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diso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ihany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indray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tena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fanahy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anananay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409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4316" y="117693"/>
            <a:ext cx="9144000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2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Mpamonjiko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 Ray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malala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o ! o ! o !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Betsaka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ireo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ota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vita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nambabo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angatahanay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irinay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koa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o ! o !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foana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intsony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re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reraka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izahay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051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52536" y="-16887"/>
            <a:ext cx="9396536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Tomponay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ô !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avia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omeo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Anio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madio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masina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anananao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very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hoe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Mbola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diso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ihany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indray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tena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fanahy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anananay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5078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</Words>
  <Application>Microsoft Office PowerPoint</Application>
  <PresentationFormat>Affichage à l'écran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SWEET</cp:lastModifiedBy>
  <cp:revision>2</cp:revision>
  <dcterms:created xsi:type="dcterms:W3CDTF">2012-11-13T08:02:09Z</dcterms:created>
  <dcterms:modified xsi:type="dcterms:W3CDTF">2012-11-13T08:04:51Z</dcterms:modified>
</cp:coreProperties>
</file>