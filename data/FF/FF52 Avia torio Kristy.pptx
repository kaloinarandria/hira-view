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90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62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35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26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47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22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38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345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97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97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94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8D572-CDB3-4401-9613-EF1A7D511FC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52D2D-3398-4F13-ABE7-B69CCCDEAA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10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404664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en-GB" sz="4800" dirty="0" smtClean="0">
                <a:latin typeface="Franklin Gothic Demi" pitchFamily="34" charset="0"/>
                <a:cs typeface="Times New Roman" pitchFamily="18" charset="0"/>
              </a:rPr>
              <a:t> 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tanora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Mitsangàna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Ambarao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famonjena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torio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2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404666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1-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vory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amintsika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hery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mendrika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hanaovan-tsoa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Meteza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ampio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>
                <a:latin typeface="Franklin Gothic Demi" pitchFamily="34" charset="0"/>
              </a:rPr>
              <a:t>‘</a:t>
            </a:r>
            <a:r>
              <a:rPr lang="en-GB" sz="4800" dirty="0" smtClean="0">
                <a:latin typeface="Franklin Gothic Demi" pitchFamily="34" charset="0"/>
              </a:rPr>
              <a:t>reo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mbola</a:t>
            </a:r>
            <a:r>
              <a:rPr lang="en-GB" sz="4800" dirty="0">
                <a:latin typeface="Franklin Gothic Demi" pitchFamily="34" charset="0"/>
              </a:rPr>
              <a:t> very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mpino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antsika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koa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248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404664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en-GB" sz="4800" dirty="0" smtClean="0">
                <a:latin typeface="Franklin Gothic Demi" pitchFamily="34" charset="0"/>
                <a:cs typeface="Times New Roman" pitchFamily="18" charset="0"/>
              </a:rPr>
              <a:t> 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tanora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Mitsangàna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Ambarao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famonjena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torio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5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476672"/>
            <a:ext cx="93245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2- </a:t>
            </a:r>
            <a:r>
              <a:rPr lang="en-GB" sz="4800" dirty="0" err="1">
                <a:latin typeface="Franklin Gothic Demi" pitchFamily="34" charset="0"/>
              </a:rPr>
              <a:t>Anio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miandry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antsika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tontolo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Hitondra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hazavana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Isika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voataiza</a:t>
            </a:r>
            <a:r>
              <a:rPr lang="en-GB" sz="4800" dirty="0">
                <a:latin typeface="Franklin Gothic Demi" pitchFamily="34" charset="0"/>
              </a:rPr>
              <a:t> 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voakolo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No </a:t>
            </a:r>
            <a:r>
              <a:rPr lang="en-GB" sz="4800" dirty="0" err="1">
                <a:latin typeface="Franklin Gothic Demi" pitchFamily="34" charset="0"/>
              </a:rPr>
              <a:t>indro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irahan’i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Jesoa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16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404664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en-GB" sz="4800" dirty="0" smtClean="0">
                <a:latin typeface="Franklin Gothic Demi" pitchFamily="34" charset="0"/>
                <a:cs typeface="Times New Roman" pitchFamily="18" charset="0"/>
              </a:rPr>
              <a:t> 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tanora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Mitsangàna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Ambarao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famonjena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torio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65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476674"/>
            <a:ext cx="93245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  <a:latin typeface="Franklin Gothic Demi" pitchFamily="34" charset="0"/>
              </a:rPr>
              <a:t>3</a:t>
            </a:r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- </a:t>
            </a:r>
            <a:r>
              <a:rPr lang="en-GB" sz="4800" dirty="0" err="1" smtClean="0">
                <a:latin typeface="Franklin Gothic Demi" pitchFamily="34" charset="0"/>
              </a:rPr>
              <a:t>Ny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herin’ny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fanahy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no </a:t>
            </a:r>
            <a:r>
              <a:rPr lang="en-GB" sz="4800" dirty="0" err="1">
                <a:latin typeface="Franklin Gothic Demi" pitchFamily="34" charset="0"/>
              </a:rPr>
              <a:t>momba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antsika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Hahatomombana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Andeha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amin’ny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endrika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sariaka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No </a:t>
            </a:r>
            <a:r>
              <a:rPr lang="en-GB" sz="4800" dirty="0" err="1">
                <a:latin typeface="Franklin Gothic Demi" pitchFamily="34" charset="0"/>
              </a:rPr>
              <a:t>hitoriana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an’i</a:t>
            </a:r>
            <a:r>
              <a:rPr lang="en-GB" sz="4800" dirty="0">
                <a:latin typeface="Franklin Gothic Demi" pitchFamily="34" charset="0"/>
              </a:rPr>
              <a:t> Kristy.</a:t>
            </a:r>
          </a:p>
        </p:txBody>
      </p:sp>
    </p:spTree>
    <p:extLst>
      <p:ext uri="{BB962C8B-B14F-4D97-AF65-F5344CB8AC3E}">
        <p14:creationId xmlns:p14="http://schemas.microsoft.com/office/powerpoint/2010/main" val="42535909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</Words>
  <Application>Microsoft Office PowerPoint</Application>
  <PresentationFormat>Affichage à l'écran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2</cp:revision>
  <dcterms:created xsi:type="dcterms:W3CDTF">2012-11-13T08:41:44Z</dcterms:created>
  <dcterms:modified xsi:type="dcterms:W3CDTF">2012-11-13T08:46:10Z</dcterms:modified>
</cp:coreProperties>
</file>