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Miloatra avy ao am-po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tonom-bavako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Maneho ny fanajako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ny fankatoavako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Tompoko tsitoha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Nitahy hatrizay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Hatramin’ny taloha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ho mandrakizay.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Mivavaka aho satria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tena mino,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Mino sy Mankato,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Manaja sady 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an’Andriamanitro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Mivavaka aho satria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tena faly,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Faly aho satria tena faly,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Faly sy manantena ny avotra,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Omena mandrakizay Doria.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Mibahana ato am-poko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Fanahin’i Kristy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Mitaiza tsy miato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mahafaly erý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Manesika ahy hivoatra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Hiasa be kokoa,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ataony tafahoatra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hasoavako.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10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Mivavaka aho satria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tena mino,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Mino sy Mankato,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Manaja sady tia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an’Andriamanitro ;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Mivavaka aho satria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tena faly,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Faly aho satria tena faly,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Faly sy manantena ny avotra,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Omena mandrakizay Doria.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