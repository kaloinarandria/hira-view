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Jesoa, apetraka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fanahiako rehetra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 vita hatrizay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Anao tokoa tsy misy fetra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apetraka aminao.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Jesoa, apetraka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 fikelazan’aina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misy miafina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hetaheta tsy hay lazaina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apetraka Aminao.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Jesoa, apetraka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toky sy fanantenana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sitrakao no aoka hatao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aiza lalana hombana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apetraka Aminao.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