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00"/>
    <a:srgbClr val="CC0000"/>
    <a:srgbClr val="FF3300"/>
    <a:srgbClr val="5F5F5F"/>
    <a:srgbClr val="666633"/>
    <a:srgbClr val="00669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23/02/2014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4792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23/02/2014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6744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23/02/2014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1934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23/02/2014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7437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23/02/2014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0781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23/02/2014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8265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23/02/2014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509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23/02/2014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3721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23/02/2014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6695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23/02/2014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180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23/02/2014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3895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D4B34-77A8-421E-A844-581F879F901E}" type="datetimeFigureOut">
              <a:rPr lang="fr-FR" smtClean="0"/>
              <a:t>23/02/2014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3858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467544" y="0"/>
            <a:ext cx="8676456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smtClean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</a:rPr>
              <a:t>FF32</a:t>
            </a:r>
          </a:p>
          <a:p>
            <a:pPr lvl="0" fontAlgn="base"/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Aza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avela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hahalala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endParaRPr lang="fr-FR" sz="5000" b="1" spc="-150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Ny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antony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nanaovanao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endParaRPr lang="fr-FR" sz="5000" b="1" spc="-150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Ny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hariva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mamanala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endParaRPr lang="fr-FR" sz="5000" b="1" spc="-150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Na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ireo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maraina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vao</a:t>
            </a:r>
            <a:endParaRPr lang="fr-FR" sz="5000" b="1" spc="-150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r>
              <a:rPr lang="en-US" sz="5000" b="1" spc="-15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Tsy</a:t>
            </a:r>
            <a:r>
              <a:rPr lang="en-US" sz="5000" b="1" spc="-1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ho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takatry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ny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saiko</a:t>
            </a:r>
            <a:endParaRPr lang="fr-FR" sz="5000" b="1" spc="-150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'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Zay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rehetra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lahatrao</a:t>
            </a:r>
            <a:endParaRPr lang="fr-FR" sz="5000" b="1" spc="-150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Ny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angatahako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,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ry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Raiko</a:t>
            </a:r>
            <a:endParaRPr lang="fr-FR" sz="5000" b="1" spc="-150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Aoka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aho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hatoky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Anao</a:t>
            </a:r>
            <a:endParaRPr lang="fr-FR" sz="5000" b="1" spc="-150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594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" y="0"/>
            <a:ext cx="9144001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smtClean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</a:rPr>
              <a:t>FF32</a:t>
            </a:r>
            <a:endParaRPr lang="fr-FR" sz="4000" b="1" dirty="0">
              <a:solidFill>
                <a:schemeClr val="accent6">
                  <a:lumMod val="50000"/>
                </a:schemeClr>
              </a:solidFill>
              <a:latin typeface="Arial Black" pitchFamily="34" charset="0"/>
            </a:endParaRPr>
          </a:p>
          <a:p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2.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Aza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avela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hanontany</a:t>
            </a:r>
            <a:endParaRPr lang="fr-FR" sz="5000" b="1" spc="-150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Ny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hafaliana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atolotrao</a:t>
            </a:r>
            <a:endParaRPr lang="fr-FR" sz="5000" b="1" spc="-150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Na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ny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anton'ny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tomany</a:t>
            </a:r>
            <a:endParaRPr lang="fr-FR" sz="5000" b="1" spc="-150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Efa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hitako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hatrizao</a:t>
            </a:r>
            <a:endParaRPr lang="en-US" sz="5000" b="1" spc="-150" dirty="0" smtClean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Tsy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ho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takatry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ny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saiko</a:t>
            </a:r>
            <a:endParaRPr lang="fr-FR" sz="5000" b="1" spc="-150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'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Zay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rehetra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lahatrao</a:t>
            </a:r>
            <a:endParaRPr lang="fr-FR" sz="5000" b="1" spc="-150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Ny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angatahako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,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ry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Raiko</a:t>
            </a:r>
            <a:endParaRPr lang="fr-FR" sz="5000" b="1" spc="-150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Aoka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aho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hatoky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Anao</a:t>
            </a:r>
            <a:endParaRPr lang="fr-FR" sz="5000" b="1" spc="-150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1169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22820" y="0"/>
            <a:ext cx="9144000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smtClean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</a:rPr>
              <a:t>FF32</a:t>
            </a:r>
            <a:endParaRPr lang="fr-FR" sz="4000" b="1" dirty="0">
              <a:solidFill>
                <a:schemeClr val="accent6">
                  <a:lumMod val="50000"/>
                </a:schemeClr>
              </a:solidFill>
              <a:latin typeface="Arial Black" pitchFamily="34" charset="0"/>
            </a:endParaRPr>
          </a:p>
          <a:p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3.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Aza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avelanao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hanefy</a:t>
            </a:r>
            <a:endParaRPr lang="fr-FR" sz="5000" b="1" spc="-150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Ny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ampitso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'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zay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anao</a:t>
            </a:r>
            <a:endParaRPr lang="fr-FR" sz="5000" b="1" spc="-150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Aza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avelanao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handrefy</a:t>
            </a:r>
            <a:endParaRPr lang="fr-FR" sz="5000" b="1" spc="-150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'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Zay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ho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fitantananao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endParaRPr lang="en-US" sz="5000" b="1" spc="-150" dirty="0" smtClean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Tsy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ho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takatry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ny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saiko</a:t>
            </a:r>
            <a:endParaRPr lang="fr-FR" sz="5000" b="1" spc="-150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'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Zay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rehetra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lahatrao</a:t>
            </a:r>
            <a:endParaRPr lang="fr-FR" sz="5000" b="1" spc="-150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Ny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angatahako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,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ry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Raiko</a:t>
            </a:r>
            <a:endParaRPr lang="fr-FR" sz="5000" b="1" spc="-150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Aoka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aho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hatoky</a:t>
            </a:r>
            <a:r>
              <a:rPr lang="en-US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</a:t>
            </a:r>
            <a:r>
              <a:rPr lang="en-US" sz="5000" b="1" spc="-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Anao</a:t>
            </a:r>
            <a:endParaRPr lang="fr-FR" sz="5000" b="1" spc="-150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endParaRPr lang="fr-FR" sz="5000" b="1" spc="-150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6506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1220</TotalTime>
  <Words>97</Words>
  <Application>Microsoft Office PowerPoint</Application>
  <PresentationFormat>Affichage à l'écran (4:3)</PresentationFormat>
  <Paragraphs>27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Présentation PowerPoint</vt:lpstr>
      <vt:lpstr>Présentation PowerPoint</vt:lpstr>
      <vt:lpstr>Présentation PowerPoint</vt:lpstr>
    </vt:vector>
  </TitlesOfParts>
  <Company>Prive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Haridera RAZAFNTSALAMA</dc:creator>
  <cp:lastModifiedBy>user</cp:lastModifiedBy>
  <cp:revision>121</cp:revision>
  <dcterms:created xsi:type="dcterms:W3CDTF">2011-09-28T14:59:36Z</dcterms:created>
  <dcterms:modified xsi:type="dcterms:W3CDTF">2014-02-23T07:14:05Z</dcterms:modified>
</cp:coreProperties>
</file>