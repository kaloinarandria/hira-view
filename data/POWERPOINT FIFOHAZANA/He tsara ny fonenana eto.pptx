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103" d="100"/>
          <a:sy n="103" d="100"/>
        </p:scale>
        <p:origin x="-20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8BB6E4-25A3-4191-887F-0412512D43CD}" type="datetimeFigureOut">
              <a:rPr lang="fr-FR" smtClean="0"/>
              <a:t>31/03/2014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633D7-9708-4AD4-846D-EE238FF9575A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8BB6E4-25A3-4191-887F-0412512D43CD}" type="datetimeFigureOut">
              <a:rPr lang="fr-FR" smtClean="0"/>
              <a:t>31/03/2014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633D7-9708-4AD4-846D-EE238FF9575A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8BB6E4-25A3-4191-887F-0412512D43CD}" type="datetimeFigureOut">
              <a:rPr lang="fr-FR" smtClean="0"/>
              <a:t>31/03/2014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633D7-9708-4AD4-846D-EE238FF9575A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8BB6E4-25A3-4191-887F-0412512D43CD}" type="datetimeFigureOut">
              <a:rPr lang="fr-FR" smtClean="0"/>
              <a:t>31/03/2014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633D7-9708-4AD4-846D-EE238FF9575A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8BB6E4-25A3-4191-887F-0412512D43CD}" type="datetimeFigureOut">
              <a:rPr lang="fr-FR" smtClean="0"/>
              <a:t>31/03/2014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633D7-9708-4AD4-846D-EE238FF9575A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8BB6E4-25A3-4191-887F-0412512D43CD}" type="datetimeFigureOut">
              <a:rPr lang="fr-FR" smtClean="0"/>
              <a:t>31/03/2014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633D7-9708-4AD4-846D-EE238FF9575A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8BB6E4-25A3-4191-887F-0412512D43CD}" type="datetimeFigureOut">
              <a:rPr lang="fr-FR" smtClean="0"/>
              <a:t>31/03/2014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633D7-9708-4AD4-846D-EE238FF9575A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8BB6E4-25A3-4191-887F-0412512D43CD}" type="datetimeFigureOut">
              <a:rPr lang="fr-FR" smtClean="0"/>
              <a:t>31/03/2014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633D7-9708-4AD4-846D-EE238FF9575A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8BB6E4-25A3-4191-887F-0412512D43CD}" type="datetimeFigureOut">
              <a:rPr lang="fr-FR" smtClean="0"/>
              <a:t>31/03/2014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633D7-9708-4AD4-846D-EE238FF9575A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8BB6E4-25A3-4191-887F-0412512D43CD}" type="datetimeFigureOut">
              <a:rPr lang="fr-FR" smtClean="0"/>
              <a:t>31/03/2014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633D7-9708-4AD4-846D-EE238FF9575A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8BB6E4-25A3-4191-887F-0412512D43CD}" type="datetimeFigureOut">
              <a:rPr lang="fr-FR" smtClean="0"/>
              <a:t>31/03/2014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633D7-9708-4AD4-846D-EE238FF9575A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8BB6E4-25A3-4191-887F-0412512D43CD}" type="datetimeFigureOut">
              <a:rPr lang="fr-FR" smtClean="0"/>
              <a:t>31/03/2014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F633D7-9708-4AD4-846D-EE238FF9575A}" type="slidenum">
              <a:rPr lang="fr-FR" smtClean="0"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714480" y="142852"/>
            <a:ext cx="5524268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fr-FR" sz="4000" b="1" cap="none" spc="0" dirty="0" smtClean="0">
                <a:ln w="11430"/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He </a:t>
            </a:r>
            <a:r>
              <a:rPr lang="fr-FR" sz="4000" b="1" cap="none" spc="0" dirty="0" err="1" smtClean="0">
                <a:ln w="11430"/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tsara</a:t>
            </a:r>
            <a:r>
              <a:rPr lang="fr-FR" sz="4000" b="1" cap="none" spc="0" dirty="0" smtClean="0">
                <a:ln w="11430"/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 </a:t>
            </a:r>
            <a:r>
              <a:rPr lang="fr-FR" sz="4000" b="1" cap="none" spc="0" dirty="0" err="1" smtClean="0">
                <a:ln w="11430"/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ny</a:t>
            </a:r>
            <a:r>
              <a:rPr lang="fr-FR" sz="4000" b="1" cap="none" spc="0" dirty="0" smtClean="0">
                <a:ln w="11430"/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 </a:t>
            </a:r>
            <a:r>
              <a:rPr lang="fr-FR" sz="4000" b="1" cap="none" spc="0" dirty="0" err="1" smtClean="0">
                <a:ln w="11430"/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fonenana</a:t>
            </a:r>
            <a:r>
              <a:rPr lang="fr-FR" sz="4000" b="1" cap="none" spc="0" dirty="0" smtClean="0">
                <a:ln w="11430"/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 </a:t>
            </a:r>
            <a:r>
              <a:rPr lang="fr-FR" sz="4000" b="1" cap="none" spc="0" dirty="0" err="1" smtClean="0">
                <a:ln w="11430"/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eto</a:t>
            </a:r>
            <a:endParaRPr lang="fr-FR" sz="4000" b="1" cap="none" spc="0" dirty="0">
              <a:ln w="11430"/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57158" y="713505"/>
            <a:ext cx="7826526" cy="600164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r>
              <a:rPr lang="en-US" sz="4800" i="1" dirty="0"/>
              <a:t>:,: He! </a:t>
            </a:r>
            <a:r>
              <a:rPr lang="en-US" sz="4800" i="1" dirty="0" err="1"/>
              <a:t>Tsara</a:t>
            </a:r>
            <a:r>
              <a:rPr lang="en-US" sz="4800" i="1" dirty="0"/>
              <a:t> </a:t>
            </a:r>
            <a:r>
              <a:rPr lang="en-US" sz="4800" i="1" dirty="0" err="1"/>
              <a:t>ny</a:t>
            </a:r>
            <a:r>
              <a:rPr lang="en-US" sz="4800" i="1" dirty="0"/>
              <a:t> </a:t>
            </a:r>
            <a:r>
              <a:rPr lang="en-US" sz="4800" i="1" dirty="0" err="1"/>
              <a:t>fonenana</a:t>
            </a:r>
            <a:r>
              <a:rPr lang="en-US" sz="4800" i="1" dirty="0"/>
              <a:t> </a:t>
            </a:r>
            <a:r>
              <a:rPr lang="en-US" sz="4800" i="1" dirty="0" err="1"/>
              <a:t>eto</a:t>
            </a:r>
            <a:r>
              <a:rPr lang="en-US" sz="4800" i="1" dirty="0"/>
              <a:t>  </a:t>
            </a:r>
            <a:endParaRPr lang="en-US" sz="4800" i="1" dirty="0" smtClean="0"/>
          </a:p>
          <a:p>
            <a:r>
              <a:rPr lang="en-US" sz="4800" i="1" dirty="0" smtClean="0"/>
              <a:t>(</a:t>
            </a:r>
            <a:r>
              <a:rPr lang="en-US" sz="4800" i="1" dirty="0" err="1"/>
              <a:t>Kanefa</a:t>
            </a:r>
            <a:r>
              <a:rPr lang="en-US" sz="4800" i="1" dirty="0"/>
              <a:t>)</a:t>
            </a:r>
            <a:endParaRPr lang="fr-FR" sz="4800" i="1" dirty="0"/>
          </a:p>
          <a:p>
            <a:r>
              <a:rPr lang="en-US" sz="4800" i="1" dirty="0" err="1"/>
              <a:t>Ny</a:t>
            </a:r>
            <a:r>
              <a:rPr lang="en-US" sz="4800" i="1" dirty="0"/>
              <a:t> </a:t>
            </a:r>
            <a:r>
              <a:rPr lang="en-US" sz="4800" i="1" dirty="0" err="1"/>
              <a:t>eo</a:t>
            </a:r>
            <a:r>
              <a:rPr lang="en-US" sz="4800" i="1" dirty="0"/>
              <a:t> </a:t>
            </a:r>
            <a:r>
              <a:rPr lang="en-US" sz="4800" i="1" dirty="0" err="1"/>
              <a:t>anilanao</a:t>
            </a:r>
            <a:r>
              <a:rPr lang="en-US" sz="4800" i="1" dirty="0"/>
              <a:t> no </a:t>
            </a:r>
            <a:r>
              <a:rPr lang="en-US" sz="4800" i="1" dirty="0" err="1"/>
              <a:t>tiako</a:t>
            </a:r>
            <a:r>
              <a:rPr lang="en-US" sz="4800" i="1" dirty="0"/>
              <a:t>  </a:t>
            </a:r>
            <a:endParaRPr lang="en-US" sz="4800" i="1" dirty="0" smtClean="0"/>
          </a:p>
          <a:p>
            <a:r>
              <a:rPr lang="en-US" sz="4800" i="1" dirty="0" smtClean="0"/>
              <a:t>(</a:t>
            </a:r>
            <a:r>
              <a:rPr lang="en-US" sz="4800" i="1" dirty="0" err="1"/>
              <a:t>Raha</a:t>
            </a:r>
            <a:r>
              <a:rPr lang="en-US" sz="4800" i="1" dirty="0"/>
              <a:t> </a:t>
            </a:r>
            <a:r>
              <a:rPr lang="en-US" sz="4800" i="1" dirty="0" err="1"/>
              <a:t>lavitra</a:t>
            </a:r>
            <a:r>
              <a:rPr lang="en-US" sz="4800" i="1" dirty="0"/>
              <a:t>)</a:t>
            </a:r>
            <a:endParaRPr lang="fr-FR" sz="4800" i="1" dirty="0"/>
          </a:p>
          <a:p>
            <a:r>
              <a:rPr lang="en-US" sz="4800" i="1" dirty="0" err="1"/>
              <a:t>Lavitra</a:t>
            </a:r>
            <a:r>
              <a:rPr lang="en-US" sz="4800" i="1" dirty="0"/>
              <a:t> </a:t>
            </a:r>
            <a:r>
              <a:rPr lang="en-US" sz="4800" i="1" dirty="0" err="1"/>
              <a:t>Anao</a:t>
            </a:r>
            <a:r>
              <a:rPr lang="en-US" sz="4800" i="1" dirty="0"/>
              <a:t> </a:t>
            </a:r>
            <a:r>
              <a:rPr lang="en-US" sz="4800" i="1" dirty="0" err="1"/>
              <a:t>ny</a:t>
            </a:r>
            <a:r>
              <a:rPr lang="en-US" sz="4800" i="1" dirty="0"/>
              <a:t> </a:t>
            </a:r>
            <a:r>
              <a:rPr lang="en-US" sz="4800" i="1" dirty="0" err="1"/>
              <a:t>fo</a:t>
            </a:r>
            <a:r>
              <a:rPr lang="en-US" sz="4800" i="1" dirty="0"/>
              <a:t> </a:t>
            </a:r>
            <a:r>
              <a:rPr lang="en-US" sz="4800" i="1" dirty="0" err="1"/>
              <a:t>misento</a:t>
            </a:r>
            <a:r>
              <a:rPr lang="en-US" sz="4800" i="1" dirty="0"/>
              <a:t>  </a:t>
            </a:r>
            <a:endParaRPr lang="en-US" sz="4800" i="1" dirty="0" smtClean="0"/>
          </a:p>
          <a:p>
            <a:r>
              <a:rPr lang="en-US" sz="4800" i="1" dirty="0" smtClean="0"/>
              <a:t>(</a:t>
            </a:r>
            <a:r>
              <a:rPr lang="en-US" sz="4800" i="1" dirty="0" err="1"/>
              <a:t>Sento</a:t>
            </a:r>
            <a:r>
              <a:rPr lang="en-US" sz="4800" i="1" dirty="0"/>
              <a:t>, </a:t>
            </a:r>
            <a:r>
              <a:rPr lang="en-US" sz="4800" i="1" dirty="0" err="1"/>
              <a:t>Sento</a:t>
            </a:r>
            <a:r>
              <a:rPr lang="en-US" sz="4800" i="1" dirty="0"/>
              <a:t>)</a:t>
            </a:r>
            <a:endParaRPr lang="fr-FR" sz="4800" i="1" dirty="0"/>
          </a:p>
          <a:p>
            <a:r>
              <a:rPr lang="en-US" sz="4800" i="1" dirty="0"/>
              <a:t>Ka </a:t>
            </a:r>
            <a:r>
              <a:rPr lang="en-US" sz="4800" i="1" dirty="0" err="1"/>
              <a:t>ny</a:t>
            </a:r>
            <a:r>
              <a:rPr lang="en-US" sz="4800" i="1" dirty="0"/>
              <a:t> </a:t>
            </a:r>
            <a:r>
              <a:rPr lang="en-US" sz="4800" i="1" dirty="0" err="1"/>
              <a:t>eo</a:t>
            </a:r>
            <a:r>
              <a:rPr lang="en-US" sz="4800" i="1" dirty="0"/>
              <a:t> </a:t>
            </a:r>
            <a:r>
              <a:rPr lang="en-US" sz="4800" i="1" dirty="0" err="1"/>
              <a:t>Anilanao</a:t>
            </a:r>
            <a:r>
              <a:rPr lang="en-US" sz="4800" i="1" dirty="0"/>
              <a:t> no </a:t>
            </a:r>
            <a:r>
              <a:rPr lang="en-US" sz="4800" i="1" dirty="0" err="1"/>
              <a:t>tiako</a:t>
            </a:r>
            <a:r>
              <a:rPr lang="en-US" sz="4800" i="1" dirty="0"/>
              <a:t>  </a:t>
            </a:r>
            <a:endParaRPr lang="en-US" sz="4800" i="1" dirty="0" smtClean="0"/>
          </a:p>
          <a:p>
            <a:r>
              <a:rPr lang="en-US" sz="4800" i="1" dirty="0" smtClean="0"/>
              <a:t>(</a:t>
            </a:r>
            <a:r>
              <a:rPr lang="en-US" sz="4800" i="1" dirty="0" err="1"/>
              <a:t>Ry</a:t>
            </a:r>
            <a:r>
              <a:rPr lang="en-US" sz="4800" i="1" dirty="0"/>
              <a:t> </a:t>
            </a:r>
            <a:r>
              <a:rPr lang="en-US" sz="4800" i="1" dirty="0" err="1"/>
              <a:t>Tompoko</a:t>
            </a:r>
            <a:r>
              <a:rPr lang="en-US" sz="4800" i="1" dirty="0"/>
              <a:t>)</a:t>
            </a:r>
            <a:endParaRPr lang="fr-FR" sz="4800" i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714480" y="142852"/>
            <a:ext cx="5524268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fr-FR" sz="4000" b="1" cap="none" spc="0" dirty="0" smtClean="0">
                <a:ln w="11430"/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He </a:t>
            </a:r>
            <a:r>
              <a:rPr lang="fr-FR" sz="4000" b="1" cap="none" spc="0" dirty="0" err="1" smtClean="0">
                <a:ln w="11430"/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tsara</a:t>
            </a:r>
            <a:r>
              <a:rPr lang="fr-FR" sz="4000" b="1" cap="none" spc="0" dirty="0" smtClean="0">
                <a:ln w="11430"/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 </a:t>
            </a:r>
            <a:r>
              <a:rPr lang="fr-FR" sz="4000" b="1" cap="none" spc="0" dirty="0" err="1" smtClean="0">
                <a:ln w="11430"/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ny</a:t>
            </a:r>
            <a:r>
              <a:rPr lang="fr-FR" sz="4000" b="1" cap="none" spc="0" dirty="0" smtClean="0">
                <a:ln w="11430"/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 </a:t>
            </a:r>
            <a:r>
              <a:rPr lang="fr-FR" sz="4000" b="1" cap="none" spc="0" dirty="0" err="1" smtClean="0">
                <a:ln w="11430"/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fonenana</a:t>
            </a:r>
            <a:r>
              <a:rPr lang="fr-FR" sz="4000" b="1" cap="none" spc="0" dirty="0" smtClean="0">
                <a:ln w="11430"/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 </a:t>
            </a:r>
            <a:r>
              <a:rPr lang="fr-FR" sz="4000" b="1" cap="none" spc="0" dirty="0" err="1" smtClean="0">
                <a:ln w="11430"/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eto</a:t>
            </a:r>
            <a:endParaRPr lang="fr-FR" sz="4000" b="1" cap="none" spc="0" dirty="0">
              <a:ln w="11430"/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57158" y="713505"/>
            <a:ext cx="7826526" cy="526297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r>
              <a:rPr lang="en-US" sz="4800" i="1" dirty="0" err="1"/>
              <a:t>Ry</a:t>
            </a:r>
            <a:r>
              <a:rPr lang="en-US" sz="4800" i="1" dirty="0"/>
              <a:t> </a:t>
            </a:r>
            <a:r>
              <a:rPr lang="en-US" sz="4800" i="1" dirty="0" err="1"/>
              <a:t>Tompoko</a:t>
            </a:r>
            <a:r>
              <a:rPr lang="en-US" sz="4800" i="1" dirty="0"/>
              <a:t>,  (</a:t>
            </a:r>
            <a:r>
              <a:rPr lang="en-US" sz="4800" i="1" dirty="0" err="1"/>
              <a:t>Mpanjakako</a:t>
            </a:r>
            <a:r>
              <a:rPr lang="en-US" sz="4800" i="1" dirty="0"/>
              <a:t>)  </a:t>
            </a:r>
            <a:r>
              <a:rPr lang="en-US" sz="4800" i="1" dirty="0" err="1"/>
              <a:t>Mpanjakako</a:t>
            </a:r>
            <a:r>
              <a:rPr lang="en-US" sz="4800" i="1" dirty="0"/>
              <a:t> </a:t>
            </a:r>
            <a:endParaRPr lang="fr-FR" sz="4800" dirty="0"/>
          </a:p>
          <a:p>
            <a:r>
              <a:rPr lang="en-US" sz="4800" i="1" dirty="0" err="1"/>
              <a:t>Mpiahy</a:t>
            </a:r>
            <a:r>
              <a:rPr lang="en-US" sz="4800" i="1" dirty="0"/>
              <a:t> </a:t>
            </a:r>
            <a:r>
              <a:rPr lang="en-US" sz="4800" i="1" dirty="0" err="1"/>
              <a:t>ny</a:t>
            </a:r>
            <a:r>
              <a:rPr lang="en-US" sz="4800" i="1" dirty="0"/>
              <a:t> </a:t>
            </a:r>
            <a:r>
              <a:rPr lang="en-US" sz="4800" i="1" dirty="0" err="1"/>
              <a:t>fanahiko</a:t>
            </a:r>
            <a:r>
              <a:rPr lang="en-US" sz="4800" i="1" dirty="0"/>
              <a:t>  (</a:t>
            </a:r>
            <a:r>
              <a:rPr lang="en-US" sz="4800" i="1" dirty="0" err="1"/>
              <a:t>Mpiahy</a:t>
            </a:r>
            <a:r>
              <a:rPr lang="en-US" sz="4800" i="1" dirty="0"/>
              <a:t> </a:t>
            </a:r>
            <a:r>
              <a:rPr lang="en-US" sz="4800" i="1" dirty="0" err="1"/>
              <a:t>ny</a:t>
            </a:r>
            <a:r>
              <a:rPr lang="en-US" sz="4800" i="1" dirty="0"/>
              <a:t> </a:t>
            </a:r>
            <a:r>
              <a:rPr lang="en-US" sz="4800" i="1" dirty="0" err="1"/>
              <a:t>fanahiko</a:t>
            </a:r>
            <a:r>
              <a:rPr lang="en-US" sz="4800" i="1" dirty="0"/>
              <a:t>)</a:t>
            </a:r>
            <a:endParaRPr lang="fr-FR" sz="4800" dirty="0"/>
          </a:p>
          <a:p>
            <a:r>
              <a:rPr lang="en-US" sz="4800" i="1" dirty="0" err="1"/>
              <a:t>Eny</a:t>
            </a:r>
            <a:r>
              <a:rPr lang="en-US" sz="4800" i="1" dirty="0"/>
              <a:t>, </a:t>
            </a:r>
            <a:r>
              <a:rPr lang="en-US" sz="4800" i="1" dirty="0" err="1"/>
              <a:t>lavitra</a:t>
            </a:r>
            <a:r>
              <a:rPr lang="en-US" sz="4800" i="1" dirty="0"/>
              <a:t> </a:t>
            </a:r>
            <a:r>
              <a:rPr lang="en-US" sz="4800" i="1" dirty="0" err="1"/>
              <a:t>Anao</a:t>
            </a:r>
            <a:r>
              <a:rPr lang="en-US" sz="4800" i="1" dirty="0"/>
              <a:t> </a:t>
            </a:r>
            <a:r>
              <a:rPr lang="en-US" sz="4800" i="1" dirty="0" err="1"/>
              <a:t>ny</a:t>
            </a:r>
            <a:r>
              <a:rPr lang="en-US" sz="4800" i="1" dirty="0"/>
              <a:t> </a:t>
            </a:r>
            <a:r>
              <a:rPr lang="en-US" sz="4800" i="1" dirty="0" err="1"/>
              <a:t>fo</a:t>
            </a:r>
            <a:r>
              <a:rPr lang="en-US" sz="4800" i="1" dirty="0"/>
              <a:t> </a:t>
            </a:r>
            <a:r>
              <a:rPr lang="en-US" sz="4800" i="1" dirty="0" err="1"/>
              <a:t>misento</a:t>
            </a:r>
            <a:r>
              <a:rPr lang="en-US" sz="4800" i="1" dirty="0"/>
              <a:t>  (</a:t>
            </a:r>
            <a:r>
              <a:rPr lang="en-US" sz="4800" i="1" dirty="0" err="1"/>
              <a:t>Sento</a:t>
            </a:r>
            <a:r>
              <a:rPr lang="en-US" sz="4800" i="1" dirty="0"/>
              <a:t>, </a:t>
            </a:r>
            <a:r>
              <a:rPr lang="en-US" sz="4800" i="1" dirty="0" err="1"/>
              <a:t>Sento</a:t>
            </a:r>
            <a:r>
              <a:rPr lang="en-US" sz="4800" i="1" dirty="0"/>
              <a:t>)</a:t>
            </a:r>
            <a:endParaRPr lang="fr-FR" sz="4800" dirty="0"/>
          </a:p>
          <a:p>
            <a:r>
              <a:rPr lang="en-US" sz="4800" i="1" dirty="0"/>
              <a:t>Ka </a:t>
            </a:r>
            <a:r>
              <a:rPr lang="en-US" sz="4800" i="1" dirty="0" err="1"/>
              <a:t>ny</a:t>
            </a:r>
            <a:r>
              <a:rPr lang="en-US" sz="4800" i="1" dirty="0"/>
              <a:t> </a:t>
            </a:r>
            <a:r>
              <a:rPr lang="en-US" sz="4800" i="1" dirty="0" err="1"/>
              <a:t>eo</a:t>
            </a:r>
            <a:r>
              <a:rPr lang="en-US" sz="4800" i="1" dirty="0"/>
              <a:t> </a:t>
            </a:r>
            <a:r>
              <a:rPr lang="en-US" sz="4800" i="1" dirty="0" err="1"/>
              <a:t>Anilanao</a:t>
            </a:r>
            <a:r>
              <a:rPr lang="en-US" sz="4800" i="1" dirty="0"/>
              <a:t> no </a:t>
            </a:r>
            <a:r>
              <a:rPr lang="en-US" sz="4800" i="1" dirty="0" err="1"/>
              <a:t>tiako</a:t>
            </a:r>
            <a:r>
              <a:rPr lang="en-US" sz="4800" i="1" dirty="0"/>
              <a:t>. :,:</a:t>
            </a:r>
            <a:endParaRPr lang="fr-FR" sz="4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714480" y="142852"/>
            <a:ext cx="5524268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fr-FR" sz="4000" b="1" cap="none" spc="0" dirty="0" smtClean="0">
                <a:ln w="11430"/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He </a:t>
            </a:r>
            <a:r>
              <a:rPr lang="fr-FR" sz="4000" b="1" cap="none" spc="0" dirty="0" err="1" smtClean="0">
                <a:ln w="11430"/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tsara</a:t>
            </a:r>
            <a:r>
              <a:rPr lang="fr-FR" sz="4000" b="1" cap="none" spc="0" dirty="0" smtClean="0">
                <a:ln w="11430"/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 </a:t>
            </a:r>
            <a:r>
              <a:rPr lang="fr-FR" sz="4000" b="1" cap="none" spc="0" dirty="0" err="1" smtClean="0">
                <a:ln w="11430"/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ny</a:t>
            </a:r>
            <a:r>
              <a:rPr lang="fr-FR" sz="4000" b="1" cap="none" spc="0" dirty="0" smtClean="0">
                <a:ln w="11430"/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 </a:t>
            </a:r>
            <a:r>
              <a:rPr lang="fr-FR" sz="4000" b="1" cap="none" spc="0" dirty="0" err="1" smtClean="0">
                <a:ln w="11430"/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fonenana</a:t>
            </a:r>
            <a:r>
              <a:rPr lang="fr-FR" sz="4000" b="1" cap="none" spc="0" dirty="0" smtClean="0">
                <a:ln w="11430"/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 </a:t>
            </a:r>
            <a:r>
              <a:rPr lang="fr-FR" sz="4000" b="1" cap="none" spc="0" dirty="0" err="1" smtClean="0">
                <a:ln w="11430"/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eto</a:t>
            </a:r>
            <a:endParaRPr lang="fr-FR" sz="4000" b="1" cap="none" spc="0" dirty="0">
              <a:ln w="11430"/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57158" y="713505"/>
            <a:ext cx="8501122" cy="526297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r>
              <a:rPr lang="en-US" sz="4800" i="1" dirty="0"/>
              <a:t>:,: </a:t>
            </a:r>
            <a:r>
              <a:rPr lang="en-US" sz="4800" i="1" dirty="0" err="1"/>
              <a:t>Indro</a:t>
            </a:r>
            <a:r>
              <a:rPr lang="en-US" sz="4800" i="1" dirty="0"/>
              <a:t> </a:t>
            </a:r>
            <a:r>
              <a:rPr lang="en-US" sz="4800" i="1" dirty="0" err="1"/>
              <a:t>omeko</a:t>
            </a:r>
            <a:r>
              <a:rPr lang="en-US" sz="4800" i="1" dirty="0"/>
              <a:t> </a:t>
            </a:r>
            <a:r>
              <a:rPr lang="en-US" sz="4800" i="1" dirty="0" err="1"/>
              <a:t>Anao</a:t>
            </a:r>
            <a:r>
              <a:rPr lang="en-US" sz="4800" i="1" dirty="0"/>
              <a:t> </a:t>
            </a:r>
            <a:r>
              <a:rPr lang="en-US" sz="4800" i="1" dirty="0" err="1"/>
              <a:t>ny</a:t>
            </a:r>
            <a:r>
              <a:rPr lang="en-US" sz="4800" i="1" dirty="0"/>
              <a:t> </a:t>
            </a:r>
            <a:r>
              <a:rPr lang="en-US" sz="4800" i="1" dirty="0" err="1"/>
              <a:t>foko</a:t>
            </a:r>
            <a:r>
              <a:rPr lang="en-US" sz="4800" i="1" dirty="0"/>
              <a:t>,</a:t>
            </a:r>
            <a:endParaRPr lang="fr-FR" sz="4800" dirty="0"/>
          </a:p>
          <a:p>
            <a:r>
              <a:rPr lang="en-US" sz="4800" i="1" dirty="0"/>
              <a:t>(</a:t>
            </a:r>
            <a:r>
              <a:rPr lang="en-US" sz="4800" i="1" dirty="0" err="1"/>
              <a:t>Ry</a:t>
            </a:r>
            <a:r>
              <a:rPr lang="en-US" sz="4800" i="1" dirty="0"/>
              <a:t> </a:t>
            </a:r>
            <a:r>
              <a:rPr lang="en-US" sz="4800" i="1" dirty="0" err="1"/>
              <a:t>Tompoko</a:t>
            </a:r>
            <a:r>
              <a:rPr lang="en-US" sz="4800" i="1" dirty="0"/>
              <a:t>, ka </a:t>
            </a:r>
            <a:r>
              <a:rPr lang="en-US" sz="4800" i="1" dirty="0" err="1"/>
              <a:t>mba</a:t>
            </a:r>
            <a:r>
              <a:rPr lang="en-US" sz="4800" i="1" dirty="0"/>
              <a:t> </a:t>
            </a:r>
            <a:r>
              <a:rPr lang="en-US" sz="4800" i="1" dirty="0" err="1"/>
              <a:t>hanompo</a:t>
            </a:r>
            <a:r>
              <a:rPr lang="en-US" sz="4800" i="1" dirty="0"/>
              <a:t>)</a:t>
            </a:r>
            <a:endParaRPr lang="fr-FR" sz="4800" dirty="0"/>
          </a:p>
          <a:p>
            <a:r>
              <a:rPr lang="en-US" sz="4800" i="1" dirty="0"/>
              <a:t>Re </a:t>
            </a:r>
            <a:r>
              <a:rPr lang="en-US" sz="4800" i="1" dirty="0" err="1"/>
              <a:t>ry</a:t>
            </a:r>
            <a:r>
              <a:rPr lang="en-US" sz="4800" i="1" dirty="0"/>
              <a:t> </a:t>
            </a:r>
            <a:r>
              <a:rPr lang="en-US" sz="4800" i="1" dirty="0" err="1"/>
              <a:t>Tompo</a:t>
            </a:r>
            <a:r>
              <a:rPr lang="en-US" sz="4800" i="1" dirty="0"/>
              <a:t> </a:t>
            </a:r>
            <a:endParaRPr lang="fr-FR" sz="4800" dirty="0"/>
          </a:p>
          <a:p>
            <a:r>
              <a:rPr lang="en-US" sz="4800" i="1" dirty="0" err="1"/>
              <a:t>Mba</a:t>
            </a:r>
            <a:r>
              <a:rPr lang="en-US" sz="4800" i="1" dirty="0"/>
              <a:t> </a:t>
            </a:r>
            <a:r>
              <a:rPr lang="en-US" sz="4800" i="1" dirty="0" err="1"/>
              <a:t>hanompo</a:t>
            </a:r>
            <a:r>
              <a:rPr lang="en-US" sz="4800" i="1" dirty="0"/>
              <a:t> (</a:t>
            </a:r>
            <a:r>
              <a:rPr lang="en-US" sz="4800" i="1" dirty="0" err="1"/>
              <a:t>Anao</a:t>
            </a:r>
            <a:r>
              <a:rPr lang="en-US" sz="4800" i="1" dirty="0"/>
              <a:t> </a:t>
            </a:r>
            <a:r>
              <a:rPr lang="en-US" sz="4800" i="1" dirty="0" err="1"/>
              <a:t>ny</a:t>
            </a:r>
            <a:r>
              <a:rPr lang="en-US" sz="4800" i="1" dirty="0"/>
              <a:t> </a:t>
            </a:r>
            <a:r>
              <a:rPr lang="en-US" sz="4800" i="1" dirty="0" err="1"/>
              <a:t>foko</a:t>
            </a:r>
            <a:r>
              <a:rPr lang="en-US" sz="4800" i="1" dirty="0"/>
              <a:t>)</a:t>
            </a:r>
            <a:endParaRPr lang="fr-FR" sz="4800" dirty="0"/>
          </a:p>
          <a:p>
            <a:r>
              <a:rPr lang="en-US" sz="4800" i="1" dirty="0" err="1"/>
              <a:t>Ny</a:t>
            </a:r>
            <a:r>
              <a:rPr lang="en-US" sz="4800" i="1" dirty="0"/>
              <a:t> </a:t>
            </a:r>
            <a:r>
              <a:rPr lang="en-US" sz="4800" i="1" dirty="0" err="1"/>
              <a:t>ota</a:t>
            </a:r>
            <a:r>
              <a:rPr lang="en-US" sz="4800" i="1" dirty="0"/>
              <a:t> </a:t>
            </a:r>
            <a:r>
              <a:rPr lang="en-US" sz="4800" i="1" dirty="0" err="1"/>
              <a:t>maro</a:t>
            </a:r>
            <a:r>
              <a:rPr lang="en-US" sz="4800" i="1" dirty="0"/>
              <a:t> </a:t>
            </a:r>
            <a:r>
              <a:rPr lang="en-US" sz="4800" i="1" dirty="0" err="1"/>
              <a:t>izay</a:t>
            </a:r>
            <a:r>
              <a:rPr lang="en-US" sz="4800" i="1" dirty="0"/>
              <a:t> </a:t>
            </a:r>
            <a:r>
              <a:rPr lang="en-US" sz="4800" i="1" dirty="0" err="1"/>
              <a:t>tsy</a:t>
            </a:r>
            <a:r>
              <a:rPr lang="en-US" sz="4800" i="1" dirty="0"/>
              <a:t> </a:t>
            </a:r>
            <a:r>
              <a:rPr lang="en-US" sz="4800" i="1" dirty="0" err="1"/>
              <a:t>foiko</a:t>
            </a:r>
            <a:r>
              <a:rPr lang="en-US" sz="4800" i="1" dirty="0"/>
              <a:t> </a:t>
            </a:r>
            <a:endParaRPr lang="fr-FR" sz="4800" dirty="0"/>
          </a:p>
          <a:p>
            <a:r>
              <a:rPr lang="en-US" sz="4800" i="1" dirty="0" err="1"/>
              <a:t>Homboiko</a:t>
            </a:r>
            <a:r>
              <a:rPr lang="en-US" sz="4800" i="1" dirty="0"/>
              <a:t> </a:t>
            </a:r>
            <a:r>
              <a:rPr lang="en-US" sz="4800" i="1" dirty="0" err="1"/>
              <a:t>eo</a:t>
            </a:r>
            <a:r>
              <a:rPr lang="en-US" sz="4800" i="1" dirty="0"/>
              <a:t> </a:t>
            </a:r>
            <a:r>
              <a:rPr lang="en-US" sz="4800" i="1" dirty="0" err="1"/>
              <a:t>ambony</a:t>
            </a:r>
            <a:r>
              <a:rPr lang="en-US" sz="4800" i="1" dirty="0"/>
              <a:t> </a:t>
            </a:r>
            <a:r>
              <a:rPr lang="en-US" sz="4800" i="1" dirty="0" err="1"/>
              <a:t>vokovoko</a:t>
            </a:r>
            <a:r>
              <a:rPr lang="en-US" sz="4800" i="1" dirty="0"/>
              <a:t>   (</a:t>
            </a:r>
            <a:r>
              <a:rPr lang="en-US" sz="4800" i="1" dirty="0" err="1"/>
              <a:t>kovoko</a:t>
            </a:r>
            <a:r>
              <a:rPr lang="en-US" sz="4800" i="1" dirty="0"/>
              <a:t>)</a:t>
            </a:r>
            <a:endParaRPr lang="fr-FR" sz="4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714480" y="142852"/>
            <a:ext cx="5524268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fr-FR" sz="4000" b="1" cap="none" spc="0" dirty="0" smtClean="0">
                <a:ln w="11430"/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He </a:t>
            </a:r>
            <a:r>
              <a:rPr lang="fr-FR" sz="4000" b="1" cap="none" spc="0" dirty="0" err="1" smtClean="0">
                <a:ln w="11430"/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tsara</a:t>
            </a:r>
            <a:r>
              <a:rPr lang="fr-FR" sz="4000" b="1" cap="none" spc="0" dirty="0" smtClean="0">
                <a:ln w="11430"/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 </a:t>
            </a:r>
            <a:r>
              <a:rPr lang="fr-FR" sz="4000" b="1" cap="none" spc="0" dirty="0" err="1" smtClean="0">
                <a:ln w="11430"/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ny</a:t>
            </a:r>
            <a:r>
              <a:rPr lang="fr-FR" sz="4000" b="1" cap="none" spc="0" dirty="0" smtClean="0">
                <a:ln w="11430"/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 </a:t>
            </a:r>
            <a:r>
              <a:rPr lang="fr-FR" sz="4000" b="1" cap="none" spc="0" dirty="0" err="1" smtClean="0">
                <a:ln w="11430"/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fonenana</a:t>
            </a:r>
            <a:r>
              <a:rPr lang="fr-FR" sz="4000" b="1" cap="none" spc="0" dirty="0" smtClean="0">
                <a:ln w="11430"/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 </a:t>
            </a:r>
            <a:r>
              <a:rPr lang="fr-FR" sz="4000" b="1" cap="none" spc="0" dirty="0" err="1" smtClean="0">
                <a:ln w="11430"/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eto</a:t>
            </a:r>
            <a:endParaRPr lang="fr-FR" sz="4000" b="1" cap="none" spc="0" dirty="0">
              <a:ln w="11430"/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57158" y="713505"/>
            <a:ext cx="8501122" cy="304698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r>
              <a:rPr lang="en-US" sz="4800" i="1" dirty="0" err="1"/>
              <a:t>Ny</a:t>
            </a:r>
            <a:r>
              <a:rPr lang="en-US" sz="4800" i="1" dirty="0"/>
              <a:t> </a:t>
            </a:r>
            <a:r>
              <a:rPr lang="en-US" sz="4800" i="1" dirty="0" err="1" smtClean="0"/>
              <a:t>Anaranao</a:t>
            </a:r>
            <a:r>
              <a:rPr lang="en-US" sz="4800" i="1" dirty="0" smtClean="0"/>
              <a:t> no </a:t>
            </a:r>
            <a:r>
              <a:rPr lang="en-US" sz="4800" i="1" dirty="0" err="1"/>
              <a:t>antsoiko</a:t>
            </a:r>
            <a:r>
              <a:rPr lang="en-US" sz="4800" i="1" dirty="0"/>
              <a:t> </a:t>
            </a:r>
            <a:endParaRPr lang="fr-FR" sz="4800" dirty="0"/>
          </a:p>
          <a:p>
            <a:r>
              <a:rPr lang="en-US" sz="4800" i="1" dirty="0" err="1"/>
              <a:t>Ny</a:t>
            </a:r>
            <a:r>
              <a:rPr lang="en-US" sz="4800" i="1" dirty="0"/>
              <a:t> </a:t>
            </a:r>
            <a:r>
              <a:rPr lang="en-US" sz="4800" i="1" dirty="0" err="1"/>
              <a:t>feonao</a:t>
            </a:r>
            <a:r>
              <a:rPr lang="en-US" sz="4800" i="1" dirty="0"/>
              <a:t> no </a:t>
            </a:r>
            <a:r>
              <a:rPr lang="en-US" sz="4800" i="1" dirty="0" err="1"/>
              <a:t>henoiko</a:t>
            </a:r>
            <a:r>
              <a:rPr lang="en-US" sz="4800" i="1" dirty="0"/>
              <a:t> </a:t>
            </a:r>
            <a:endParaRPr lang="fr-FR" sz="4800" dirty="0"/>
          </a:p>
          <a:p>
            <a:r>
              <a:rPr lang="en-US" sz="4800" i="1" dirty="0" err="1"/>
              <a:t>Izao</a:t>
            </a:r>
            <a:r>
              <a:rPr lang="en-US" sz="4800" i="1" dirty="0"/>
              <a:t> </a:t>
            </a:r>
            <a:r>
              <a:rPr lang="en-US" sz="4800" i="1" dirty="0" err="1"/>
              <a:t>tontolo</a:t>
            </a:r>
            <a:r>
              <a:rPr lang="en-US" sz="4800" i="1" dirty="0"/>
              <a:t> </a:t>
            </a:r>
            <a:r>
              <a:rPr lang="en-US" sz="4800" i="1" dirty="0" err="1"/>
              <a:t>izao</a:t>
            </a:r>
            <a:r>
              <a:rPr lang="en-US" sz="4800" i="1" dirty="0"/>
              <a:t> </a:t>
            </a:r>
            <a:r>
              <a:rPr lang="en-US" sz="4800" i="1" dirty="0" err="1"/>
              <a:t>afoiko</a:t>
            </a:r>
            <a:r>
              <a:rPr lang="en-US" sz="4800" i="1" dirty="0"/>
              <a:t>, </a:t>
            </a:r>
            <a:r>
              <a:rPr lang="en-US" sz="4800" i="1" dirty="0" err="1"/>
              <a:t>Tompo</a:t>
            </a:r>
            <a:r>
              <a:rPr lang="en-US" sz="4800" i="1" dirty="0"/>
              <a:t> </a:t>
            </a:r>
            <a:endParaRPr lang="fr-FR" sz="4800" dirty="0"/>
          </a:p>
          <a:p>
            <a:r>
              <a:rPr lang="en-US" sz="4800" i="1" dirty="0" err="1"/>
              <a:t>Ny</a:t>
            </a:r>
            <a:r>
              <a:rPr lang="en-US" sz="4800" i="1" dirty="0"/>
              <a:t> </a:t>
            </a:r>
            <a:r>
              <a:rPr lang="en-US" sz="4800" i="1" dirty="0" err="1"/>
              <a:t>eo</a:t>
            </a:r>
            <a:r>
              <a:rPr lang="en-US" sz="4800" i="1" dirty="0"/>
              <a:t> </a:t>
            </a:r>
            <a:r>
              <a:rPr lang="en-US" sz="4800" i="1" dirty="0" err="1"/>
              <a:t>Anilanao</a:t>
            </a:r>
            <a:r>
              <a:rPr lang="en-US" sz="4800" i="1" dirty="0"/>
              <a:t> no </a:t>
            </a:r>
            <a:r>
              <a:rPr lang="en-US" sz="4800" i="1" dirty="0" err="1"/>
              <a:t>tiako</a:t>
            </a:r>
            <a:r>
              <a:rPr lang="en-US" sz="4800" i="1" dirty="0"/>
              <a:t>. </a:t>
            </a:r>
            <a:endParaRPr lang="fr-FR" sz="4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152</Words>
  <Application>Microsoft Office PowerPoint</Application>
  <PresentationFormat>Affichage à l'écran (4:3)</PresentationFormat>
  <Paragraphs>26</Paragraphs>
  <Slides>4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4</vt:i4>
      </vt:variant>
    </vt:vector>
  </HeadingPairs>
  <TitlesOfParts>
    <vt:vector size="5" baseType="lpstr">
      <vt:lpstr>Thème Office</vt:lpstr>
      <vt:lpstr>Diapositive 1</vt:lpstr>
      <vt:lpstr>Diapositive 2</vt:lpstr>
      <vt:lpstr>Diapositive 3</vt:lpstr>
      <vt:lpstr>Diapositive 4</vt:lpstr>
    </vt:vector>
  </TitlesOfParts>
  <Company>Sweet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Diapositive 1</dc:title>
  <dc:creator>SWEET</dc:creator>
  <cp:lastModifiedBy>SWEET</cp:lastModifiedBy>
  <cp:revision>2</cp:revision>
  <dcterms:created xsi:type="dcterms:W3CDTF">2014-03-31T07:06:42Z</dcterms:created>
  <dcterms:modified xsi:type="dcterms:W3CDTF">2014-03-31T07:12:58Z</dcterms:modified>
</cp:coreProperties>
</file>