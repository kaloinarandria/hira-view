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7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11/05/2013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11/05/2013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11/05/2013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11/05/2013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11/05/2013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11/05/2013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11/05/2013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11/05/2013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11/05/2013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11/05/2013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11/05/2013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886BE-A26E-4AAF-8A66-B3EABFBFAF07}" type="datetimeFigureOut">
              <a:rPr lang="fr-FR" smtClean="0"/>
              <a:pPr/>
              <a:t>11/05/2013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800" y="1214422"/>
            <a:ext cx="8839200" cy="5500726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Jesosy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mandako</a:t>
            </a:r>
            <a:endParaRPr lang="fr-FR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fiarovako</a:t>
            </a:r>
            <a:endParaRPr lang="fr-FR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dirty="0" smtClean="0">
                <a:latin typeface="Cambria" pitchFamily="18" charset="0"/>
              </a:rPr>
              <a:t>Ny </a:t>
            </a:r>
            <a:r>
              <a:rPr lang="fr-FR" sz="6600" dirty="0" err="1" smtClean="0">
                <a:latin typeface="Cambria" pitchFamily="18" charset="0"/>
              </a:rPr>
              <a:t>sandriny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aroko</a:t>
            </a:r>
            <a:endParaRPr lang="fr-FR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fialofako</a:t>
            </a:r>
            <a:endParaRPr lang="fr-FR" sz="66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212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800" y="1214422"/>
            <a:ext cx="8839200" cy="5500726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Endre</a:t>
            </a:r>
            <a:r>
              <a:rPr lang="fr-FR" sz="6000" dirty="0" smtClean="0">
                <a:latin typeface="Cambria" pitchFamily="18" charset="0"/>
              </a:rPr>
              <a:t>!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mamiko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tokoa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smtClean="0">
                <a:latin typeface="Cambria" pitchFamily="18" charset="0"/>
              </a:rPr>
              <a:t>Ny </a:t>
            </a:r>
            <a:r>
              <a:rPr lang="fr-FR" sz="6000" dirty="0" err="1" smtClean="0">
                <a:latin typeface="Cambria" pitchFamily="18" charset="0"/>
              </a:rPr>
              <a:t>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anilany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Mandre</a:t>
            </a:r>
            <a:r>
              <a:rPr lang="fr-FR" sz="6000" dirty="0" smtClean="0">
                <a:latin typeface="Cambria" pitchFamily="18" charset="0"/>
              </a:rPr>
              <a:t> ny </a:t>
            </a:r>
            <a:r>
              <a:rPr lang="fr-FR" sz="6000" dirty="0" err="1" smtClean="0">
                <a:latin typeface="Cambria" pitchFamily="18" charset="0"/>
              </a:rPr>
              <a:t>teny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mahasoa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Izay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ambarany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FIF 212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800" y="1214422"/>
            <a:ext cx="8839200" cy="5500726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Tanora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maro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namako</a:t>
            </a:r>
            <a:endParaRPr lang="fr-FR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dirty="0" err="1" smtClean="0">
                <a:latin typeface="Cambria" pitchFamily="18" charset="0"/>
              </a:rPr>
              <a:t>Andramo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jereo</a:t>
            </a:r>
            <a:endParaRPr lang="fr-FR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dirty="0" err="1" smtClean="0">
                <a:latin typeface="Cambria" pitchFamily="18" charset="0"/>
              </a:rPr>
              <a:t>Izato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hasambarako</a:t>
            </a:r>
            <a:endParaRPr lang="fr-FR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dirty="0" err="1" smtClean="0">
                <a:latin typeface="Cambria" pitchFamily="18" charset="0"/>
              </a:rPr>
              <a:t>Anilan’i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endParaRPr lang="fr-FR" sz="66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FIF 212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4800" y="1214422"/>
            <a:ext cx="8839200" cy="5500726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Endre</a:t>
            </a:r>
            <a:r>
              <a:rPr lang="fr-FR" sz="6000" dirty="0" smtClean="0">
                <a:latin typeface="Cambria" pitchFamily="18" charset="0"/>
              </a:rPr>
              <a:t>!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mamiko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tokoa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smtClean="0">
                <a:latin typeface="Cambria" pitchFamily="18" charset="0"/>
              </a:rPr>
              <a:t>Ny </a:t>
            </a:r>
            <a:r>
              <a:rPr lang="fr-FR" sz="6000" dirty="0" err="1" smtClean="0">
                <a:latin typeface="Cambria" pitchFamily="18" charset="0"/>
              </a:rPr>
              <a:t>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anilany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Mandre</a:t>
            </a:r>
            <a:r>
              <a:rPr lang="fr-FR" sz="6000" dirty="0" smtClean="0">
                <a:latin typeface="Cambria" pitchFamily="18" charset="0"/>
              </a:rPr>
              <a:t> ny </a:t>
            </a:r>
            <a:r>
              <a:rPr lang="fr-FR" sz="6000" dirty="0" err="1" smtClean="0">
                <a:latin typeface="Cambria" pitchFamily="18" charset="0"/>
              </a:rPr>
              <a:t>teny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mahasoa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Izay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ambarany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FIF 212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1214422"/>
            <a:ext cx="9001092" cy="5500726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6600" dirty="0" smtClean="0">
                <a:latin typeface="Cambria" pitchFamily="18" charset="0"/>
              </a:rPr>
              <a:t>3. Ny </a:t>
            </a:r>
            <a:r>
              <a:rPr lang="fr-FR" sz="6600" dirty="0" err="1" smtClean="0">
                <a:latin typeface="Cambria" pitchFamily="18" charset="0"/>
              </a:rPr>
              <a:t>fahavalo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mierona</a:t>
            </a:r>
            <a:endParaRPr lang="fr-FR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dirty="0" err="1" smtClean="0">
                <a:latin typeface="Cambria" pitchFamily="18" charset="0"/>
              </a:rPr>
              <a:t>Sakano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endParaRPr lang="fr-FR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dirty="0" smtClean="0">
                <a:latin typeface="Cambria" pitchFamily="18" charset="0"/>
              </a:rPr>
              <a:t>Satana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mandrahona</a:t>
            </a:r>
            <a:endParaRPr lang="fr-FR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maharesy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FIF 212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643602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Endre</a:t>
            </a:r>
            <a:r>
              <a:rPr lang="fr-FR" sz="6000" dirty="0" smtClean="0">
                <a:latin typeface="Cambria" pitchFamily="18" charset="0"/>
              </a:rPr>
              <a:t>!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mamiko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tokoa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smtClean="0">
                <a:latin typeface="Cambria" pitchFamily="18" charset="0"/>
              </a:rPr>
              <a:t>Ny </a:t>
            </a:r>
            <a:r>
              <a:rPr lang="fr-FR" sz="6000" dirty="0" err="1" smtClean="0">
                <a:latin typeface="Cambria" pitchFamily="18" charset="0"/>
              </a:rPr>
              <a:t>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anilany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Mandre</a:t>
            </a:r>
            <a:r>
              <a:rPr lang="fr-FR" sz="6000" dirty="0" smtClean="0">
                <a:latin typeface="Cambria" pitchFamily="18" charset="0"/>
              </a:rPr>
              <a:t> ny </a:t>
            </a:r>
            <a:r>
              <a:rPr lang="fr-FR" sz="6000" dirty="0" err="1" smtClean="0">
                <a:latin typeface="Cambria" pitchFamily="18" charset="0"/>
              </a:rPr>
              <a:t>teny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mahasoa</a:t>
            </a:r>
            <a:endParaRPr lang="fr-FR" sz="60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 smtClean="0">
                <a:latin typeface="Cambria" pitchFamily="18" charset="0"/>
              </a:rPr>
              <a:t>Izay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ambarany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FIF 212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94</Words>
  <Application>Microsoft Office PowerPoint</Application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FIF 212</vt:lpstr>
      <vt:lpstr>FIF 212</vt:lpstr>
      <vt:lpstr>FIF 212</vt:lpstr>
      <vt:lpstr>FIF 212</vt:lpstr>
      <vt:lpstr>FIF 212</vt:lpstr>
      <vt:lpstr>FIF 212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355</dc:title>
  <dc:creator>M</dc:creator>
  <cp:lastModifiedBy>M</cp:lastModifiedBy>
  <cp:revision>12</cp:revision>
  <dcterms:created xsi:type="dcterms:W3CDTF">2012-10-09T20:34:16Z</dcterms:created>
  <dcterms:modified xsi:type="dcterms:W3CDTF">2013-05-11T18:24:21Z</dcterms:modified>
</cp:coreProperties>
</file>