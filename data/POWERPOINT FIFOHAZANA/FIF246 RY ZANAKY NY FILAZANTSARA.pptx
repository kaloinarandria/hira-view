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25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249B-7EC2-42FA-BDB0-FC4EE47FF6D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11518-75C3-46A6-9CBF-83BEC078B2D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249B-7EC2-42FA-BDB0-FC4EE47FF6D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11518-75C3-46A6-9CBF-83BEC078B2D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249B-7EC2-42FA-BDB0-FC4EE47FF6D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11518-75C3-46A6-9CBF-83BEC078B2D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249B-7EC2-42FA-BDB0-FC4EE47FF6D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11518-75C3-46A6-9CBF-83BEC078B2D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249B-7EC2-42FA-BDB0-FC4EE47FF6D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11518-75C3-46A6-9CBF-83BEC078B2D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249B-7EC2-42FA-BDB0-FC4EE47FF6D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11518-75C3-46A6-9CBF-83BEC078B2D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249B-7EC2-42FA-BDB0-FC4EE47FF6D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11518-75C3-46A6-9CBF-83BEC078B2D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249B-7EC2-42FA-BDB0-FC4EE47FF6D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11518-75C3-46A6-9CBF-83BEC078B2D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249B-7EC2-42FA-BDB0-FC4EE47FF6D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11518-75C3-46A6-9CBF-83BEC078B2D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249B-7EC2-42FA-BDB0-FC4EE47FF6D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11518-75C3-46A6-9CBF-83BEC078B2D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249B-7EC2-42FA-BDB0-FC4EE47FF6D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11518-75C3-46A6-9CBF-83BEC078B2D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2249B-7EC2-42FA-BDB0-FC4EE47FF6D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11518-75C3-46A6-9CBF-83BEC078B2D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246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501254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zanaky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Filazantsara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Isika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manana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anjara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Vavolombelona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hanambara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asan’i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246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Ento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,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afafazo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Ento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;)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samia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mazoto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Amin’ny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asa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,)</a:t>
            </a: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246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9144000" cy="592933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isan’andro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tsitrapo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Amin’ny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zotom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-po,)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asan’i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246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notahin’ny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Jehovah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zanaky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mazava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246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Toloran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kafatra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hampisava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aizim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manodidina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246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Ento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afafazo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Ento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;)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samia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mazoto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Amin’ny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asa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,)</a:t>
            </a: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246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9144000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isan’andro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tsitrapo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Amin’ny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zotom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-po,)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asan’i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246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85789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3. O!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tanora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tafahaona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Isika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marain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dohataona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246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Taom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pamafazana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hararaoty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Fafazo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voa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ity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ity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246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Ento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afafazo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Ento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;)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samia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mazoto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Amin’ny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asa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,)</a:t>
            </a: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246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9144000" cy="592933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isan’andro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tsitrapo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Amin’ny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zotom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-po,)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asan’i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246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9215502" cy="571501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an-tanimbolin’ny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mpanompo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mazoto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246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dia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hikatsaka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Fanjakan’i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Jehovah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Ray.</a:t>
            </a: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246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Ento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afafazo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Ento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;)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samia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mazoto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Amin’ny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asa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,)</a:t>
            </a: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246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9072562" cy="592933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isan’andro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tsitrapo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Amin’ny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zotom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-po,)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asan’i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Words>248</Words>
  <Application>Microsoft Office PowerPoint</Application>
  <PresentationFormat>Affichage à l'écran (4:3)</PresentationFormat>
  <Paragraphs>64</Paragraphs>
  <Slides>16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Thème Office</vt:lpstr>
      <vt:lpstr>FIF 246</vt:lpstr>
      <vt:lpstr>FIF 246</vt:lpstr>
      <vt:lpstr>FIF 246</vt:lpstr>
      <vt:lpstr>FIF 246</vt:lpstr>
      <vt:lpstr>FIF 246</vt:lpstr>
      <vt:lpstr>FIF 246</vt:lpstr>
      <vt:lpstr>FIF 246</vt:lpstr>
      <vt:lpstr>FIF 246</vt:lpstr>
      <vt:lpstr>FIF 246</vt:lpstr>
      <vt:lpstr>FIF 246</vt:lpstr>
      <vt:lpstr>FIF 246</vt:lpstr>
      <vt:lpstr>FIF 246</vt:lpstr>
      <vt:lpstr>FIF 246</vt:lpstr>
      <vt:lpstr>FIF 246</vt:lpstr>
      <vt:lpstr>FIF 246</vt:lpstr>
      <vt:lpstr>FIF 246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246</dc:title>
  <dc:creator>MIARINTSOA</dc:creator>
  <cp:lastModifiedBy>M</cp:lastModifiedBy>
  <cp:revision>19</cp:revision>
  <dcterms:created xsi:type="dcterms:W3CDTF">2012-10-07T17:51:30Z</dcterms:created>
  <dcterms:modified xsi:type="dcterms:W3CDTF">2014-11-19T11:16:17Z</dcterms:modified>
</cp:coreProperties>
</file>