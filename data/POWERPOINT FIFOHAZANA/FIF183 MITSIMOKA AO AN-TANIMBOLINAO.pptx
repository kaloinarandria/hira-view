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62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28/08/2019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183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5400" b="1" dirty="0" smtClean="0"/>
              <a:t>1. </a:t>
            </a:r>
            <a:r>
              <a:rPr lang="fr-FR" sz="5400" b="1" dirty="0" err="1" smtClean="0"/>
              <a:t>Mitsimoka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ao</a:t>
            </a:r>
            <a:r>
              <a:rPr lang="fr-FR" sz="5400" b="1" dirty="0" smtClean="0"/>
              <a:t> an- </a:t>
            </a:r>
          </a:p>
          <a:p>
            <a:pPr marL="914400" indent="-914400">
              <a:buNone/>
            </a:pPr>
            <a:r>
              <a:rPr lang="fr-FR" sz="5400" b="1" dirty="0" err="1" smtClean="0"/>
              <a:t>tanimbolinao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ry</a:t>
            </a:r>
            <a:r>
              <a:rPr lang="fr-FR" sz="5400" b="1" dirty="0" smtClean="0"/>
              <a:t> Ray</a:t>
            </a:r>
          </a:p>
          <a:p>
            <a:pPr marL="514350" indent="-514350">
              <a:buNone/>
            </a:pPr>
            <a:r>
              <a:rPr lang="fr-FR" sz="5400" b="1" dirty="0" err="1" smtClean="0"/>
              <a:t>Ireto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zana</a:t>
            </a:r>
            <a:r>
              <a:rPr lang="fr-FR" sz="5400" b="1" dirty="0" smtClean="0"/>
              <a:t>-</a:t>
            </a:r>
            <a:r>
              <a:rPr lang="fr-FR" sz="5400" b="1" dirty="0" err="1" smtClean="0"/>
              <a:t>kazo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mbola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kely</a:t>
            </a:r>
            <a:r>
              <a:rPr lang="fr-FR" sz="5400" b="1" dirty="0" smtClean="0"/>
              <a:t>;</a:t>
            </a:r>
          </a:p>
          <a:p>
            <a:pPr marL="514350" indent="-514350">
              <a:buNone/>
            </a:pPr>
            <a:r>
              <a:rPr lang="fr-FR" sz="5400" b="1" dirty="0" smtClean="0"/>
              <a:t>Ka </a:t>
            </a:r>
            <a:r>
              <a:rPr lang="fr-FR" sz="5400" b="1" dirty="0" err="1" smtClean="0"/>
              <a:t>raha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sendra</a:t>
            </a:r>
            <a:r>
              <a:rPr lang="fr-FR" sz="5400" b="1" dirty="0" smtClean="0"/>
              <a:t> tanin-</a:t>
            </a:r>
            <a:r>
              <a:rPr lang="fr-FR" sz="5400" b="1" dirty="0" err="1" smtClean="0"/>
              <a:t>kandro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mahamay</a:t>
            </a:r>
            <a:r>
              <a:rPr lang="fr-FR" sz="5400" b="1" dirty="0" smtClean="0"/>
              <a:t>, </a:t>
            </a:r>
          </a:p>
          <a:p>
            <a:pPr marL="514350" indent="-514350">
              <a:buNone/>
            </a:pPr>
            <a:r>
              <a:rPr lang="fr-FR" sz="5400" b="1" dirty="0" smtClean="0"/>
              <a:t>Na </a:t>
            </a:r>
            <a:r>
              <a:rPr lang="fr-FR" sz="5400" b="1" dirty="0" err="1" smtClean="0"/>
              <a:t>rivo</a:t>
            </a:r>
            <a:r>
              <a:rPr lang="fr-FR" sz="5400" b="1" dirty="0" smtClean="0"/>
              <a:t>-</a:t>
            </a:r>
            <a:r>
              <a:rPr lang="fr-FR" sz="5400" b="1" dirty="0" err="1" smtClean="0"/>
              <a:t>doza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be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izay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mamely</a:t>
            </a:r>
            <a:r>
              <a:rPr lang="fr-FR" sz="5400" b="1" dirty="0" smtClean="0"/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183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Alofy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tantano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mafy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izahay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914400" indent="-914400">
              <a:buNone/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herinay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velively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marL="914400" indent="-914400">
              <a:buNone/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Ray,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Herinay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indent="-914400">
              <a:buNone/>
            </a:pP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indent="-914400">
              <a:buNone/>
            </a:pP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183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Loharano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feno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marL="914400" indent="-914400">
              <a:buNone/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Mangalahala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fototr’aina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914400" indent="-914400">
              <a:buNone/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Mahafa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ketaheta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tontolo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indent="-914400">
              <a:buNone/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183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taninay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onenonao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marL="914400" indent="-914400">
              <a:buNone/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raha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ilaozanao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karankaina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indent="-9144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Tomoera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Tompo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o!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183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Ny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mangina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Fanahy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indent="-914400">
              <a:buNone/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dia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afafazo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914400" indent="-914400">
              <a:buNone/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fakany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omeo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tsiro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Aminao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indent="-914400">
              <a:buNone/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tahony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tondraho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halazo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183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lehibe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miasà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indent="-9144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hampidokadoka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ireto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914400" indent="-914400">
              <a:buNone/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 asa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voninahitrao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148</Words>
  <Application>Microsoft Office PowerPoint</Application>
  <PresentationFormat>Affichage à l'écran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FIF 183</vt:lpstr>
      <vt:lpstr>FIF 183</vt:lpstr>
      <vt:lpstr>FIF 183</vt:lpstr>
      <vt:lpstr>FIF 183</vt:lpstr>
      <vt:lpstr>FIF 183</vt:lpstr>
      <vt:lpstr>FIF 183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183</dc:title>
  <dc:creator>M</dc:creator>
  <cp:lastModifiedBy>FJKM Mandrosoa ILAFY</cp:lastModifiedBy>
  <cp:revision>9</cp:revision>
  <dcterms:created xsi:type="dcterms:W3CDTF">2012-10-26T21:07:13Z</dcterms:created>
  <dcterms:modified xsi:type="dcterms:W3CDTF">2019-08-28T16:58:13Z</dcterms:modified>
</cp:coreProperties>
</file>