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7" r:id="rId5"/>
    <p:sldId id="266" r:id="rId6"/>
    <p:sldId id="265" r:id="rId7"/>
    <p:sldId id="264" r:id="rId8"/>
    <p:sldId id="263" r:id="rId9"/>
    <p:sldId id="262" r:id="rId10"/>
    <p:sldId id="261" r:id="rId11"/>
    <p:sldId id="260" r:id="rId12"/>
    <p:sldId id="259" r:id="rId13"/>
    <p:sldId id="258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4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7B240-A9BE-478C-8B4C-F7A0BA35F0E9}" type="datetimeFigureOut">
              <a:rPr lang="fr-FR" smtClean="0"/>
              <a:t>07/10/2012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D5AD3-7B84-453F-BE7E-88D322FBA0E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‘</a:t>
            </a:r>
            <a:r>
              <a:rPr lang="fr-FR" sz="6000" dirty="0" err="1" smtClean="0">
                <a:latin typeface="Cambria" pitchFamily="18" charset="0"/>
              </a:rPr>
              <a:t>Ty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itoerantsika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ity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Be </a:t>
            </a:r>
            <a:r>
              <a:rPr lang="fr-FR" sz="6000" dirty="0" err="1" smtClean="0">
                <a:latin typeface="Cambria" pitchFamily="18" charset="0"/>
              </a:rPr>
              <a:t>loza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be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ady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tafika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miomàna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hiala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Hamonjy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mandrakizay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tamàna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Dia ho </a:t>
            </a:r>
            <a:r>
              <a:rPr lang="fr-FR" sz="5400" dirty="0" err="1" smtClean="0">
                <a:latin typeface="Cambria" pitchFamily="18" charset="0"/>
              </a:rPr>
              <a:t>hitanao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mafy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manjo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mody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fiadanana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Izany</a:t>
            </a:r>
            <a:r>
              <a:rPr lang="fr-FR" sz="5400" dirty="0" smtClean="0">
                <a:latin typeface="Cambria" pitchFamily="18" charset="0"/>
              </a:rPr>
              <a:t> no lova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anareo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2. </a:t>
            </a:r>
            <a:r>
              <a:rPr lang="fr-FR" sz="5400" dirty="0" err="1" smtClean="0">
                <a:latin typeface="Cambria" pitchFamily="18" charset="0"/>
              </a:rPr>
              <a:t>Izaho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Jeso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Mpanjakanao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‘Zay </a:t>
            </a:r>
            <a:r>
              <a:rPr lang="fr-FR" sz="5400" dirty="0" err="1" smtClean="0">
                <a:latin typeface="Cambria" pitchFamily="18" charset="0"/>
              </a:rPr>
              <a:t>miadana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an-dapan’ny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Vita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ahy</a:t>
            </a:r>
            <a:r>
              <a:rPr lang="fr-FR" sz="5400" dirty="0" smtClean="0">
                <a:latin typeface="Cambria" pitchFamily="18" charset="0"/>
              </a:rPr>
              <a:t> fa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nomeko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mino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Dia </a:t>
            </a:r>
            <a:r>
              <a:rPr lang="fr-FR" sz="5400" dirty="0" err="1" smtClean="0">
                <a:latin typeface="Cambria" pitchFamily="18" charset="0"/>
              </a:rPr>
              <a:t>raiso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avotra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omeko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sambatra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fiadanana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Izany</a:t>
            </a:r>
            <a:r>
              <a:rPr lang="fr-FR" sz="5400" dirty="0" smtClean="0">
                <a:latin typeface="Cambria" pitchFamily="18" charset="0"/>
              </a:rPr>
              <a:t> no lova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sainonao</a:t>
            </a:r>
            <a:r>
              <a:rPr lang="fr-FR" sz="5400" dirty="0" smtClean="0">
                <a:latin typeface="Cambria" pitchFamily="18" charset="0"/>
              </a:rPr>
              <a:t> ange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nanjo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‘Zay </a:t>
            </a:r>
            <a:r>
              <a:rPr lang="fr-FR" sz="5400" dirty="0" err="1" smtClean="0">
                <a:latin typeface="Cambria" pitchFamily="18" charset="0"/>
              </a:rPr>
              <a:t>andevon’ny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ota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fahiny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Jeso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tonga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nanavotra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Anananao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vaovao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mino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tokoa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Dia </a:t>
            </a:r>
            <a:r>
              <a:rPr lang="fr-FR" sz="5400" dirty="0" err="1" smtClean="0">
                <a:latin typeface="Cambria" pitchFamily="18" charset="0"/>
              </a:rPr>
              <a:t>raiso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avotra</a:t>
            </a:r>
            <a:r>
              <a:rPr lang="fr-FR" sz="5400" dirty="0" smtClean="0">
                <a:latin typeface="Cambria" pitchFamily="18" charset="0"/>
              </a:rPr>
              <a:t> tao </a:t>
            </a:r>
            <a:r>
              <a:rPr lang="fr-FR" sz="5400" dirty="0" err="1" smtClean="0">
                <a:latin typeface="Cambria" pitchFamily="18" charset="0"/>
              </a:rPr>
              <a:t>Kalvary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fandresena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mahery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fiadanana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Izany</a:t>
            </a:r>
            <a:r>
              <a:rPr lang="fr-FR" sz="5400" dirty="0" smtClean="0">
                <a:latin typeface="Cambria" pitchFamily="18" charset="0"/>
              </a:rPr>
              <a:t> no lova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</a:t>
            </a:r>
            <a:r>
              <a:rPr lang="fr-FR" sz="5400" dirty="0" err="1" smtClean="0">
                <a:latin typeface="Cambria" pitchFamily="18" charset="0"/>
              </a:rPr>
              <a:t>Veloma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hafoiko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Ilaozako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sento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manjo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hamonjy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An-</a:t>
            </a:r>
            <a:r>
              <a:rPr lang="fr-FR" sz="5400" dirty="0" err="1" smtClean="0">
                <a:latin typeface="Cambria" pitchFamily="18" charset="0"/>
              </a:rPr>
              <a:t>danitra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ambony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ary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Veloma</a:t>
            </a:r>
            <a:r>
              <a:rPr lang="fr-FR" sz="5400" dirty="0" smtClean="0">
                <a:latin typeface="Cambria" pitchFamily="18" charset="0"/>
              </a:rPr>
              <a:t> ! </a:t>
            </a:r>
            <a:r>
              <a:rPr lang="fr-FR" sz="5400" dirty="0" err="1" smtClean="0">
                <a:latin typeface="Cambria" pitchFamily="18" charset="0"/>
              </a:rPr>
              <a:t>Veloma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indrindra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ianao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manadala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foko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lasan’i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velona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fiadanana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mandrakizay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Izany</a:t>
            </a:r>
            <a:r>
              <a:rPr lang="fr-FR" sz="5400" dirty="0" smtClean="0">
                <a:latin typeface="Cambria" pitchFamily="18" charset="0"/>
              </a:rPr>
              <a:t> no lova </a:t>
            </a:r>
            <a:r>
              <a:rPr lang="fr-FR" sz="5400" dirty="0" err="1" smtClean="0">
                <a:latin typeface="Cambria" pitchFamily="18" charset="0"/>
              </a:rPr>
              <a:t>miandry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re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210</Words>
  <Application>Microsoft Office PowerPoint</Application>
  <PresentationFormat>Affichage à l'écran (4:3)</PresentationFormat>
  <Paragraphs>49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  <vt:lpstr>FIF 315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315</dc:title>
  <dc:creator>MIARINTSOA</dc:creator>
  <cp:lastModifiedBy>MIARINTSOA</cp:lastModifiedBy>
  <cp:revision>3</cp:revision>
  <dcterms:created xsi:type="dcterms:W3CDTF">2012-10-07T19:14:18Z</dcterms:created>
  <dcterms:modified xsi:type="dcterms:W3CDTF">2012-10-07T19:39:37Z</dcterms:modified>
</cp:coreProperties>
</file>