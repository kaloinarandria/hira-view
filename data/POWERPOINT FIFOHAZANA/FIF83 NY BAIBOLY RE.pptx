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6" r:id="rId4"/>
    <p:sldId id="265" r:id="rId5"/>
    <p:sldId id="264" r:id="rId6"/>
    <p:sldId id="267" r:id="rId7"/>
    <p:sldId id="263" r:id="rId8"/>
    <p:sldId id="262" r:id="rId9"/>
    <p:sldId id="268" r:id="rId10"/>
    <p:sldId id="261" r:id="rId11"/>
    <p:sldId id="260" r:id="rId12"/>
    <p:sldId id="269" r:id="rId13"/>
    <p:sldId id="258" r:id="rId14"/>
    <p:sldId id="259" r:id="rId15"/>
    <p:sldId id="270" r:id="rId16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21247" autoAdjust="0"/>
    <p:restoredTop sz="94660"/>
  </p:normalViewPr>
  <p:slideViewPr>
    <p:cSldViewPr>
      <p:cViewPr varScale="1">
        <p:scale>
          <a:sx n="62" d="100"/>
          <a:sy n="62" d="100"/>
        </p:scale>
        <p:origin x="-300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DD066-4789-41B7-8D79-5D1253F30F7B}" type="datetimeFigureOut">
              <a:rPr lang="fr-FR" smtClean="0"/>
              <a:t>03/10/2012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B4C61-08DD-4577-96CB-9E36FCE3D8CE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DD066-4789-41B7-8D79-5D1253F30F7B}" type="datetimeFigureOut">
              <a:rPr lang="fr-FR" smtClean="0"/>
              <a:t>03/10/2012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B4C61-08DD-4577-96CB-9E36FCE3D8CE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DD066-4789-41B7-8D79-5D1253F30F7B}" type="datetimeFigureOut">
              <a:rPr lang="fr-FR" smtClean="0"/>
              <a:t>03/10/2012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B4C61-08DD-4577-96CB-9E36FCE3D8CE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DD066-4789-41B7-8D79-5D1253F30F7B}" type="datetimeFigureOut">
              <a:rPr lang="fr-FR" smtClean="0"/>
              <a:t>03/10/2012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B4C61-08DD-4577-96CB-9E36FCE3D8CE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DD066-4789-41B7-8D79-5D1253F30F7B}" type="datetimeFigureOut">
              <a:rPr lang="fr-FR" smtClean="0"/>
              <a:t>03/10/2012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B4C61-08DD-4577-96CB-9E36FCE3D8CE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DD066-4789-41B7-8D79-5D1253F30F7B}" type="datetimeFigureOut">
              <a:rPr lang="fr-FR" smtClean="0"/>
              <a:t>03/10/2012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B4C61-08DD-4577-96CB-9E36FCE3D8CE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DD066-4789-41B7-8D79-5D1253F30F7B}" type="datetimeFigureOut">
              <a:rPr lang="fr-FR" smtClean="0"/>
              <a:t>03/10/2012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B4C61-08DD-4577-96CB-9E36FCE3D8CE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DD066-4789-41B7-8D79-5D1253F30F7B}" type="datetimeFigureOut">
              <a:rPr lang="fr-FR" smtClean="0"/>
              <a:t>03/10/2012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B4C61-08DD-4577-96CB-9E36FCE3D8CE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DD066-4789-41B7-8D79-5D1253F30F7B}" type="datetimeFigureOut">
              <a:rPr lang="fr-FR" smtClean="0"/>
              <a:t>03/10/2012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B4C61-08DD-4577-96CB-9E36FCE3D8CE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DD066-4789-41B7-8D79-5D1253F30F7B}" type="datetimeFigureOut">
              <a:rPr lang="fr-FR" smtClean="0"/>
              <a:t>03/10/2012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B4C61-08DD-4577-96CB-9E36FCE3D8CE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DD066-4789-41B7-8D79-5D1253F30F7B}" type="datetimeFigureOut">
              <a:rPr lang="fr-FR" smtClean="0"/>
              <a:t>03/10/2012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B4C61-08DD-4577-96CB-9E36FCE3D8CE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EDD066-4789-41B7-8D79-5D1253F30F7B}" type="datetimeFigureOut">
              <a:rPr lang="fr-FR" smtClean="0"/>
              <a:t>03/10/2012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9B4C61-08DD-4577-96CB-9E36FCE3D8CE}" type="slidenum">
              <a:rPr lang="fr-FR" smtClean="0"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dirty="0" smtClean="0"/>
              <a:t>FIF 83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0" y="714356"/>
            <a:ext cx="9144000" cy="614364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5000" dirty="0" smtClean="0">
                <a:solidFill>
                  <a:srgbClr val="002060"/>
                </a:solidFill>
                <a:latin typeface="Cambria" pitchFamily="18" charset="0"/>
              </a:rPr>
              <a:t>1. </a:t>
            </a:r>
            <a:r>
              <a:rPr lang="fr-FR" sz="50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5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000" dirty="0" err="1" smtClean="0">
                <a:solidFill>
                  <a:srgbClr val="002060"/>
                </a:solidFill>
                <a:latin typeface="Cambria" pitchFamily="18" charset="0"/>
              </a:rPr>
              <a:t>Baiboly</a:t>
            </a:r>
            <a:r>
              <a:rPr lang="fr-FR" sz="5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000" dirty="0" err="1" smtClean="0">
                <a:solidFill>
                  <a:srgbClr val="002060"/>
                </a:solidFill>
                <a:latin typeface="Cambria" pitchFamily="18" charset="0"/>
              </a:rPr>
              <a:t>re</a:t>
            </a:r>
            <a:r>
              <a:rPr lang="fr-FR" sz="5000" dirty="0" smtClean="0">
                <a:solidFill>
                  <a:srgbClr val="002060"/>
                </a:solidFill>
                <a:latin typeface="Cambria" pitchFamily="18" charset="0"/>
              </a:rPr>
              <a:t> dia </a:t>
            </a:r>
            <a:r>
              <a:rPr lang="fr-FR" sz="5000" dirty="0" err="1" smtClean="0">
                <a:solidFill>
                  <a:srgbClr val="002060"/>
                </a:solidFill>
                <a:latin typeface="Cambria" pitchFamily="18" charset="0"/>
              </a:rPr>
              <a:t>Zava</a:t>
            </a:r>
            <a:r>
              <a:rPr lang="fr-FR" sz="5000" dirty="0">
                <a:solidFill>
                  <a:srgbClr val="002060"/>
                </a:solidFill>
                <a:latin typeface="Cambria" pitchFamily="18" charset="0"/>
              </a:rPr>
              <a:t>-</a:t>
            </a:r>
            <a:r>
              <a:rPr lang="fr-FR" sz="5000" dirty="0" err="1" smtClean="0">
                <a:solidFill>
                  <a:srgbClr val="002060"/>
                </a:solidFill>
                <a:latin typeface="Cambria" pitchFamily="18" charset="0"/>
              </a:rPr>
              <a:t>tsoa</a:t>
            </a:r>
            <a:r>
              <a:rPr lang="fr-FR" sz="5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000" dirty="0" err="1" smtClean="0">
                <a:solidFill>
                  <a:srgbClr val="002060"/>
                </a:solidFill>
                <a:latin typeface="Cambria" pitchFamily="18" charset="0"/>
              </a:rPr>
              <a:t>tokoa</a:t>
            </a:r>
            <a:r>
              <a:rPr lang="fr-FR" sz="5000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5000" dirty="0" err="1" smtClean="0">
                <a:solidFill>
                  <a:srgbClr val="002060"/>
                </a:solidFill>
                <a:latin typeface="Cambria" pitchFamily="18" charset="0"/>
              </a:rPr>
              <a:t>Zava</a:t>
            </a:r>
            <a:r>
              <a:rPr lang="fr-FR" sz="5000" dirty="0" smtClean="0">
                <a:solidFill>
                  <a:srgbClr val="002060"/>
                </a:solidFill>
                <a:latin typeface="Cambria" pitchFamily="18" charset="0"/>
              </a:rPr>
              <a:t>-</a:t>
            </a:r>
            <a:r>
              <a:rPr lang="fr-FR" sz="5000" dirty="0" err="1" smtClean="0">
                <a:solidFill>
                  <a:srgbClr val="002060"/>
                </a:solidFill>
                <a:latin typeface="Cambria" pitchFamily="18" charset="0"/>
              </a:rPr>
              <a:t>maminay</a:t>
            </a:r>
            <a:r>
              <a:rPr lang="fr-FR" sz="5000" dirty="0" smtClean="0">
                <a:solidFill>
                  <a:srgbClr val="002060"/>
                </a:solidFill>
                <a:latin typeface="Cambria" pitchFamily="18" charset="0"/>
              </a:rPr>
              <a:t> fa </a:t>
            </a:r>
            <a:r>
              <a:rPr lang="fr-FR" sz="5000" dirty="0" err="1" smtClean="0">
                <a:solidFill>
                  <a:srgbClr val="002060"/>
                </a:solidFill>
                <a:latin typeface="Cambria" pitchFamily="18" charset="0"/>
              </a:rPr>
              <a:t>nahitanay</a:t>
            </a:r>
            <a:r>
              <a:rPr lang="fr-FR" sz="5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000" dirty="0" err="1" smtClean="0">
                <a:solidFill>
                  <a:srgbClr val="002060"/>
                </a:solidFill>
                <a:latin typeface="Cambria" pitchFamily="18" charset="0"/>
              </a:rPr>
              <a:t>soa</a:t>
            </a:r>
            <a:r>
              <a:rPr lang="fr-FR" sz="5000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5000" dirty="0" smtClean="0">
                <a:solidFill>
                  <a:srgbClr val="002060"/>
                </a:solidFill>
                <a:latin typeface="Cambria" pitchFamily="18" charset="0"/>
              </a:rPr>
              <a:t>Ka </a:t>
            </a:r>
            <a:r>
              <a:rPr lang="fr-FR" sz="5000" dirty="0" err="1" smtClean="0">
                <a:solidFill>
                  <a:srgbClr val="002060"/>
                </a:solidFill>
                <a:latin typeface="Cambria" pitchFamily="18" charset="0"/>
              </a:rPr>
              <a:t>derao</a:t>
            </a:r>
            <a:r>
              <a:rPr lang="fr-FR" sz="5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000" dirty="0" err="1" smtClean="0">
                <a:solidFill>
                  <a:srgbClr val="002060"/>
                </a:solidFill>
                <a:latin typeface="Cambria" pitchFamily="18" charset="0"/>
              </a:rPr>
              <a:t>ary</a:t>
            </a:r>
            <a:r>
              <a:rPr lang="fr-FR" sz="5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000" dirty="0" err="1" smtClean="0">
                <a:solidFill>
                  <a:srgbClr val="002060"/>
                </a:solidFill>
                <a:latin typeface="Cambria" pitchFamily="18" charset="0"/>
              </a:rPr>
              <a:t>sy</a:t>
            </a:r>
            <a:r>
              <a:rPr lang="fr-FR" sz="5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000" dirty="0" err="1" smtClean="0">
                <a:solidFill>
                  <a:srgbClr val="002060"/>
                </a:solidFill>
                <a:latin typeface="Cambria" pitchFamily="18" charset="0"/>
              </a:rPr>
              <a:t>ataovyan</a:t>
            </a:r>
            <a:r>
              <a:rPr lang="fr-FR" sz="5000" dirty="0" smtClean="0">
                <a:solidFill>
                  <a:srgbClr val="002060"/>
                </a:solidFill>
                <a:latin typeface="Cambria" pitchFamily="18" charset="0"/>
              </a:rPr>
              <a:t>-</a:t>
            </a:r>
            <a:r>
              <a:rPr lang="fr-FR" sz="5000" dirty="0" err="1" smtClean="0">
                <a:solidFill>
                  <a:srgbClr val="002060"/>
                </a:solidFill>
                <a:latin typeface="Cambria" pitchFamily="18" charset="0"/>
              </a:rPr>
              <a:t>kira</a:t>
            </a:r>
            <a:r>
              <a:rPr lang="fr-FR" sz="5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000" dirty="0" err="1" smtClean="0">
                <a:solidFill>
                  <a:srgbClr val="002060"/>
                </a:solidFill>
                <a:latin typeface="Cambria" pitchFamily="18" charset="0"/>
              </a:rPr>
              <a:t>hoe</a:t>
            </a:r>
            <a:r>
              <a:rPr lang="fr-FR" sz="5000" dirty="0" smtClean="0">
                <a:solidFill>
                  <a:srgbClr val="002060"/>
                </a:solidFill>
                <a:latin typeface="Cambria" pitchFamily="18" charset="0"/>
              </a:rPr>
              <a:t> :</a:t>
            </a:r>
          </a:p>
          <a:p>
            <a:pPr>
              <a:buNone/>
            </a:pPr>
            <a:r>
              <a:rPr lang="fr-FR" sz="50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5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000" dirty="0" err="1" smtClean="0">
                <a:solidFill>
                  <a:srgbClr val="002060"/>
                </a:solidFill>
                <a:latin typeface="Cambria" pitchFamily="18" charset="0"/>
              </a:rPr>
              <a:t>Baiboly</a:t>
            </a:r>
            <a:r>
              <a:rPr lang="fr-FR" sz="5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000" dirty="0" err="1" smtClean="0">
                <a:solidFill>
                  <a:srgbClr val="002060"/>
                </a:solidFill>
                <a:latin typeface="Cambria" pitchFamily="18" charset="0"/>
              </a:rPr>
              <a:t>re</a:t>
            </a:r>
            <a:r>
              <a:rPr lang="fr-FR" sz="5000" dirty="0" smtClean="0">
                <a:solidFill>
                  <a:srgbClr val="002060"/>
                </a:solidFill>
                <a:latin typeface="Cambria" pitchFamily="18" charset="0"/>
              </a:rPr>
              <a:t> dia </a:t>
            </a:r>
            <a:r>
              <a:rPr lang="fr-FR" sz="5000" dirty="0" err="1" smtClean="0">
                <a:solidFill>
                  <a:srgbClr val="002060"/>
                </a:solidFill>
                <a:latin typeface="Cambria" pitchFamily="18" charset="0"/>
              </a:rPr>
              <a:t>zava</a:t>
            </a:r>
            <a:r>
              <a:rPr lang="fr-FR" sz="5000" dirty="0" smtClean="0">
                <a:solidFill>
                  <a:srgbClr val="002060"/>
                </a:solidFill>
                <a:latin typeface="Cambria" pitchFamily="18" charset="0"/>
              </a:rPr>
              <a:t>-</a:t>
            </a:r>
            <a:r>
              <a:rPr lang="fr-FR" sz="5000" dirty="0" err="1" smtClean="0">
                <a:solidFill>
                  <a:srgbClr val="002060"/>
                </a:solidFill>
                <a:latin typeface="Cambria" pitchFamily="18" charset="0"/>
              </a:rPr>
              <a:t>tsoa</a:t>
            </a:r>
            <a:r>
              <a:rPr lang="fr-FR" sz="5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000" dirty="0" err="1" smtClean="0">
                <a:solidFill>
                  <a:srgbClr val="002060"/>
                </a:solidFill>
                <a:latin typeface="Cambria" pitchFamily="18" charset="0"/>
              </a:rPr>
              <a:t>tokoa</a:t>
            </a:r>
            <a:r>
              <a:rPr lang="fr-FR" sz="5000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  <a:endParaRPr lang="fr-FR" sz="5000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dirty="0" smtClean="0"/>
              <a:t>FIF 83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0" y="714356"/>
            <a:ext cx="9144000" cy="614364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Baiboly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no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nampiray</a:t>
            </a:r>
            <a:endParaRPr lang="fr-FR" sz="60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fon'ny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maro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ho</a:t>
            </a:r>
          </a:p>
          <a:p>
            <a:pPr>
              <a:buNone/>
            </a:pP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tonga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iray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  <a:endParaRPr lang="fr-FR" sz="6000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dirty="0" smtClean="0"/>
              <a:t>FIF 83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0" y="714356"/>
            <a:ext cx="9144000" cy="614364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50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5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000" dirty="0" err="1" smtClean="0">
                <a:solidFill>
                  <a:srgbClr val="002060"/>
                </a:solidFill>
                <a:latin typeface="Cambria" pitchFamily="18" charset="0"/>
              </a:rPr>
              <a:t>Baiboly</a:t>
            </a:r>
            <a:r>
              <a:rPr lang="fr-FR" sz="5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000" dirty="0" err="1" smtClean="0">
                <a:solidFill>
                  <a:srgbClr val="002060"/>
                </a:solidFill>
                <a:latin typeface="Cambria" pitchFamily="18" charset="0"/>
              </a:rPr>
              <a:t>re</a:t>
            </a:r>
            <a:r>
              <a:rPr lang="fr-FR" sz="5000" dirty="0" smtClean="0">
                <a:solidFill>
                  <a:srgbClr val="002060"/>
                </a:solidFill>
                <a:latin typeface="Cambria" pitchFamily="18" charset="0"/>
              </a:rPr>
              <a:t> dia </a:t>
            </a:r>
            <a:r>
              <a:rPr lang="fr-FR" sz="5000" dirty="0" err="1" smtClean="0">
                <a:solidFill>
                  <a:srgbClr val="002060"/>
                </a:solidFill>
                <a:latin typeface="Cambria" pitchFamily="18" charset="0"/>
              </a:rPr>
              <a:t>zava</a:t>
            </a:r>
            <a:r>
              <a:rPr lang="fr-FR" sz="5000" dirty="0" smtClean="0">
                <a:solidFill>
                  <a:srgbClr val="002060"/>
                </a:solidFill>
                <a:latin typeface="Cambria" pitchFamily="18" charset="0"/>
              </a:rPr>
              <a:t>-</a:t>
            </a:r>
            <a:r>
              <a:rPr lang="fr-FR" sz="5000" dirty="0" err="1" smtClean="0">
                <a:solidFill>
                  <a:srgbClr val="002060"/>
                </a:solidFill>
                <a:latin typeface="Cambria" pitchFamily="18" charset="0"/>
              </a:rPr>
              <a:t>tsoa</a:t>
            </a:r>
            <a:r>
              <a:rPr lang="fr-FR" sz="5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000" dirty="0" err="1" smtClean="0">
                <a:solidFill>
                  <a:srgbClr val="002060"/>
                </a:solidFill>
                <a:latin typeface="Cambria" pitchFamily="18" charset="0"/>
              </a:rPr>
              <a:t>tokoa</a:t>
            </a:r>
            <a:r>
              <a:rPr lang="fr-FR" sz="5000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5000" dirty="0" err="1" smtClean="0">
                <a:solidFill>
                  <a:srgbClr val="002060"/>
                </a:solidFill>
                <a:latin typeface="Cambria" pitchFamily="18" charset="0"/>
              </a:rPr>
              <a:t>Zava</a:t>
            </a:r>
            <a:r>
              <a:rPr lang="fr-FR" sz="5000" dirty="0" smtClean="0">
                <a:solidFill>
                  <a:srgbClr val="002060"/>
                </a:solidFill>
                <a:latin typeface="Cambria" pitchFamily="18" charset="0"/>
              </a:rPr>
              <a:t>-</a:t>
            </a:r>
            <a:r>
              <a:rPr lang="fr-FR" sz="5000" dirty="0" err="1" smtClean="0">
                <a:solidFill>
                  <a:srgbClr val="002060"/>
                </a:solidFill>
                <a:latin typeface="Cambria" pitchFamily="18" charset="0"/>
              </a:rPr>
              <a:t>maminay</a:t>
            </a:r>
            <a:r>
              <a:rPr lang="fr-FR" sz="5000" dirty="0" smtClean="0">
                <a:solidFill>
                  <a:srgbClr val="002060"/>
                </a:solidFill>
                <a:latin typeface="Cambria" pitchFamily="18" charset="0"/>
              </a:rPr>
              <a:t> fa </a:t>
            </a:r>
            <a:r>
              <a:rPr lang="fr-FR" sz="5000" dirty="0" err="1" smtClean="0">
                <a:solidFill>
                  <a:srgbClr val="002060"/>
                </a:solidFill>
                <a:latin typeface="Cambria" pitchFamily="18" charset="0"/>
              </a:rPr>
              <a:t>nahitanay</a:t>
            </a:r>
            <a:r>
              <a:rPr lang="fr-FR" sz="5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000" dirty="0" err="1" smtClean="0">
                <a:solidFill>
                  <a:srgbClr val="002060"/>
                </a:solidFill>
                <a:latin typeface="Cambria" pitchFamily="18" charset="0"/>
              </a:rPr>
              <a:t>soa</a:t>
            </a:r>
            <a:r>
              <a:rPr lang="fr-FR" sz="5000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5000" dirty="0" smtClean="0">
                <a:solidFill>
                  <a:srgbClr val="002060"/>
                </a:solidFill>
                <a:latin typeface="Cambria" pitchFamily="18" charset="0"/>
              </a:rPr>
              <a:t>Ka </a:t>
            </a:r>
            <a:r>
              <a:rPr lang="fr-FR" sz="5000" dirty="0" err="1" smtClean="0">
                <a:solidFill>
                  <a:srgbClr val="002060"/>
                </a:solidFill>
                <a:latin typeface="Cambria" pitchFamily="18" charset="0"/>
              </a:rPr>
              <a:t>derao</a:t>
            </a:r>
            <a:r>
              <a:rPr lang="fr-FR" sz="5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000" dirty="0" err="1" smtClean="0">
                <a:solidFill>
                  <a:srgbClr val="002060"/>
                </a:solidFill>
                <a:latin typeface="Cambria" pitchFamily="18" charset="0"/>
              </a:rPr>
              <a:t>ary</a:t>
            </a:r>
            <a:r>
              <a:rPr lang="fr-FR" sz="5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000" dirty="0" err="1" smtClean="0">
                <a:solidFill>
                  <a:srgbClr val="002060"/>
                </a:solidFill>
                <a:latin typeface="Cambria" pitchFamily="18" charset="0"/>
              </a:rPr>
              <a:t>sy</a:t>
            </a:r>
            <a:r>
              <a:rPr lang="fr-FR" sz="5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000" dirty="0" err="1" smtClean="0">
                <a:solidFill>
                  <a:srgbClr val="002060"/>
                </a:solidFill>
                <a:latin typeface="Cambria" pitchFamily="18" charset="0"/>
              </a:rPr>
              <a:t>ataovy</a:t>
            </a:r>
            <a:r>
              <a:rPr lang="fr-FR" sz="5000" dirty="0" smtClean="0">
                <a:solidFill>
                  <a:srgbClr val="002060"/>
                </a:solidFill>
                <a:latin typeface="Cambria" pitchFamily="18" charset="0"/>
              </a:rPr>
              <a:t> an-</a:t>
            </a:r>
            <a:r>
              <a:rPr lang="fr-FR" sz="5000" dirty="0" err="1" smtClean="0">
                <a:solidFill>
                  <a:srgbClr val="002060"/>
                </a:solidFill>
                <a:latin typeface="Cambria" pitchFamily="18" charset="0"/>
              </a:rPr>
              <a:t>kira</a:t>
            </a:r>
            <a:r>
              <a:rPr lang="fr-FR" sz="5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000" dirty="0" err="1" smtClean="0">
                <a:solidFill>
                  <a:srgbClr val="002060"/>
                </a:solidFill>
                <a:latin typeface="Cambria" pitchFamily="18" charset="0"/>
              </a:rPr>
              <a:t>hoe</a:t>
            </a:r>
            <a:r>
              <a:rPr lang="fr-FR" sz="5000" dirty="0" smtClean="0">
                <a:solidFill>
                  <a:srgbClr val="002060"/>
                </a:solidFill>
                <a:latin typeface="Cambria" pitchFamily="18" charset="0"/>
              </a:rPr>
              <a:t> :</a:t>
            </a:r>
          </a:p>
          <a:p>
            <a:pPr>
              <a:buNone/>
            </a:pPr>
            <a:r>
              <a:rPr lang="fr-FR" sz="50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5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000" dirty="0" err="1" smtClean="0">
                <a:solidFill>
                  <a:srgbClr val="002060"/>
                </a:solidFill>
                <a:latin typeface="Cambria" pitchFamily="18" charset="0"/>
              </a:rPr>
              <a:t>Baiboly</a:t>
            </a:r>
            <a:r>
              <a:rPr lang="fr-FR" sz="5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000" dirty="0" err="1" smtClean="0">
                <a:solidFill>
                  <a:srgbClr val="002060"/>
                </a:solidFill>
                <a:latin typeface="Cambria" pitchFamily="18" charset="0"/>
              </a:rPr>
              <a:t>re</a:t>
            </a:r>
            <a:r>
              <a:rPr lang="fr-FR" sz="5000" dirty="0" smtClean="0">
                <a:solidFill>
                  <a:srgbClr val="002060"/>
                </a:solidFill>
                <a:latin typeface="Cambria" pitchFamily="18" charset="0"/>
              </a:rPr>
              <a:t> dia </a:t>
            </a:r>
            <a:r>
              <a:rPr lang="fr-FR" sz="5000" dirty="0" err="1" smtClean="0">
                <a:solidFill>
                  <a:srgbClr val="002060"/>
                </a:solidFill>
                <a:latin typeface="Cambria" pitchFamily="18" charset="0"/>
              </a:rPr>
              <a:t>zava</a:t>
            </a:r>
            <a:r>
              <a:rPr lang="fr-FR" sz="5000" dirty="0" smtClean="0">
                <a:solidFill>
                  <a:srgbClr val="002060"/>
                </a:solidFill>
                <a:latin typeface="Cambria" pitchFamily="18" charset="0"/>
              </a:rPr>
              <a:t>-</a:t>
            </a:r>
            <a:r>
              <a:rPr lang="fr-FR" sz="5000" dirty="0" err="1" smtClean="0">
                <a:solidFill>
                  <a:srgbClr val="002060"/>
                </a:solidFill>
                <a:latin typeface="Cambria" pitchFamily="18" charset="0"/>
              </a:rPr>
              <a:t>tsoa</a:t>
            </a:r>
            <a:r>
              <a:rPr lang="fr-FR" sz="5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000" dirty="0" err="1" smtClean="0">
                <a:solidFill>
                  <a:srgbClr val="002060"/>
                </a:solidFill>
                <a:latin typeface="Cambria" pitchFamily="18" charset="0"/>
              </a:rPr>
              <a:t>tokoa</a:t>
            </a:r>
            <a:endParaRPr lang="fr-FR" sz="5000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dirty="0" smtClean="0"/>
              <a:t>FIF 83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0" y="714356"/>
            <a:ext cx="9144000" cy="614364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5000" dirty="0" smtClean="0">
                <a:solidFill>
                  <a:srgbClr val="002060"/>
                </a:solidFill>
                <a:latin typeface="Cambria" pitchFamily="18" charset="0"/>
              </a:rPr>
              <a:t>2. </a:t>
            </a:r>
            <a:r>
              <a:rPr lang="fr-FR" sz="5000" dirty="0" err="1" smtClean="0">
                <a:solidFill>
                  <a:srgbClr val="002060"/>
                </a:solidFill>
                <a:latin typeface="Cambria" pitchFamily="18" charset="0"/>
              </a:rPr>
              <a:t>Jereo</a:t>
            </a:r>
            <a:r>
              <a:rPr lang="fr-FR" sz="5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000" dirty="0" err="1" smtClean="0">
                <a:solidFill>
                  <a:srgbClr val="002060"/>
                </a:solidFill>
                <a:latin typeface="Cambria" pitchFamily="18" charset="0"/>
              </a:rPr>
              <a:t>kely</a:t>
            </a:r>
            <a:r>
              <a:rPr lang="fr-FR" sz="5000" dirty="0" smtClean="0">
                <a:solidFill>
                  <a:srgbClr val="002060"/>
                </a:solidFill>
                <a:latin typeface="Cambria" pitchFamily="18" charset="0"/>
              </a:rPr>
              <a:t> ange </a:t>
            </a:r>
            <a:r>
              <a:rPr lang="fr-FR" sz="5000" dirty="0" err="1" smtClean="0">
                <a:solidFill>
                  <a:srgbClr val="002060"/>
                </a:solidFill>
                <a:latin typeface="Cambria" pitchFamily="18" charset="0"/>
              </a:rPr>
              <a:t>itony</a:t>
            </a:r>
            <a:r>
              <a:rPr lang="fr-FR" sz="5000" dirty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000" dirty="0" err="1" smtClean="0">
                <a:solidFill>
                  <a:srgbClr val="002060"/>
                </a:solidFill>
                <a:latin typeface="Cambria" pitchFamily="18" charset="0"/>
              </a:rPr>
              <a:t>soa</a:t>
            </a:r>
            <a:r>
              <a:rPr lang="fr-FR" sz="5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000" dirty="0" err="1" smtClean="0">
                <a:solidFill>
                  <a:srgbClr val="002060"/>
                </a:solidFill>
                <a:latin typeface="Cambria" pitchFamily="18" charset="0"/>
              </a:rPr>
              <a:t>be</a:t>
            </a:r>
            <a:endParaRPr lang="fr-FR" sz="50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5000" dirty="0" smtClean="0">
                <a:solidFill>
                  <a:srgbClr val="002060"/>
                </a:solidFill>
                <a:latin typeface="Cambria" pitchFamily="18" charset="0"/>
              </a:rPr>
              <a:t>'Zay </a:t>
            </a:r>
            <a:r>
              <a:rPr lang="fr-FR" sz="5000" dirty="0" err="1" smtClean="0">
                <a:solidFill>
                  <a:srgbClr val="002060"/>
                </a:solidFill>
                <a:latin typeface="Cambria" pitchFamily="18" charset="0"/>
              </a:rPr>
              <a:t>manerana</a:t>
            </a:r>
            <a:r>
              <a:rPr lang="fr-FR" sz="5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000" dirty="0" err="1" smtClean="0">
                <a:solidFill>
                  <a:srgbClr val="002060"/>
                </a:solidFill>
                <a:latin typeface="Cambria" pitchFamily="18" charset="0"/>
              </a:rPr>
              <a:t>ity</a:t>
            </a:r>
            <a:r>
              <a:rPr lang="fr-FR" sz="5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000" dirty="0" err="1" smtClean="0">
                <a:solidFill>
                  <a:srgbClr val="002060"/>
                </a:solidFill>
                <a:latin typeface="Cambria" pitchFamily="18" charset="0"/>
              </a:rPr>
              <a:t>Nosy</a:t>
            </a:r>
            <a:endParaRPr lang="fr-FR" sz="50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5000" dirty="0" err="1" smtClean="0">
                <a:solidFill>
                  <a:srgbClr val="002060"/>
                </a:solidFill>
                <a:latin typeface="Cambria" pitchFamily="18" charset="0"/>
              </a:rPr>
              <a:t>makadiribe</a:t>
            </a:r>
            <a:r>
              <a:rPr lang="fr-FR" sz="5000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5000" dirty="0" smtClean="0">
                <a:solidFill>
                  <a:srgbClr val="002060"/>
                </a:solidFill>
                <a:latin typeface="Cambria" pitchFamily="18" charset="0"/>
              </a:rPr>
              <a:t>Ka </a:t>
            </a:r>
            <a:r>
              <a:rPr lang="fr-FR" sz="5000" dirty="0" err="1" smtClean="0">
                <a:solidFill>
                  <a:srgbClr val="002060"/>
                </a:solidFill>
                <a:latin typeface="Cambria" pitchFamily="18" charset="0"/>
              </a:rPr>
              <a:t>derao</a:t>
            </a:r>
            <a:r>
              <a:rPr lang="fr-FR" sz="5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000" dirty="0" err="1" smtClean="0">
                <a:solidFill>
                  <a:srgbClr val="002060"/>
                </a:solidFill>
                <a:latin typeface="Cambria" pitchFamily="18" charset="0"/>
              </a:rPr>
              <a:t>ary</a:t>
            </a:r>
            <a:r>
              <a:rPr lang="fr-FR" sz="5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000" dirty="0" err="1" smtClean="0">
                <a:solidFill>
                  <a:srgbClr val="002060"/>
                </a:solidFill>
                <a:latin typeface="Cambria" pitchFamily="18" charset="0"/>
              </a:rPr>
              <a:t>sy</a:t>
            </a:r>
            <a:r>
              <a:rPr lang="fr-FR" sz="5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000" dirty="0" err="1" smtClean="0">
                <a:solidFill>
                  <a:srgbClr val="002060"/>
                </a:solidFill>
                <a:latin typeface="Cambria" pitchFamily="18" charset="0"/>
              </a:rPr>
              <a:t>ataovy</a:t>
            </a:r>
            <a:r>
              <a:rPr lang="fr-FR" sz="5000" dirty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000" dirty="0" smtClean="0">
                <a:solidFill>
                  <a:srgbClr val="002060"/>
                </a:solidFill>
                <a:latin typeface="Cambria" pitchFamily="18" charset="0"/>
              </a:rPr>
              <a:t>an-</a:t>
            </a:r>
            <a:r>
              <a:rPr lang="fr-FR" sz="5000" dirty="0" err="1" smtClean="0">
                <a:solidFill>
                  <a:srgbClr val="002060"/>
                </a:solidFill>
                <a:latin typeface="Cambria" pitchFamily="18" charset="0"/>
              </a:rPr>
              <a:t>kira</a:t>
            </a:r>
            <a:r>
              <a:rPr lang="fr-FR" sz="5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000" dirty="0" err="1" smtClean="0">
                <a:solidFill>
                  <a:srgbClr val="002060"/>
                </a:solidFill>
                <a:latin typeface="Cambria" pitchFamily="18" charset="0"/>
              </a:rPr>
              <a:t>hoe</a:t>
            </a:r>
            <a:r>
              <a:rPr lang="fr-FR" sz="5000" dirty="0" smtClean="0">
                <a:solidFill>
                  <a:srgbClr val="002060"/>
                </a:solidFill>
                <a:latin typeface="Cambria" pitchFamily="18" charset="0"/>
              </a:rPr>
              <a:t> :</a:t>
            </a:r>
          </a:p>
          <a:p>
            <a:pPr>
              <a:buNone/>
            </a:pPr>
            <a:r>
              <a:rPr lang="fr-FR" sz="50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5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000" dirty="0" err="1" smtClean="0">
                <a:solidFill>
                  <a:srgbClr val="002060"/>
                </a:solidFill>
                <a:latin typeface="Cambria" pitchFamily="18" charset="0"/>
              </a:rPr>
              <a:t>Baiboly</a:t>
            </a:r>
            <a:r>
              <a:rPr lang="fr-FR" sz="5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000" dirty="0" err="1" smtClean="0">
                <a:solidFill>
                  <a:srgbClr val="002060"/>
                </a:solidFill>
                <a:latin typeface="Cambria" pitchFamily="18" charset="0"/>
              </a:rPr>
              <a:t>re</a:t>
            </a:r>
            <a:r>
              <a:rPr lang="fr-FR" sz="5000" dirty="0" smtClean="0">
                <a:solidFill>
                  <a:srgbClr val="002060"/>
                </a:solidFill>
                <a:latin typeface="Cambria" pitchFamily="18" charset="0"/>
              </a:rPr>
              <a:t> dia </a:t>
            </a:r>
            <a:r>
              <a:rPr lang="fr-FR" sz="5000" dirty="0" err="1" smtClean="0">
                <a:solidFill>
                  <a:srgbClr val="002060"/>
                </a:solidFill>
                <a:latin typeface="Cambria" pitchFamily="18" charset="0"/>
              </a:rPr>
              <a:t>zava</a:t>
            </a:r>
            <a:r>
              <a:rPr lang="fr-FR" sz="5000" dirty="0" smtClean="0">
                <a:solidFill>
                  <a:srgbClr val="002060"/>
                </a:solidFill>
                <a:latin typeface="Cambria" pitchFamily="18" charset="0"/>
              </a:rPr>
              <a:t>-</a:t>
            </a:r>
            <a:r>
              <a:rPr lang="fr-FR" sz="5000" dirty="0" err="1" smtClean="0">
                <a:solidFill>
                  <a:srgbClr val="002060"/>
                </a:solidFill>
                <a:latin typeface="Cambria" pitchFamily="18" charset="0"/>
              </a:rPr>
              <a:t>tsoa</a:t>
            </a:r>
            <a:r>
              <a:rPr lang="fr-FR" sz="5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5000" dirty="0" err="1" smtClean="0">
                <a:solidFill>
                  <a:srgbClr val="002060"/>
                </a:solidFill>
                <a:latin typeface="Cambria" pitchFamily="18" charset="0"/>
              </a:rPr>
              <a:t>tokoa</a:t>
            </a:r>
            <a:r>
              <a:rPr lang="fr-FR" sz="5000" dirty="0" smtClean="0">
                <a:solidFill>
                  <a:srgbClr val="002060"/>
                </a:solidFill>
                <a:latin typeface="Cambria" pitchFamily="18" charset="0"/>
              </a:rPr>
              <a:t> :</a:t>
            </a:r>
            <a:endParaRPr lang="fr-FR" sz="5000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dirty="0" smtClean="0"/>
              <a:t>FIF 83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0" y="714356"/>
            <a:ext cx="9144000" cy="614364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54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54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5400" dirty="0" err="1" smtClean="0">
                <a:solidFill>
                  <a:srgbClr val="002060"/>
                </a:solidFill>
                <a:latin typeface="Cambria" pitchFamily="18" charset="0"/>
              </a:rPr>
              <a:t>Baiboly</a:t>
            </a:r>
            <a:r>
              <a:rPr lang="en-US" sz="5400" dirty="0" smtClean="0">
                <a:solidFill>
                  <a:srgbClr val="002060"/>
                </a:solidFill>
                <a:latin typeface="Cambria" pitchFamily="18" charset="0"/>
              </a:rPr>
              <a:t> no </a:t>
            </a:r>
            <a:r>
              <a:rPr lang="en-US" sz="5400" dirty="0" err="1" smtClean="0">
                <a:solidFill>
                  <a:srgbClr val="002060"/>
                </a:solidFill>
                <a:latin typeface="Cambria" pitchFamily="18" charset="0"/>
              </a:rPr>
              <a:t>mampisava</a:t>
            </a:r>
            <a:endParaRPr lang="en-US" sz="54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54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54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5400" dirty="0" err="1" smtClean="0">
                <a:solidFill>
                  <a:srgbClr val="002060"/>
                </a:solidFill>
                <a:latin typeface="Cambria" pitchFamily="18" charset="0"/>
              </a:rPr>
              <a:t>aizim</a:t>
            </a:r>
            <a:r>
              <a:rPr lang="en-US" sz="5400" dirty="0" smtClean="0">
                <a:solidFill>
                  <a:srgbClr val="002060"/>
                </a:solidFill>
                <a:latin typeface="Cambria" pitchFamily="18" charset="0"/>
              </a:rPr>
              <a:t>-be.</a:t>
            </a:r>
            <a:endParaRPr lang="fr-FR" sz="5400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dirty="0" smtClean="0"/>
              <a:t>FIF 83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0" y="714356"/>
            <a:ext cx="9144000" cy="614364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50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5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000" dirty="0" err="1" smtClean="0">
                <a:solidFill>
                  <a:srgbClr val="002060"/>
                </a:solidFill>
                <a:latin typeface="Cambria" pitchFamily="18" charset="0"/>
              </a:rPr>
              <a:t>Baiboly</a:t>
            </a:r>
            <a:r>
              <a:rPr lang="fr-FR" sz="5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000" dirty="0" err="1" smtClean="0">
                <a:solidFill>
                  <a:srgbClr val="002060"/>
                </a:solidFill>
                <a:latin typeface="Cambria" pitchFamily="18" charset="0"/>
              </a:rPr>
              <a:t>re</a:t>
            </a:r>
            <a:r>
              <a:rPr lang="fr-FR" sz="5000" dirty="0" smtClean="0">
                <a:solidFill>
                  <a:srgbClr val="002060"/>
                </a:solidFill>
                <a:latin typeface="Cambria" pitchFamily="18" charset="0"/>
              </a:rPr>
              <a:t> dia </a:t>
            </a:r>
            <a:r>
              <a:rPr lang="fr-FR" sz="5000" dirty="0" err="1" smtClean="0">
                <a:solidFill>
                  <a:srgbClr val="002060"/>
                </a:solidFill>
                <a:latin typeface="Cambria" pitchFamily="18" charset="0"/>
              </a:rPr>
              <a:t>zava</a:t>
            </a:r>
            <a:r>
              <a:rPr lang="fr-FR" sz="5000" dirty="0" smtClean="0">
                <a:solidFill>
                  <a:srgbClr val="002060"/>
                </a:solidFill>
                <a:latin typeface="Cambria" pitchFamily="18" charset="0"/>
              </a:rPr>
              <a:t>-</a:t>
            </a:r>
            <a:r>
              <a:rPr lang="fr-FR" sz="5000" dirty="0" err="1" smtClean="0">
                <a:solidFill>
                  <a:srgbClr val="002060"/>
                </a:solidFill>
                <a:latin typeface="Cambria" pitchFamily="18" charset="0"/>
              </a:rPr>
              <a:t>tsoa</a:t>
            </a:r>
            <a:r>
              <a:rPr lang="fr-FR" sz="5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000" dirty="0" err="1" smtClean="0">
                <a:solidFill>
                  <a:srgbClr val="002060"/>
                </a:solidFill>
                <a:latin typeface="Cambria" pitchFamily="18" charset="0"/>
              </a:rPr>
              <a:t>tokoa</a:t>
            </a:r>
            <a:r>
              <a:rPr lang="fr-FR" sz="5000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5000" dirty="0" err="1" smtClean="0">
                <a:solidFill>
                  <a:srgbClr val="002060"/>
                </a:solidFill>
                <a:latin typeface="Cambria" pitchFamily="18" charset="0"/>
              </a:rPr>
              <a:t>Zava</a:t>
            </a:r>
            <a:r>
              <a:rPr lang="fr-FR" sz="5000" dirty="0" smtClean="0">
                <a:solidFill>
                  <a:srgbClr val="002060"/>
                </a:solidFill>
                <a:latin typeface="Cambria" pitchFamily="18" charset="0"/>
              </a:rPr>
              <a:t>-</a:t>
            </a:r>
            <a:r>
              <a:rPr lang="fr-FR" sz="5000" dirty="0" err="1" smtClean="0">
                <a:solidFill>
                  <a:srgbClr val="002060"/>
                </a:solidFill>
                <a:latin typeface="Cambria" pitchFamily="18" charset="0"/>
              </a:rPr>
              <a:t>maminay</a:t>
            </a:r>
            <a:r>
              <a:rPr lang="fr-FR" sz="5000" dirty="0" smtClean="0">
                <a:solidFill>
                  <a:srgbClr val="002060"/>
                </a:solidFill>
                <a:latin typeface="Cambria" pitchFamily="18" charset="0"/>
              </a:rPr>
              <a:t> fa </a:t>
            </a:r>
            <a:r>
              <a:rPr lang="fr-FR" sz="5000" dirty="0" err="1" smtClean="0">
                <a:solidFill>
                  <a:srgbClr val="002060"/>
                </a:solidFill>
                <a:latin typeface="Cambria" pitchFamily="18" charset="0"/>
              </a:rPr>
              <a:t>nahitanay</a:t>
            </a:r>
            <a:r>
              <a:rPr lang="fr-FR" sz="5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000" dirty="0" err="1" smtClean="0">
                <a:solidFill>
                  <a:srgbClr val="002060"/>
                </a:solidFill>
                <a:latin typeface="Cambria" pitchFamily="18" charset="0"/>
              </a:rPr>
              <a:t>soa</a:t>
            </a:r>
            <a:r>
              <a:rPr lang="fr-FR" sz="5000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5000" dirty="0" smtClean="0">
                <a:solidFill>
                  <a:srgbClr val="002060"/>
                </a:solidFill>
                <a:latin typeface="Cambria" pitchFamily="18" charset="0"/>
              </a:rPr>
              <a:t>Ka </a:t>
            </a:r>
            <a:r>
              <a:rPr lang="fr-FR" sz="5000" dirty="0" err="1" smtClean="0">
                <a:solidFill>
                  <a:srgbClr val="002060"/>
                </a:solidFill>
                <a:latin typeface="Cambria" pitchFamily="18" charset="0"/>
              </a:rPr>
              <a:t>derao</a:t>
            </a:r>
            <a:r>
              <a:rPr lang="fr-FR" sz="5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000" dirty="0" err="1" smtClean="0">
                <a:solidFill>
                  <a:srgbClr val="002060"/>
                </a:solidFill>
                <a:latin typeface="Cambria" pitchFamily="18" charset="0"/>
              </a:rPr>
              <a:t>ary</a:t>
            </a:r>
            <a:r>
              <a:rPr lang="fr-FR" sz="5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000" dirty="0" err="1" smtClean="0">
                <a:solidFill>
                  <a:srgbClr val="002060"/>
                </a:solidFill>
                <a:latin typeface="Cambria" pitchFamily="18" charset="0"/>
              </a:rPr>
              <a:t>sy</a:t>
            </a:r>
            <a:r>
              <a:rPr lang="fr-FR" sz="5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000" dirty="0" err="1" smtClean="0">
                <a:solidFill>
                  <a:srgbClr val="002060"/>
                </a:solidFill>
                <a:latin typeface="Cambria" pitchFamily="18" charset="0"/>
              </a:rPr>
              <a:t>ataovy</a:t>
            </a:r>
            <a:r>
              <a:rPr lang="fr-FR" sz="5000" dirty="0" smtClean="0">
                <a:solidFill>
                  <a:srgbClr val="002060"/>
                </a:solidFill>
                <a:latin typeface="Cambria" pitchFamily="18" charset="0"/>
              </a:rPr>
              <a:t> an-</a:t>
            </a:r>
            <a:r>
              <a:rPr lang="fr-FR" sz="5000" dirty="0" err="1" smtClean="0">
                <a:solidFill>
                  <a:srgbClr val="002060"/>
                </a:solidFill>
                <a:latin typeface="Cambria" pitchFamily="18" charset="0"/>
              </a:rPr>
              <a:t>kira</a:t>
            </a:r>
            <a:r>
              <a:rPr lang="fr-FR" sz="5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000" dirty="0" err="1" smtClean="0">
                <a:solidFill>
                  <a:srgbClr val="002060"/>
                </a:solidFill>
                <a:latin typeface="Cambria" pitchFamily="18" charset="0"/>
              </a:rPr>
              <a:t>hoe</a:t>
            </a:r>
            <a:r>
              <a:rPr lang="fr-FR" sz="5000" dirty="0" smtClean="0">
                <a:solidFill>
                  <a:srgbClr val="002060"/>
                </a:solidFill>
                <a:latin typeface="Cambria" pitchFamily="18" charset="0"/>
              </a:rPr>
              <a:t> :</a:t>
            </a:r>
          </a:p>
          <a:p>
            <a:pPr>
              <a:buNone/>
            </a:pPr>
            <a:r>
              <a:rPr lang="fr-FR" sz="50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5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000" dirty="0" err="1" smtClean="0">
                <a:solidFill>
                  <a:srgbClr val="002060"/>
                </a:solidFill>
                <a:latin typeface="Cambria" pitchFamily="18" charset="0"/>
              </a:rPr>
              <a:t>Baiboly</a:t>
            </a:r>
            <a:r>
              <a:rPr lang="fr-FR" sz="5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000" dirty="0" err="1" smtClean="0">
                <a:solidFill>
                  <a:srgbClr val="002060"/>
                </a:solidFill>
                <a:latin typeface="Cambria" pitchFamily="18" charset="0"/>
              </a:rPr>
              <a:t>re</a:t>
            </a:r>
            <a:r>
              <a:rPr lang="fr-FR" sz="5000" dirty="0" smtClean="0">
                <a:solidFill>
                  <a:srgbClr val="002060"/>
                </a:solidFill>
                <a:latin typeface="Cambria" pitchFamily="18" charset="0"/>
              </a:rPr>
              <a:t> dia </a:t>
            </a:r>
            <a:r>
              <a:rPr lang="fr-FR" sz="5000" dirty="0" err="1" smtClean="0">
                <a:solidFill>
                  <a:srgbClr val="002060"/>
                </a:solidFill>
                <a:latin typeface="Cambria" pitchFamily="18" charset="0"/>
              </a:rPr>
              <a:t>zava</a:t>
            </a:r>
            <a:r>
              <a:rPr lang="fr-FR" sz="5000" dirty="0" smtClean="0">
                <a:solidFill>
                  <a:srgbClr val="002060"/>
                </a:solidFill>
                <a:latin typeface="Cambria" pitchFamily="18" charset="0"/>
              </a:rPr>
              <a:t>-</a:t>
            </a:r>
            <a:r>
              <a:rPr lang="fr-FR" sz="5000" dirty="0" err="1" smtClean="0">
                <a:solidFill>
                  <a:srgbClr val="002060"/>
                </a:solidFill>
                <a:latin typeface="Cambria" pitchFamily="18" charset="0"/>
              </a:rPr>
              <a:t>tsoa</a:t>
            </a:r>
            <a:r>
              <a:rPr lang="fr-FR" sz="5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000" dirty="0" err="1" smtClean="0">
                <a:solidFill>
                  <a:srgbClr val="002060"/>
                </a:solidFill>
                <a:latin typeface="Cambria" pitchFamily="18" charset="0"/>
              </a:rPr>
              <a:t>tokoa</a:t>
            </a:r>
            <a:endParaRPr lang="fr-FR" sz="5000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dirty="0" smtClean="0"/>
              <a:t>FIF 83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0" y="714356"/>
            <a:ext cx="9144000" cy="614364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5400" dirty="0" smtClean="0">
                <a:solidFill>
                  <a:srgbClr val="002060"/>
                </a:solidFill>
                <a:latin typeface="Cambria" pitchFamily="18" charset="0"/>
              </a:rPr>
              <a:t>3. </a:t>
            </a:r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Hevero</a:t>
            </a:r>
            <a:r>
              <a:rPr lang="fr-FR" sz="54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kely</a:t>
            </a:r>
            <a:r>
              <a:rPr lang="fr-FR" sz="5400" dirty="0" smtClean="0">
                <a:solidFill>
                  <a:srgbClr val="002060"/>
                </a:solidFill>
                <a:latin typeface="Cambria" pitchFamily="18" charset="0"/>
              </a:rPr>
              <a:t> ange, </a:t>
            </a:r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isika</a:t>
            </a:r>
            <a:r>
              <a:rPr lang="fr-FR" sz="5400" dirty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vory</a:t>
            </a:r>
            <a:r>
              <a:rPr lang="fr-FR" sz="54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r>
              <a:rPr lang="fr-FR" sz="5400" dirty="0" smtClean="0">
                <a:solidFill>
                  <a:srgbClr val="002060"/>
                </a:solidFill>
                <a:latin typeface="Cambria" pitchFamily="18" charset="0"/>
              </a:rPr>
              <a:t>,'</a:t>
            </a:r>
          </a:p>
          <a:p>
            <a:pPr>
              <a:buNone/>
            </a:pPr>
            <a:r>
              <a:rPr lang="fr-FR" sz="5400" dirty="0" smtClean="0">
                <a:solidFill>
                  <a:srgbClr val="002060"/>
                </a:solidFill>
                <a:latin typeface="Cambria" pitchFamily="18" charset="0"/>
              </a:rPr>
              <a:t>Fa </a:t>
            </a:r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mpanompo</a:t>
            </a:r>
            <a:r>
              <a:rPr lang="fr-FR" sz="5400" dirty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sampy</a:t>
            </a:r>
            <a:r>
              <a:rPr lang="fr-FR" sz="5400" dirty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avokoa</a:t>
            </a:r>
            <a:r>
              <a:rPr lang="fr-FR" sz="54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teo</a:t>
            </a:r>
            <a:r>
              <a:rPr lang="fr-FR" sz="54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aloha</a:t>
            </a:r>
            <a:r>
              <a:rPr lang="fr-FR" sz="5400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5400" dirty="0" smtClean="0">
                <a:solidFill>
                  <a:srgbClr val="002060"/>
                </a:solidFill>
                <a:latin typeface="Cambria" pitchFamily="18" charset="0"/>
              </a:rPr>
              <a:t>'</a:t>
            </a:r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Nefa</a:t>
            </a:r>
            <a:r>
              <a:rPr lang="fr-FR" sz="54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niova</a:t>
            </a:r>
            <a:r>
              <a:rPr lang="fr-FR" sz="54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re</a:t>
            </a:r>
            <a:r>
              <a:rPr lang="fr-FR" sz="5400" dirty="0" smtClean="0">
                <a:solidFill>
                  <a:srgbClr val="002060"/>
                </a:solidFill>
                <a:latin typeface="Cambria" pitchFamily="18" charset="0"/>
              </a:rPr>
              <a:t>????????</a:t>
            </a:r>
          </a:p>
          <a:p>
            <a:pPr>
              <a:buNone/>
            </a:pPr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54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Baiboly</a:t>
            </a:r>
            <a:r>
              <a:rPr lang="fr-FR" sz="54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re</a:t>
            </a:r>
            <a:r>
              <a:rPr lang="fr-FR" sz="5400" dirty="0" smtClean="0">
                <a:solidFill>
                  <a:srgbClr val="002060"/>
                </a:solidFill>
                <a:latin typeface="Cambria" pitchFamily="18" charset="0"/>
              </a:rPr>
              <a:t> dia </a:t>
            </a:r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zava</a:t>
            </a:r>
            <a:r>
              <a:rPr lang="fr-FR" sz="5400" dirty="0" smtClean="0">
                <a:solidFill>
                  <a:srgbClr val="002060"/>
                </a:solidFill>
                <a:latin typeface="Cambria" pitchFamily="18" charset="0"/>
              </a:rPr>
              <a:t>-</a:t>
            </a:r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tsoa</a:t>
            </a:r>
            <a:r>
              <a:rPr lang="fr-FR" sz="54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tokoa</a:t>
            </a:r>
            <a:r>
              <a:rPr lang="fr-FR" sz="5400" dirty="0" smtClean="0">
                <a:solidFill>
                  <a:srgbClr val="002060"/>
                </a:solidFill>
                <a:latin typeface="Cambria" pitchFamily="18" charset="0"/>
              </a:rPr>
              <a:t>-</a:t>
            </a:r>
            <a:endParaRPr lang="fr-FR" sz="5400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dirty="0" smtClean="0"/>
              <a:t>FIF 83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0" y="714356"/>
            <a:ext cx="9144000" cy="614364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it-IT" sz="5400" dirty="0" smtClean="0">
                <a:solidFill>
                  <a:srgbClr val="002060"/>
                </a:solidFill>
                <a:latin typeface="Cambria" pitchFamily="18" charset="0"/>
              </a:rPr>
              <a:t>Ny Baiboly no sabatra</a:t>
            </a:r>
          </a:p>
          <a:p>
            <a:pPr>
              <a:buNone/>
            </a:pPr>
            <a:r>
              <a:rPr lang="it-IT" sz="5400" dirty="0" smtClean="0">
                <a:solidFill>
                  <a:srgbClr val="002060"/>
                </a:solidFill>
                <a:latin typeface="Cambria" pitchFamily="18" charset="0"/>
              </a:rPr>
              <a:t>Ho entinay ho fandresena.</a:t>
            </a:r>
            <a:endParaRPr lang="fr-FR" sz="5400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dirty="0" smtClean="0"/>
              <a:t>FIF 83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0" y="714356"/>
            <a:ext cx="9144000" cy="614364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50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5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000" dirty="0" err="1" smtClean="0">
                <a:solidFill>
                  <a:srgbClr val="002060"/>
                </a:solidFill>
                <a:latin typeface="Cambria" pitchFamily="18" charset="0"/>
              </a:rPr>
              <a:t>Baiboly</a:t>
            </a:r>
            <a:r>
              <a:rPr lang="fr-FR" sz="5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000" dirty="0" err="1" smtClean="0">
                <a:solidFill>
                  <a:srgbClr val="002060"/>
                </a:solidFill>
                <a:latin typeface="Cambria" pitchFamily="18" charset="0"/>
              </a:rPr>
              <a:t>re</a:t>
            </a:r>
            <a:r>
              <a:rPr lang="fr-FR" sz="5000" dirty="0" smtClean="0">
                <a:solidFill>
                  <a:srgbClr val="002060"/>
                </a:solidFill>
                <a:latin typeface="Cambria" pitchFamily="18" charset="0"/>
              </a:rPr>
              <a:t> dia </a:t>
            </a:r>
            <a:r>
              <a:rPr lang="fr-FR" sz="5000" dirty="0" err="1" smtClean="0">
                <a:solidFill>
                  <a:srgbClr val="002060"/>
                </a:solidFill>
                <a:latin typeface="Cambria" pitchFamily="18" charset="0"/>
              </a:rPr>
              <a:t>zava</a:t>
            </a:r>
            <a:r>
              <a:rPr lang="fr-FR" sz="5000" dirty="0" smtClean="0">
                <a:solidFill>
                  <a:srgbClr val="002060"/>
                </a:solidFill>
                <a:latin typeface="Cambria" pitchFamily="18" charset="0"/>
              </a:rPr>
              <a:t>-</a:t>
            </a:r>
            <a:r>
              <a:rPr lang="fr-FR" sz="5000" dirty="0" err="1" smtClean="0">
                <a:solidFill>
                  <a:srgbClr val="002060"/>
                </a:solidFill>
                <a:latin typeface="Cambria" pitchFamily="18" charset="0"/>
              </a:rPr>
              <a:t>tsoa</a:t>
            </a:r>
            <a:r>
              <a:rPr lang="fr-FR" sz="5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000" dirty="0" err="1" smtClean="0">
                <a:solidFill>
                  <a:srgbClr val="002060"/>
                </a:solidFill>
                <a:latin typeface="Cambria" pitchFamily="18" charset="0"/>
              </a:rPr>
              <a:t>tokoa</a:t>
            </a:r>
            <a:r>
              <a:rPr lang="fr-FR" sz="5000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5000" dirty="0" err="1" smtClean="0">
                <a:solidFill>
                  <a:srgbClr val="002060"/>
                </a:solidFill>
                <a:latin typeface="Cambria" pitchFamily="18" charset="0"/>
              </a:rPr>
              <a:t>Zava</a:t>
            </a:r>
            <a:r>
              <a:rPr lang="fr-FR" sz="5000" dirty="0" smtClean="0">
                <a:solidFill>
                  <a:srgbClr val="002060"/>
                </a:solidFill>
                <a:latin typeface="Cambria" pitchFamily="18" charset="0"/>
              </a:rPr>
              <a:t>-</a:t>
            </a:r>
            <a:r>
              <a:rPr lang="fr-FR" sz="5000" dirty="0" err="1" smtClean="0">
                <a:solidFill>
                  <a:srgbClr val="002060"/>
                </a:solidFill>
                <a:latin typeface="Cambria" pitchFamily="18" charset="0"/>
              </a:rPr>
              <a:t>maminay</a:t>
            </a:r>
            <a:r>
              <a:rPr lang="fr-FR" sz="5000" dirty="0" smtClean="0">
                <a:solidFill>
                  <a:srgbClr val="002060"/>
                </a:solidFill>
                <a:latin typeface="Cambria" pitchFamily="18" charset="0"/>
              </a:rPr>
              <a:t> fa </a:t>
            </a:r>
            <a:r>
              <a:rPr lang="fr-FR" sz="5000" dirty="0" err="1" smtClean="0">
                <a:solidFill>
                  <a:srgbClr val="002060"/>
                </a:solidFill>
                <a:latin typeface="Cambria" pitchFamily="18" charset="0"/>
              </a:rPr>
              <a:t>nahitanay</a:t>
            </a:r>
            <a:r>
              <a:rPr lang="fr-FR" sz="5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000" dirty="0" err="1" smtClean="0">
                <a:solidFill>
                  <a:srgbClr val="002060"/>
                </a:solidFill>
                <a:latin typeface="Cambria" pitchFamily="18" charset="0"/>
              </a:rPr>
              <a:t>soa</a:t>
            </a:r>
            <a:r>
              <a:rPr lang="fr-FR" sz="5000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5000" dirty="0" smtClean="0">
                <a:solidFill>
                  <a:srgbClr val="002060"/>
                </a:solidFill>
                <a:latin typeface="Cambria" pitchFamily="18" charset="0"/>
              </a:rPr>
              <a:t>Ka </a:t>
            </a:r>
            <a:r>
              <a:rPr lang="fr-FR" sz="5000" dirty="0" err="1" smtClean="0">
                <a:solidFill>
                  <a:srgbClr val="002060"/>
                </a:solidFill>
                <a:latin typeface="Cambria" pitchFamily="18" charset="0"/>
              </a:rPr>
              <a:t>derao</a:t>
            </a:r>
            <a:r>
              <a:rPr lang="fr-FR" sz="5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000" dirty="0" err="1" smtClean="0">
                <a:solidFill>
                  <a:srgbClr val="002060"/>
                </a:solidFill>
                <a:latin typeface="Cambria" pitchFamily="18" charset="0"/>
              </a:rPr>
              <a:t>ary</a:t>
            </a:r>
            <a:r>
              <a:rPr lang="fr-FR" sz="5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000" dirty="0" err="1" smtClean="0">
                <a:solidFill>
                  <a:srgbClr val="002060"/>
                </a:solidFill>
                <a:latin typeface="Cambria" pitchFamily="18" charset="0"/>
              </a:rPr>
              <a:t>sy</a:t>
            </a:r>
            <a:r>
              <a:rPr lang="fr-FR" sz="5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000" dirty="0" err="1" smtClean="0">
                <a:solidFill>
                  <a:srgbClr val="002060"/>
                </a:solidFill>
                <a:latin typeface="Cambria" pitchFamily="18" charset="0"/>
              </a:rPr>
              <a:t>ataovy</a:t>
            </a:r>
            <a:r>
              <a:rPr lang="fr-FR" sz="5000" dirty="0" smtClean="0">
                <a:solidFill>
                  <a:srgbClr val="002060"/>
                </a:solidFill>
                <a:latin typeface="Cambria" pitchFamily="18" charset="0"/>
              </a:rPr>
              <a:t> an-</a:t>
            </a:r>
            <a:r>
              <a:rPr lang="fr-FR" sz="5000" dirty="0" err="1" smtClean="0">
                <a:solidFill>
                  <a:srgbClr val="002060"/>
                </a:solidFill>
                <a:latin typeface="Cambria" pitchFamily="18" charset="0"/>
              </a:rPr>
              <a:t>kira</a:t>
            </a:r>
            <a:r>
              <a:rPr lang="fr-FR" sz="5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000" dirty="0" err="1" smtClean="0">
                <a:solidFill>
                  <a:srgbClr val="002060"/>
                </a:solidFill>
                <a:latin typeface="Cambria" pitchFamily="18" charset="0"/>
              </a:rPr>
              <a:t>hoe</a:t>
            </a:r>
            <a:r>
              <a:rPr lang="fr-FR" sz="5000" dirty="0" smtClean="0">
                <a:solidFill>
                  <a:srgbClr val="002060"/>
                </a:solidFill>
                <a:latin typeface="Cambria" pitchFamily="18" charset="0"/>
              </a:rPr>
              <a:t> :</a:t>
            </a:r>
          </a:p>
          <a:p>
            <a:pPr>
              <a:buNone/>
            </a:pPr>
            <a:r>
              <a:rPr lang="fr-FR" sz="50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5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000" dirty="0" err="1" smtClean="0">
                <a:solidFill>
                  <a:srgbClr val="002060"/>
                </a:solidFill>
                <a:latin typeface="Cambria" pitchFamily="18" charset="0"/>
              </a:rPr>
              <a:t>Baiboly</a:t>
            </a:r>
            <a:r>
              <a:rPr lang="fr-FR" sz="5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000" dirty="0" err="1" smtClean="0">
                <a:solidFill>
                  <a:srgbClr val="002060"/>
                </a:solidFill>
                <a:latin typeface="Cambria" pitchFamily="18" charset="0"/>
              </a:rPr>
              <a:t>re</a:t>
            </a:r>
            <a:r>
              <a:rPr lang="fr-FR" sz="5000" dirty="0" smtClean="0">
                <a:solidFill>
                  <a:srgbClr val="002060"/>
                </a:solidFill>
                <a:latin typeface="Cambria" pitchFamily="18" charset="0"/>
              </a:rPr>
              <a:t> dia </a:t>
            </a:r>
            <a:r>
              <a:rPr lang="fr-FR" sz="5000" dirty="0" err="1" smtClean="0">
                <a:solidFill>
                  <a:srgbClr val="002060"/>
                </a:solidFill>
                <a:latin typeface="Cambria" pitchFamily="18" charset="0"/>
              </a:rPr>
              <a:t>zava</a:t>
            </a:r>
            <a:r>
              <a:rPr lang="fr-FR" sz="5000" dirty="0" smtClean="0">
                <a:solidFill>
                  <a:srgbClr val="002060"/>
                </a:solidFill>
                <a:latin typeface="Cambria" pitchFamily="18" charset="0"/>
              </a:rPr>
              <a:t>-</a:t>
            </a:r>
            <a:r>
              <a:rPr lang="fr-FR" sz="5000" dirty="0" err="1" smtClean="0">
                <a:solidFill>
                  <a:srgbClr val="002060"/>
                </a:solidFill>
                <a:latin typeface="Cambria" pitchFamily="18" charset="0"/>
              </a:rPr>
              <a:t>tsoa</a:t>
            </a:r>
            <a:r>
              <a:rPr lang="fr-FR" sz="5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000" dirty="0" err="1" smtClean="0">
                <a:solidFill>
                  <a:srgbClr val="002060"/>
                </a:solidFill>
                <a:latin typeface="Cambria" pitchFamily="18" charset="0"/>
              </a:rPr>
              <a:t>tokoa</a:t>
            </a:r>
            <a:endParaRPr lang="fr-FR" sz="5000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dirty="0" smtClean="0"/>
              <a:t>FIF 83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0" y="714356"/>
            <a:ext cx="9144000" cy="614364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4800" dirty="0" smtClean="0">
                <a:solidFill>
                  <a:srgbClr val="002060"/>
                </a:solidFill>
                <a:latin typeface="Cambria" pitchFamily="18" charset="0"/>
              </a:rPr>
              <a:t>4. </a:t>
            </a:r>
            <a:r>
              <a:rPr lang="fr-FR" sz="4800" dirty="0" err="1" smtClean="0">
                <a:solidFill>
                  <a:srgbClr val="002060"/>
                </a:solidFill>
                <a:latin typeface="Cambria" pitchFamily="18" charset="0"/>
              </a:rPr>
              <a:t>Diniho</a:t>
            </a:r>
            <a:r>
              <a:rPr lang="fr-FR" sz="48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4800" dirty="0" err="1" smtClean="0">
                <a:solidFill>
                  <a:srgbClr val="002060"/>
                </a:solidFill>
                <a:latin typeface="Cambria" pitchFamily="18" charset="0"/>
              </a:rPr>
              <a:t>kely</a:t>
            </a:r>
            <a:r>
              <a:rPr lang="fr-FR" sz="4800" dirty="0" smtClean="0">
                <a:solidFill>
                  <a:srgbClr val="002060"/>
                </a:solidFill>
                <a:latin typeface="Cambria" pitchFamily="18" charset="0"/>
              </a:rPr>
              <a:t> ange </a:t>
            </a:r>
            <a:r>
              <a:rPr lang="fr-FR" sz="48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48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4800" dirty="0" err="1" smtClean="0">
                <a:solidFill>
                  <a:srgbClr val="002060"/>
                </a:solidFill>
                <a:latin typeface="Cambria" pitchFamily="18" charset="0"/>
              </a:rPr>
              <a:t>fomba</a:t>
            </a:r>
            <a:r>
              <a:rPr lang="fr-FR" sz="48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4800" dirty="0" err="1" smtClean="0">
                <a:solidFill>
                  <a:srgbClr val="002060"/>
                </a:solidFill>
                <a:latin typeface="Cambria" pitchFamily="18" charset="0"/>
              </a:rPr>
              <a:t>fahizay</a:t>
            </a:r>
            <a:r>
              <a:rPr lang="fr-FR" sz="4800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4800" dirty="0" smtClean="0">
                <a:solidFill>
                  <a:srgbClr val="002060"/>
                </a:solidFill>
                <a:latin typeface="Cambria" pitchFamily="18" charset="0"/>
              </a:rPr>
              <a:t>Fa </a:t>
            </a:r>
            <a:r>
              <a:rPr lang="fr-FR" sz="4800" dirty="0" err="1" smtClean="0">
                <a:solidFill>
                  <a:srgbClr val="002060"/>
                </a:solidFill>
                <a:latin typeface="Cambria" pitchFamily="18" charset="0"/>
              </a:rPr>
              <a:t>sikidy</a:t>
            </a:r>
            <a:r>
              <a:rPr lang="fr-FR" sz="4800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fr-FR" sz="4800" dirty="0" err="1" smtClean="0">
                <a:solidFill>
                  <a:srgbClr val="002060"/>
                </a:solidFill>
                <a:latin typeface="Cambria" pitchFamily="18" charset="0"/>
              </a:rPr>
              <a:t>ody</a:t>
            </a:r>
            <a:r>
              <a:rPr lang="fr-FR" sz="48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4800" dirty="0" err="1" smtClean="0">
                <a:solidFill>
                  <a:srgbClr val="002060"/>
                </a:solidFill>
                <a:latin typeface="Cambria" pitchFamily="18" charset="0"/>
              </a:rPr>
              <a:t>samihafa</a:t>
            </a:r>
            <a:endParaRPr lang="fr-FR" sz="48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4800" dirty="0" smtClean="0">
                <a:solidFill>
                  <a:srgbClr val="002060"/>
                </a:solidFill>
                <a:latin typeface="Cambria" pitchFamily="18" charset="0"/>
              </a:rPr>
              <a:t>no </a:t>
            </a:r>
            <a:r>
              <a:rPr lang="fr-FR" sz="4800" dirty="0" err="1" smtClean="0">
                <a:solidFill>
                  <a:srgbClr val="002060"/>
                </a:solidFill>
                <a:latin typeface="Cambria" pitchFamily="18" charset="0"/>
              </a:rPr>
              <a:t>notompoinay</a:t>
            </a:r>
            <a:r>
              <a:rPr lang="fr-FR" sz="4800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4800" dirty="0" smtClean="0">
                <a:solidFill>
                  <a:srgbClr val="002060"/>
                </a:solidFill>
                <a:latin typeface="Cambria" pitchFamily="18" charset="0"/>
              </a:rPr>
              <a:t>Fa </a:t>
            </a:r>
            <a:r>
              <a:rPr lang="fr-FR" sz="4800" dirty="0" err="1" smtClean="0">
                <a:solidFill>
                  <a:srgbClr val="002060"/>
                </a:solidFill>
                <a:latin typeface="Cambria" pitchFamily="18" charset="0"/>
              </a:rPr>
              <a:t>ankehitriny</a:t>
            </a:r>
            <a:r>
              <a:rPr lang="fr-FR" sz="4800" dirty="0" smtClean="0">
                <a:solidFill>
                  <a:srgbClr val="002060"/>
                </a:solidFill>
                <a:latin typeface="Cambria" pitchFamily="18" charset="0"/>
              </a:rPr>
              <a:t> dia </a:t>
            </a:r>
            <a:r>
              <a:rPr lang="fr-FR" sz="48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4800" dirty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4800" dirty="0" err="1" smtClean="0">
                <a:solidFill>
                  <a:srgbClr val="002060"/>
                </a:solidFill>
                <a:latin typeface="Cambria" pitchFamily="18" charset="0"/>
              </a:rPr>
              <a:t>Baiboly</a:t>
            </a:r>
            <a:r>
              <a:rPr lang="fr-FR" sz="48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4800" dirty="0" err="1" smtClean="0">
                <a:solidFill>
                  <a:srgbClr val="002060"/>
                </a:solidFill>
                <a:latin typeface="Cambria" pitchFamily="18" charset="0"/>
              </a:rPr>
              <a:t>indray</a:t>
            </a:r>
            <a:endParaRPr lang="fr-FR" sz="48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4800" dirty="0" smtClean="0">
                <a:solidFill>
                  <a:srgbClr val="002060"/>
                </a:solidFill>
                <a:latin typeface="Cambria" pitchFamily="18" charset="0"/>
              </a:rPr>
              <a:t>No </a:t>
            </a:r>
            <a:r>
              <a:rPr lang="fr-FR" sz="4800" dirty="0" err="1" smtClean="0">
                <a:solidFill>
                  <a:srgbClr val="002060"/>
                </a:solidFill>
                <a:latin typeface="Cambria" pitchFamily="18" charset="0"/>
              </a:rPr>
              <a:t>manjaka</a:t>
            </a:r>
            <a:r>
              <a:rPr lang="fr-FR" sz="48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4800" dirty="0" err="1" smtClean="0">
                <a:solidFill>
                  <a:srgbClr val="002060"/>
                </a:solidFill>
                <a:latin typeface="Cambria" pitchFamily="18" charset="0"/>
              </a:rPr>
              <a:t>eto</a:t>
            </a:r>
            <a:r>
              <a:rPr lang="fr-FR" sz="4800" dirty="0" smtClean="0">
                <a:solidFill>
                  <a:srgbClr val="002060"/>
                </a:solidFill>
                <a:latin typeface="Cambria" pitchFamily="18" charset="0"/>
              </a:rPr>
              <a:t> an-</a:t>
            </a:r>
            <a:r>
              <a:rPr lang="fr-FR" sz="4800" dirty="0" err="1" smtClean="0">
                <a:solidFill>
                  <a:srgbClr val="002060"/>
                </a:solidFill>
                <a:latin typeface="Cambria" pitchFamily="18" charset="0"/>
              </a:rPr>
              <a:t>tanindrazanay</a:t>
            </a:r>
            <a:r>
              <a:rPr lang="fr-FR" sz="4800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  <a:endParaRPr lang="fr-FR" sz="4800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dirty="0" smtClean="0"/>
              <a:t>FIF 83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0" y="714356"/>
            <a:ext cx="9144000" cy="614364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54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Baiboly</a:t>
            </a:r>
            <a:r>
              <a:rPr lang="fr-FR" sz="5400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io</a:t>
            </a:r>
            <a:r>
              <a:rPr lang="fr-FR" sz="54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ihany</a:t>
            </a:r>
            <a:r>
              <a:rPr lang="fr-FR" sz="5400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5400" dirty="0" smtClean="0">
                <a:solidFill>
                  <a:srgbClr val="002060"/>
                </a:solidFill>
                <a:latin typeface="Cambria" pitchFamily="18" charset="0"/>
              </a:rPr>
              <a:t>No </a:t>
            </a:r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nandresy</a:t>
            </a:r>
            <a:r>
              <a:rPr lang="fr-FR" sz="54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ireo</a:t>
            </a:r>
            <a:r>
              <a:rPr lang="fr-FR" sz="54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rehetra</a:t>
            </a:r>
            <a:r>
              <a:rPr lang="fr-FR" sz="5400" dirty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ireo</a:t>
            </a:r>
            <a:r>
              <a:rPr lang="fr-FR" sz="5400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  <a:endParaRPr lang="fr-FR" sz="5400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dirty="0" smtClean="0"/>
              <a:t>FIF 83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0" y="714356"/>
            <a:ext cx="9144000" cy="614364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50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5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000" dirty="0" err="1" smtClean="0">
                <a:solidFill>
                  <a:srgbClr val="002060"/>
                </a:solidFill>
                <a:latin typeface="Cambria" pitchFamily="18" charset="0"/>
              </a:rPr>
              <a:t>Baiboly</a:t>
            </a:r>
            <a:r>
              <a:rPr lang="fr-FR" sz="5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000" dirty="0" err="1" smtClean="0">
                <a:solidFill>
                  <a:srgbClr val="002060"/>
                </a:solidFill>
                <a:latin typeface="Cambria" pitchFamily="18" charset="0"/>
              </a:rPr>
              <a:t>re</a:t>
            </a:r>
            <a:r>
              <a:rPr lang="fr-FR" sz="5000" dirty="0" smtClean="0">
                <a:solidFill>
                  <a:srgbClr val="002060"/>
                </a:solidFill>
                <a:latin typeface="Cambria" pitchFamily="18" charset="0"/>
              </a:rPr>
              <a:t> dia </a:t>
            </a:r>
            <a:r>
              <a:rPr lang="fr-FR" sz="5000" dirty="0" err="1" smtClean="0">
                <a:solidFill>
                  <a:srgbClr val="002060"/>
                </a:solidFill>
                <a:latin typeface="Cambria" pitchFamily="18" charset="0"/>
              </a:rPr>
              <a:t>zava</a:t>
            </a:r>
            <a:r>
              <a:rPr lang="fr-FR" sz="5000" dirty="0" smtClean="0">
                <a:solidFill>
                  <a:srgbClr val="002060"/>
                </a:solidFill>
                <a:latin typeface="Cambria" pitchFamily="18" charset="0"/>
              </a:rPr>
              <a:t>-</a:t>
            </a:r>
            <a:r>
              <a:rPr lang="fr-FR" sz="5000" dirty="0" err="1" smtClean="0">
                <a:solidFill>
                  <a:srgbClr val="002060"/>
                </a:solidFill>
                <a:latin typeface="Cambria" pitchFamily="18" charset="0"/>
              </a:rPr>
              <a:t>tsoa</a:t>
            </a:r>
            <a:r>
              <a:rPr lang="fr-FR" sz="5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000" dirty="0" err="1" smtClean="0">
                <a:solidFill>
                  <a:srgbClr val="002060"/>
                </a:solidFill>
                <a:latin typeface="Cambria" pitchFamily="18" charset="0"/>
              </a:rPr>
              <a:t>tokoa</a:t>
            </a:r>
            <a:r>
              <a:rPr lang="fr-FR" sz="5000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5000" dirty="0" err="1" smtClean="0">
                <a:solidFill>
                  <a:srgbClr val="002060"/>
                </a:solidFill>
                <a:latin typeface="Cambria" pitchFamily="18" charset="0"/>
              </a:rPr>
              <a:t>Zava</a:t>
            </a:r>
            <a:r>
              <a:rPr lang="fr-FR" sz="5000" dirty="0" smtClean="0">
                <a:solidFill>
                  <a:srgbClr val="002060"/>
                </a:solidFill>
                <a:latin typeface="Cambria" pitchFamily="18" charset="0"/>
              </a:rPr>
              <a:t>-</a:t>
            </a:r>
            <a:r>
              <a:rPr lang="fr-FR" sz="5000" dirty="0" err="1" smtClean="0">
                <a:solidFill>
                  <a:srgbClr val="002060"/>
                </a:solidFill>
                <a:latin typeface="Cambria" pitchFamily="18" charset="0"/>
              </a:rPr>
              <a:t>maminay</a:t>
            </a:r>
            <a:r>
              <a:rPr lang="fr-FR" sz="5000" dirty="0" smtClean="0">
                <a:solidFill>
                  <a:srgbClr val="002060"/>
                </a:solidFill>
                <a:latin typeface="Cambria" pitchFamily="18" charset="0"/>
              </a:rPr>
              <a:t> fa </a:t>
            </a:r>
            <a:r>
              <a:rPr lang="fr-FR" sz="5000" dirty="0" err="1" smtClean="0">
                <a:solidFill>
                  <a:srgbClr val="002060"/>
                </a:solidFill>
                <a:latin typeface="Cambria" pitchFamily="18" charset="0"/>
              </a:rPr>
              <a:t>nahitanay</a:t>
            </a:r>
            <a:r>
              <a:rPr lang="fr-FR" sz="5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000" dirty="0" err="1" smtClean="0">
                <a:solidFill>
                  <a:srgbClr val="002060"/>
                </a:solidFill>
                <a:latin typeface="Cambria" pitchFamily="18" charset="0"/>
              </a:rPr>
              <a:t>soa</a:t>
            </a:r>
            <a:r>
              <a:rPr lang="fr-FR" sz="5000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5000" dirty="0" smtClean="0">
                <a:solidFill>
                  <a:srgbClr val="002060"/>
                </a:solidFill>
                <a:latin typeface="Cambria" pitchFamily="18" charset="0"/>
              </a:rPr>
              <a:t>Ka </a:t>
            </a:r>
            <a:r>
              <a:rPr lang="fr-FR" sz="5000" dirty="0" err="1" smtClean="0">
                <a:solidFill>
                  <a:srgbClr val="002060"/>
                </a:solidFill>
                <a:latin typeface="Cambria" pitchFamily="18" charset="0"/>
              </a:rPr>
              <a:t>derao</a:t>
            </a:r>
            <a:r>
              <a:rPr lang="fr-FR" sz="5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000" dirty="0" err="1" smtClean="0">
                <a:solidFill>
                  <a:srgbClr val="002060"/>
                </a:solidFill>
                <a:latin typeface="Cambria" pitchFamily="18" charset="0"/>
              </a:rPr>
              <a:t>ary</a:t>
            </a:r>
            <a:r>
              <a:rPr lang="fr-FR" sz="5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000" dirty="0" err="1" smtClean="0">
                <a:solidFill>
                  <a:srgbClr val="002060"/>
                </a:solidFill>
                <a:latin typeface="Cambria" pitchFamily="18" charset="0"/>
              </a:rPr>
              <a:t>sy</a:t>
            </a:r>
            <a:r>
              <a:rPr lang="fr-FR" sz="5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000" dirty="0" err="1" smtClean="0">
                <a:solidFill>
                  <a:srgbClr val="002060"/>
                </a:solidFill>
                <a:latin typeface="Cambria" pitchFamily="18" charset="0"/>
              </a:rPr>
              <a:t>ataovy</a:t>
            </a:r>
            <a:r>
              <a:rPr lang="fr-FR" sz="5000" dirty="0" smtClean="0">
                <a:solidFill>
                  <a:srgbClr val="002060"/>
                </a:solidFill>
                <a:latin typeface="Cambria" pitchFamily="18" charset="0"/>
              </a:rPr>
              <a:t> an-</a:t>
            </a:r>
            <a:r>
              <a:rPr lang="fr-FR" sz="5000" dirty="0" err="1" smtClean="0">
                <a:solidFill>
                  <a:srgbClr val="002060"/>
                </a:solidFill>
                <a:latin typeface="Cambria" pitchFamily="18" charset="0"/>
              </a:rPr>
              <a:t>kira</a:t>
            </a:r>
            <a:r>
              <a:rPr lang="fr-FR" sz="5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000" dirty="0" err="1" smtClean="0">
                <a:solidFill>
                  <a:srgbClr val="002060"/>
                </a:solidFill>
                <a:latin typeface="Cambria" pitchFamily="18" charset="0"/>
              </a:rPr>
              <a:t>hoe</a:t>
            </a:r>
            <a:r>
              <a:rPr lang="fr-FR" sz="5000" dirty="0" smtClean="0">
                <a:solidFill>
                  <a:srgbClr val="002060"/>
                </a:solidFill>
                <a:latin typeface="Cambria" pitchFamily="18" charset="0"/>
              </a:rPr>
              <a:t> :</a:t>
            </a:r>
          </a:p>
          <a:p>
            <a:pPr>
              <a:buNone/>
            </a:pPr>
            <a:r>
              <a:rPr lang="fr-FR" sz="50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5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000" dirty="0" err="1" smtClean="0">
                <a:solidFill>
                  <a:srgbClr val="002060"/>
                </a:solidFill>
                <a:latin typeface="Cambria" pitchFamily="18" charset="0"/>
              </a:rPr>
              <a:t>Baiboly</a:t>
            </a:r>
            <a:r>
              <a:rPr lang="fr-FR" sz="5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000" dirty="0" err="1" smtClean="0">
                <a:solidFill>
                  <a:srgbClr val="002060"/>
                </a:solidFill>
                <a:latin typeface="Cambria" pitchFamily="18" charset="0"/>
              </a:rPr>
              <a:t>re</a:t>
            </a:r>
            <a:r>
              <a:rPr lang="fr-FR" sz="5000" dirty="0" smtClean="0">
                <a:solidFill>
                  <a:srgbClr val="002060"/>
                </a:solidFill>
                <a:latin typeface="Cambria" pitchFamily="18" charset="0"/>
              </a:rPr>
              <a:t> dia </a:t>
            </a:r>
            <a:r>
              <a:rPr lang="fr-FR" sz="5000" dirty="0" err="1" smtClean="0">
                <a:solidFill>
                  <a:srgbClr val="002060"/>
                </a:solidFill>
                <a:latin typeface="Cambria" pitchFamily="18" charset="0"/>
              </a:rPr>
              <a:t>zava</a:t>
            </a:r>
            <a:r>
              <a:rPr lang="fr-FR" sz="5000" dirty="0" smtClean="0">
                <a:solidFill>
                  <a:srgbClr val="002060"/>
                </a:solidFill>
                <a:latin typeface="Cambria" pitchFamily="18" charset="0"/>
              </a:rPr>
              <a:t>-</a:t>
            </a:r>
            <a:r>
              <a:rPr lang="fr-FR" sz="5000" dirty="0" err="1" smtClean="0">
                <a:solidFill>
                  <a:srgbClr val="002060"/>
                </a:solidFill>
                <a:latin typeface="Cambria" pitchFamily="18" charset="0"/>
              </a:rPr>
              <a:t>tsoa</a:t>
            </a:r>
            <a:r>
              <a:rPr lang="fr-FR" sz="5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000" dirty="0" err="1" smtClean="0">
                <a:solidFill>
                  <a:srgbClr val="002060"/>
                </a:solidFill>
                <a:latin typeface="Cambria" pitchFamily="18" charset="0"/>
              </a:rPr>
              <a:t>tokoa</a:t>
            </a:r>
            <a:endParaRPr lang="fr-FR" sz="5000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dirty="0" smtClean="0"/>
              <a:t>FIF 83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0" y="714356"/>
            <a:ext cx="9358282" cy="614364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5000" dirty="0" smtClean="0">
                <a:solidFill>
                  <a:srgbClr val="002060"/>
                </a:solidFill>
                <a:latin typeface="Cambria" pitchFamily="18" charset="0"/>
              </a:rPr>
              <a:t>5. </a:t>
            </a:r>
            <a:r>
              <a:rPr lang="fr-FR" sz="5000" dirty="0" err="1" smtClean="0">
                <a:solidFill>
                  <a:srgbClr val="002060"/>
                </a:solidFill>
                <a:latin typeface="Cambria" pitchFamily="18" charset="0"/>
              </a:rPr>
              <a:t>Ny.Baiboly</a:t>
            </a:r>
            <a:r>
              <a:rPr lang="fr-FR" sz="5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000" dirty="0" err="1" smtClean="0">
                <a:solidFill>
                  <a:srgbClr val="002060"/>
                </a:solidFill>
                <a:latin typeface="Cambria" pitchFamily="18" charset="0"/>
              </a:rPr>
              <a:t>re</a:t>
            </a:r>
            <a:r>
              <a:rPr lang="fr-FR" sz="5000" dirty="0" smtClean="0">
                <a:solidFill>
                  <a:srgbClr val="002060"/>
                </a:solidFill>
                <a:latin typeface="Cambria" pitchFamily="18" charset="0"/>
              </a:rPr>
              <a:t> dia </a:t>
            </a:r>
            <a:r>
              <a:rPr lang="fr-FR" sz="5000" dirty="0" err="1" smtClean="0">
                <a:solidFill>
                  <a:srgbClr val="002060"/>
                </a:solidFill>
                <a:latin typeface="Cambria" pitchFamily="18" charset="0"/>
              </a:rPr>
              <a:t>zava</a:t>
            </a:r>
            <a:r>
              <a:rPr lang="fr-FR" sz="5000" dirty="0" smtClean="0">
                <a:solidFill>
                  <a:srgbClr val="002060"/>
                </a:solidFill>
                <a:latin typeface="Cambria" pitchFamily="18" charset="0"/>
              </a:rPr>
              <a:t>-</a:t>
            </a:r>
            <a:r>
              <a:rPr lang="fr-FR" sz="5000" dirty="0" err="1" smtClean="0">
                <a:solidFill>
                  <a:srgbClr val="002060"/>
                </a:solidFill>
                <a:latin typeface="Cambria" pitchFamily="18" charset="0"/>
              </a:rPr>
              <a:t>tsoa</a:t>
            </a:r>
            <a:r>
              <a:rPr lang="fr-FR" sz="5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000" dirty="0" err="1" smtClean="0">
                <a:solidFill>
                  <a:srgbClr val="002060"/>
                </a:solidFill>
                <a:latin typeface="Cambria" pitchFamily="18" charset="0"/>
              </a:rPr>
              <a:t>tokoa</a:t>
            </a:r>
            <a:endParaRPr lang="fr-FR" sz="50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5000" dirty="0" smtClean="0">
                <a:solidFill>
                  <a:srgbClr val="002060"/>
                </a:solidFill>
                <a:latin typeface="Cambria" pitchFamily="18" charset="0"/>
              </a:rPr>
              <a:t>Fa </a:t>
            </a:r>
            <a:r>
              <a:rPr lang="fr-FR" sz="5000" dirty="0" err="1" smtClean="0">
                <a:solidFill>
                  <a:srgbClr val="002060"/>
                </a:solidFill>
                <a:latin typeface="Cambria" pitchFamily="18" charset="0"/>
              </a:rPr>
              <a:t>mampanantena</a:t>
            </a:r>
            <a:r>
              <a:rPr lang="fr-FR" sz="5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000" dirty="0" err="1" smtClean="0">
                <a:solidFill>
                  <a:srgbClr val="002060"/>
                </a:solidFill>
                <a:latin typeface="Cambria" pitchFamily="18" charset="0"/>
              </a:rPr>
              <a:t>anay</a:t>
            </a:r>
            <a:endParaRPr lang="fr-FR" sz="50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5000" dirty="0" err="1" smtClean="0">
                <a:solidFill>
                  <a:srgbClr val="002060"/>
                </a:solidFill>
                <a:latin typeface="Cambria" pitchFamily="18" charset="0"/>
              </a:rPr>
              <a:t>fiainana</a:t>
            </a:r>
            <a:r>
              <a:rPr lang="fr-FR" sz="5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000" dirty="0" err="1" smtClean="0">
                <a:solidFill>
                  <a:srgbClr val="002060"/>
                </a:solidFill>
                <a:latin typeface="Cambria" pitchFamily="18" charset="0"/>
              </a:rPr>
              <a:t>mandrakizay</a:t>
            </a:r>
            <a:endParaRPr lang="fr-FR" sz="50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5000" dirty="0" smtClean="0">
                <a:solidFill>
                  <a:srgbClr val="002060"/>
                </a:solidFill>
                <a:latin typeface="Cambria" pitchFamily="18" charset="0"/>
              </a:rPr>
              <a:t>Fa </a:t>
            </a:r>
            <a:r>
              <a:rPr lang="fr-FR" sz="5000" dirty="0" err="1" smtClean="0">
                <a:solidFill>
                  <a:srgbClr val="002060"/>
                </a:solidFill>
                <a:latin typeface="Cambria" pitchFamily="18" charset="0"/>
              </a:rPr>
              <a:t>hilaozanay</a:t>
            </a:r>
            <a:r>
              <a:rPr lang="fr-FR" sz="5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000" dirty="0" err="1" smtClean="0">
                <a:solidFill>
                  <a:srgbClr val="002060"/>
                </a:solidFill>
                <a:latin typeface="Cambria" pitchFamily="18" charset="0"/>
              </a:rPr>
              <a:t>ity</a:t>
            </a:r>
            <a:r>
              <a:rPr lang="fr-FR" sz="5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000" dirty="0" err="1" smtClean="0">
                <a:solidFill>
                  <a:srgbClr val="002060"/>
                </a:solidFill>
                <a:latin typeface="Cambria" pitchFamily="18" charset="0"/>
              </a:rPr>
              <a:t>tany</a:t>
            </a:r>
            <a:r>
              <a:rPr lang="fr-FR" sz="5000" dirty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000" dirty="0" err="1" smtClean="0">
                <a:solidFill>
                  <a:srgbClr val="002060"/>
                </a:solidFill>
                <a:latin typeface="Cambria" pitchFamily="18" charset="0"/>
              </a:rPr>
              <a:t>miova</a:t>
            </a:r>
            <a:r>
              <a:rPr lang="fr-FR" sz="5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000" dirty="0" err="1" smtClean="0">
                <a:solidFill>
                  <a:srgbClr val="002060"/>
                </a:solidFill>
                <a:latin typeface="Cambria" pitchFamily="18" charset="0"/>
              </a:rPr>
              <a:t>ity</a:t>
            </a:r>
            <a:r>
              <a:rPr lang="fr-FR" sz="5000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5000" dirty="0" smtClean="0">
                <a:solidFill>
                  <a:srgbClr val="002060"/>
                </a:solidFill>
                <a:latin typeface="Cambria" pitchFamily="18" charset="0"/>
              </a:rPr>
              <a:t>Fa </a:t>
            </a:r>
            <a:r>
              <a:rPr lang="fr-FR" sz="5000" dirty="0" err="1" smtClean="0">
                <a:solidFill>
                  <a:srgbClr val="002060"/>
                </a:solidFill>
                <a:latin typeface="Cambria" pitchFamily="18" charset="0"/>
              </a:rPr>
              <a:t>misy</a:t>
            </a:r>
            <a:r>
              <a:rPr lang="fr-FR" sz="5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000" dirty="0" err="1" smtClean="0">
                <a:solidFill>
                  <a:srgbClr val="002060"/>
                </a:solidFill>
                <a:latin typeface="Cambria" pitchFamily="18" charset="0"/>
              </a:rPr>
              <a:t>lanitra</a:t>
            </a:r>
            <a:r>
              <a:rPr lang="fr-FR" sz="5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000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fr-FR" sz="5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000" dirty="0" err="1" smtClean="0">
                <a:solidFill>
                  <a:srgbClr val="002060"/>
                </a:solidFill>
                <a:latin typeface="Cambria" pitchFamily="18" charset="0"/>
              </a:rPr>
              <a:t>mety</a:t>
            </a:r>
            <a:r>
              <a:rPr lang="fr-FR" sz="5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000" dirty="0" err="1" smtClean="0">
                <a:solidFill>
                  <a:srgbClr val="002060"/>
                </a:solidFill>
                <a:latin typeface="Cambria" pitchFamily="18" charset="0"/>
              </a:rPr>
              <a:t>miova</a:t>
            </a:r>
            <a:r>
              <a:rPr lang="fr-FR" sz="5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000" dirty="0" err="1" smtClean="0">
                <a:solidFill>
                  <a:srgbClr val="002060"/>
                </a:solidFill>
                <a:latin typeface="Cambria" pitchFamily="18" charset="0"/>
              </a:rPr>
              <a:t>ary</a:t>
            </a:r>
            <a:r>
              <a:rPr lang="fr-FR" sz="5000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  <a:endParaRPr lang="fr-FR" sz="5000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dirty="0" smtClean="0"/>
              <a:t>FIF 83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0" y="714356"/>
            <a:ext cx="9144000" cy="614364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tenin'ny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Baiboly</a:t>
            </a:r>
            <a:endParaRPr lang="fr-FR" sz="60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No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iankinan'ny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fiainanay</a:t>
            </a:r>
            <a:endParaRPr lang="fr-FR" sz="60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rahatrizay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  <a:endParaRPr lang="fr-FR" sz="6000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dirty="0" smtClean="0"/>
              <a:t>FIF 83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0" y="714356"/>
            <a:ext cx="9144000" cy="614364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50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5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000" dirty="0" err="1" smtClean="0">
                <a:solidFill>
                  <a:srgbClr val="002060"/>
                </a:solidFill>
                <a:latin typeface="Cambria" pitchFamily="18" charset="0"/>
              </a:rPr>
              <a:t>Baiboly</a:t>
            </a:r>
            <a:r>
              <a:rPr lang="fr-FR" sz="5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000" dirty="0" err="1" smtClean="0">
                <a:solidFill>
                  <a:srgbClr val="002060"/>
                </a:solidFill>
                <a:latin typeface="Cambria" pitchFamily="18" charset="0"/>
              </a:rPr>
              <a:t>re</a:t>
            </a:r>
            <a:r>
              <a:rPr lang="fr-FR" sz="5000" dirty="0" smtClean="0">
                <a:solidFill>
                  <a:srgbClr val="002060"/>
                </a:solidFill>
                <a:latin typeface="Cambria" pitchFamily="18" charset="0"/>
              </a:rPr>
              <a:t> dia </a:t>
            </a:r>
            <a:r>
              <a:rPr lang="fr-FR" sz="5000" dirty="0" err="1" smtClean="0">
                <a:solidFill>
                  <a:srgbClr val="002060"/>
                </a:solidFill>
                <a:latin typeface="Cambria" pitchFamily="18" charset="0"/>
              </a:rPr>
              <a:t>zava</a:t>
            </a:r>
            <a:r>
              <a:rPr lang="fr-FR" sz="5000" dirty="0" smtClean="0">
                <a:solidFill>
                  <a:srgbClr val="002060"/>
                </a:solidFill>
                <a:latin typeface="Cambria" pitchFamily="18" charset="0"/>
              </a:rPr>
              <a:t>-</a:t>
            </a:r>
            <a:r>
              <a:rPr lang="fr-FR" sz="5000" dirty="0" err="1" smtClean="0">
                <a:solidFill>
                  <a:srgbClr val="002060"/>
                </a:solidFill>
                <a:latin typeface="Cambria" pitchFamily="18" charset="0"/>
              </a:rPr>
              <a:t>tsoa</a:t>
            </a:r>
            <a:r>
              <a:rPr lang="fr-FR" sz="5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000" dirty="0" err="1" smtClean="0">
                <a:solidFill>
                  <a:srgbClr val="002060"/>
                </a:solidFill>
                <a:latin typeface="Cambria" pitchFamily="18" charset="0"/>
              </a:rPr>
              <a:t>tokoa</a:t>
            </a:r>
            <a:r>
              <a:rPr lang="fr-FR" sz="5000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5000" dirty="0" err="1" smtClean="0">
                <a:solidFill>
                  <a:srgbClr val="002060"/>
                </a:solidFill>
                <a:latin typeface="Cambria" pitchFamily="18" charset="0"/>
              </a:rPr>
              <a:t>Zava</a:t>
            </a:r>
            <a:r>
              <a:rPr lang="fr-FR" sz="5000" dirty="0" smtClean="0">
                <a:solidFill>
                  <a:srgbClr val="002060"/>
                </a:solidFill>
                <a:latin typeface="Cambria" pitchFamily="18" charset="0"/>
              </a:rPr>
              <a:t>-</a:t>
            </a:r>
            <a:r>
              <a:rPr lang="fr-FR" sz="5000" dirty="0" err="1" smtClean="0">
                <a:solidFill>
                  <a:srgbClr val="002060"/>
                </a:solidFill>
                <a:latin typeface="Cambria" pitchFamily="18" charset="0"/>
              </a:rPr>
              <a:t>maminay</a:t>
            </a:r>
            <a:r>
              <a:rPr lang="fr-FR" sz="5000" dirty="0" smtClean="0">
                <a:solidFill>
                  <a:srgbClr val="002060"/>
                </a:solidFill>
                <a:latin typeface="Cambria" pitchFamily="18" charset="0"/>
              </a:rPr>
              <a:t> fa </a:t>
            </a:r>
            <a:r>
              <a:rPr lang="fr-FR" sz="5000" dirty="0" err="1" smtClean="0">
                <a:solidFill>
                  <a:srgbClr val="002060"/>
                </a:solidFill>
                <a:latin typeface="Cambria" pitchFamily="18" charset="0"/>
              </a:rPr>
              <a:t>nahitanay</a:t>
            </a:r>
            <a:r>
              <a:rPr lang="fr-FR" sz="5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000" dirty="0" err="1" smtClean="0">
                <a:solidFill>
                  <a:srgbClr val="002060"/>
                </a:solidFill>
                <a:latin typeface="Cambria" pitchFamily="18" charset="0"/>
              </a:rPr>
              <a:t>soa</a:t>
            </a:r>
            <a:r>
              <a:rPr lang="fr-FR" sz="5000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5000" dirty="0" smtClean="0">
                <a:solidFill>
                  <a:srgbClr val="002060"/>
                </a:solidFill>
                <a:latin typeface="Cambria" pitchFamily="18" charset="0"/>
              </a:rPr>
              <a:t>Ka </a:t>
            </a:r>
            <a:r>
              <a:rPr lang="fr-FR" sz="5000" dirty="0" err="1" smtClean="0">
                <a:solidFill>
                  <a:srgbClr val="002060"/>
                </a:solidFill>
                <a:latin typeface="Cambria" pitchFamily="18" charset="0"/>
              </a:rPr>
              <a:t>derao</a:t>
            </a:r>
            <a:r>
              <a:rPr lang="fr-FR" sz="5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000" dirty="0" err="1" smtClean="0">
                <a:solidFill>
                  <a:srgbClr val="002060"/>
                </a:solidFill>
                <a:latin typeface="Cambria" pitchFamily="18" charset="0"/>
              </a:rPr>
              <a:t>ary</a:t>
            </a:r>
            <a:r>
              <a:rPr lang="fr-FR" sz="5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000" dirty="0" err="1" smtClean="0">
                <a:solidFill>
                  <a:srgbClr val="002060"/>
                </a:solidFill>
                <a:latin typeface="Cambria" pitchFamily="18" charset="0"/>
              </a:rPr>
              <a:t>sy</a:t>
            </a:r>
            <a:r>
              <a:rPr lang="fr-FR" sz="5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000" dirty="0" err="1" smtClean="0">
                <a:solidFill>
                  <a:srgbClr val="002060"/>
                </a:solidFill>
                <a:latin typeface="Cambria" pitchFamily="18" charset="0"/>
              </a:rPr>
              <a:t>ataovy</a:t>
            </a:r>
            <a:r>
              <a:rPr lang="fr-FR" sz="5000" dirty="0" smtClean="0">
                <a:solidFill>
                  <a:srgbClr val="002060"/>
                </a:solidFill>
                <a:latin typeface="Cambria" pitchFamily="18" charset="0"/>
              </a:rPr>
              <a:t> an-</a:t>
            </a:r>
            <a:r>
              <a:rPr lang="fr-FR" sz="5000" dirty="0" err="1" smtClean="0">
                <a:solidFill>
                  <a:srgbClr val="002060"/>
                </a:solidFill>
                <a:latin typeface="Cambria" pitchFamily="18" charset="0"/>
              </a:rPr>
              <a:t>kira</a:t>
            </a:r>
            <a:r>
              <a:rPr lang="fr-FR" sz="5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000" dirty="0" err="1" smtClean="0">
                <a:solidFill>
                  <a:srgbClr val="002060"/>
                </a:solidFill>
                <a:latin typeface="Cambria" pitchFamily="18" charset="0"/>
              </a:rPr>
              <a:t>hoe</a:t>
            </a:r>
            <a:r>
              <a:rPr lang="fr-FR" sz="5000" dirty="0" smtClean="0">
                <a:solidFill>
                  <a:srgbClr val="002060"/>
                </a:solidFill>
                <a:latin typeface="Cambria" pitchFamily="18" charset="0"/>
              </a:rPr>
              <a:t> :</a:t>
            </a:r>
          </a:p>
          <a:p>
            <a:pPr>
              <a:buNone/>
            </a:pPr>
            <a:r>
              <a:rPr lang="fr-FR" sz="50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5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000" dirty="0" err="1" smtClean="0">
                <a:solidFill>
                  <a:srgbClr val="002060"/>
                </a:solidFill>
                <a:latin typeface="Cambria" pitchFamily="18" charset="0"/>
              </a:rPr>
              <a:t>Baiboly</a:t>
            </a:r>
            <a:r>
              <a:rPr lang="fr-FR" sz="5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000" dirty="0" err="1" smtClean="0">
                <a:solidFill>
                  <a:srgbClr val="002060"/>
                </a:solidFill>
                <a:latin typeface="Cambria" pitchFamily="18" charset="0"/>
              </a:rPr>
              <a:t>re</a:t>
            </a:r>
            <a:r>
              <a:rPr lang="fr-FR" sz="5000" dirty="0" smtClean="0">
                <a:solidFill>
                  <a:srgbClr val="002060"/>
                </a:solidFill>
                <a:latin typeface="Cambria" pitchFamily="18" charset="0"/>
              </a:rPr>
              <a:t> dia </a:t>
            </a:r>
            <a:r>
              <a:rPr lang="fr-FR" sz="5000" dirty="0" err="1" smtClean="0">
                <a:solidFill>
                  <a:srgbClr val="002060"/>
                </a:solidFill>
                <a:latin typeface="Cambria" pitchFamily="18" charset="0"/>
              </a:rPr>
              <a:t>zava</a:t>
            </a:r>
            <a:r>
              <a:rPr lang="fr-FR" sz="5000" dirty="0" smtClean="0">
                <a:solidFill>
                  <a:srgbClr val="002060"/>
                </a:solidFill>
                <a:latin typeface="Cambria" pitchFamily="18" charset="0"/>
              </a:rPr>
              <a:t>-</a:t>
            </a:r>
            <a:r>
              <a:rPr lang="fr-FR" sz="5000" dirty="0" err="1" smtClean="0">
                <a:solidFill>
                  <a:srgbClr val="002060"/>
                </a:solidFill>
                <a:latin typeface="Cambria" pitchFamily="18" charset="0"/>
              </a:rPr>
              <a:t>tsoa</a:t>
            </a:r>
            <a:r>
              <a:rPr lang="fr-FR" sz="5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000" dirty="0" err="1" smtClean="0">
                <a:solidFill>
                  <a:srgbClr val="002060"/>
                </a:solidFill>
                <a:latin typeface="Cambria" pitchFamily="18" charset="0"/>
              </a:rPr>
              <a:t>tokoa</a:t>
            </a:r>
            <a:endParaRPr lang="fr-FR" sz="5000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347</Words>
  <Application>Microsoft Office PowerPoint</Application>
  <PresentationFormat>Affichage à l'écran (4:3)</PresentationFormat>
  <Paragraphs>71</Paragraphs>
  <Slides>15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16" baseType="lpstr">
      <vt:lpstr>Thème Office</vt:lpstr>
      <vt:lpstr>FIF 83</vt:lpstr>
      <vt:lpstr>FIF 83</vt:lpstr>
      <vt:lpstr>FIF 83</vt:lpstr>
      <vt:lpstr>FIF 83</vt:lpstr>
      <vt:lpstr>FIF 83</vt:lpstr>
      <vt:lpstr>FIF 83</vt:lpstr>
      <vt:lpstr>FIF 83</vt:lpstr>
      <vt:lpstr>FIF 83</vt:lpstr>
      <vt:lpstr>FIF 83</vt:lpstr>
      <vt:lpstr>FIF 83</vt:lpstr>
      <vt:lpstr>FIF 83</vt:lpstr>
      <vt:lpstr>FIF 83</vt:lpstr>
      <vt:lpstr>FIF 83</vt:lpstr>
      <vt:lpstr>FIF 83</vt:lpstr>
      <vt:lpstr>FIF 83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FIF 83</dc:title>
  <dc:creator>MIARINTSOA</dc:creator>
  <cp:lastModifiedBy>MIARINTSOA</cp:lastModifiedBy>
  <cp:revision>3</cp:revision>
  <dcterms:created xsi:type="dcterms:W3CDTF">2012-10-03T20:35:53Z</dcterms:created>
  <dcterms:modified xsi:type="dcterms:W3CDTF">2012-10-03T21:04:12Z</dcterms:modified>
</cp:coreProperties>
</file>