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69" r:id="rId5"/>
    <p:sldId id="265" r:id="rId6"/>
    <p:sldId id="270" r:id="rId7"/>
    <p:sldId id="266" r:id="rId8"/>
    <p:sldId id="271" r:id="rId9"/>
    <p:sldId id="264" r:id="rId10"/>
    <p:sldId id="272" r:id="rId11"/>
    <p:sldId id="267" r:id="rId12"/>
    <p:sldId id="273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13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42955-4925-4DFD-BFA8-7135E0D2614C}" type="datetimeFigureOut">
              <a:rPr lang="fr-FR" smtClean="0"/>
              <a:pPr/>
              <a:t>04/06/2023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AAA20-3EE1-41E6-BAEB-95371AD206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9144064" cy="6000768"/>
          </a:xfrm>
        </p:spPr>
        <p:txBody>
          <a:bodyPr>
            <a:noAutofit/>
          </a:bodyPr>
          <a:lstStyle/>
          <a:p>
            <a:pPr marL="914400" indent="-914400">
              <a:buAutoNum type="arabicPeriod"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antsonao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dehibe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92975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mandresy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lahatra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Font typeface="Arial" pitchFamily="34" charset="0"/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Mamolaka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mpandà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Font typeface="Arial" pitchFamily="34" charset="0"/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Manolo-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hampandre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nandre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antsonao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Manambitamby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mibebaka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feonao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mandresy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lahatra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Mananatra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mpandà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Manolo-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hampandre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nandre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antsonao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Manakan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dalana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mania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maharitra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Itiavanao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mibebaka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Manolo-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hampandre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nandre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138</Words>
  <Application>Microsoft Office PowerPoint</Application>
  <PresentationFormat>Affichage à l'écran (4:3)</PresentationFormat>
  <Paragraphs>37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Thème Office</vt:lpstr>
      <vt:lpstr>FIF 328</vt:lpstr>
      <vt:lpstr>FIF 328</vt:lpstr>
      <vt:lpstr>FIF 328</vt:lpstr>
      <vt:lpstr>FIF 328</vt:lpstr>
      <vt:lpstr>FIF 328</vt:lpstr>
      <vt:lpstr>FIF 328</vt:lpstr>
      <vt:lpstr>FIF 328</vt:lpstr>
      <vt:lpstr>FIF 328</vt:lpstr>
      <vt:lpstr>FIF 328</vt:lpstr>
      <vt:lpstr>FIF 328</vt:lpstr>
      <vt:lpstr>FIF 328</vt:lpstr>
      <vt:lpstr>FIF 328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328</dc:title>
  <dc:creator>MIARINTSOA</dc:creator>
  <cp:lastModifiedBy>ME</cp:lastModifiedBy>
  <cp:revision>5</cp:revision>
  <dcterms:created xsi:type="dcterms:W3CDTF">2012-10-06T14:34:46Z</dcterms:created>
  <dcterms:modified xsi:type="dcterms:W3CDTF">2023-06-04T04:57:02Z</dcterms:modified>
</cp:coreProperties>
</file>