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85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27/10/2012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/>
              <a:t>ALAO NY LEVITA KA DIOVY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715436" cy="5715040"/>
          </a:xfrm>
        </p:spPr>
        <p:txBody>
          <a:bodyPr>
            <a:noAutofit/>
          </a:bodyPr>
          <a:lstStyle/>
          <a:p>
            <a:pPr marL="914400" indent="-914400">
              <a:buAutoNum type="arabicPeriod"/>
            </a:pPr>
            <a:r>
              <a:rPr lang="fr-FR" sz="4800" b="1" dirty="0" err="1" smtClean="0">
                <a:solidFill>
                  <a:srgbClr val="002060"/>
                </a:solidFill>
              </a:rPr>
              <a:t>Miantso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anao</a:t>
            </a:r>
            <a:r>
              <a:rPr lang="fr-FR" sz="4800" b="1" dirty="0" smtClean="0">
                <a:solidFill>
                  <a:srgbClr val="002060"/>
                </a:solidFill>
              </a:rPr>
              <a:t> ny </a:t>
            </a:r>
            <a:r>
              <a:rPr lang="fr-FR" sz="4800" b="1" dirty="0" err="1" smtClean="0">
                <a:solidFill>
                  <a:srgbClr val="002060"/>
                </a:solidFill>
              </a:rPr>
              <a:t>Tompo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anio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manao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hoe</a:t>
            </a:r>
            <a:r>
              <a:rPr lang="fr-FR" sz="4800" b="1" dirty="0" smtClean="0">
                <a:solidFill>
                  <a:srgbClr val="002060"/>
                </a:solidFill>
              </a:rPr>
              <a:t>:</a:t>
            </a:r>
          </a:p>
          <a:p>
            <a:pPr marL="914400" indent="-914400">
              <a:buNone/>
            </a:pPr>
            <a:r>
              <a:rPr lang="fr-FR" sz="4800" b="1" dirty="0" err="1" smtClean="0">
                <a:solidFill>
                  <a:srgbClr val="002060"/>
                </a:solidFill>
              </a:rPr>
              <a:t>Alao</a:t>
            </a:r>
            <a:r>
              <a:rPr lang="fr-FR" sz="4800" b="1" dirty="0" smtClean="0">
                <a:solidFill>
                  <a:srgbClr val="002060"/>
                </a:solidFill>
              </a:rPr>
              <a:t> ny </a:t>
            </a:r>
            <a:r>
              <a:rPr lang="fr-FR" sz="4800" b="1" dirty="0" err="1" smtClean="0">
                <a:solidFill>
                  <a:srgbClr val="002060"/>
                </a:solidFill>
              </a:rPr>
              <a:t>levita</a:t>
            </a:r>
            <a:r>
              <a:rPr lang="fr-FR" sz="4800" b="1" dirty="0" smtClean="0">
                <a:solidFill>
                  <a:srgbClr val="002060"/>
                </a:solidFill>
              </a:rPr>
              <a:t> amin’ny </a:t>
            </a:r>
            <a:r>
              <a:rPr lang="fr-FR" sz="4800" b="1" dirty="0" err="1" smtClean="0">
                <a:solidFill>
                  <a:srgbClr val="002060"/>
                </a:solidFill>
              </a:rPr>
              <a:t>zanak’Israely</a:t>
            </a:r>
            <a:endParaRPr lang="fr-FR" sz="48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4800" b="1" dirty="0" smtClean="0">
                <a:solidFill>
                  <a:srgbClr val="002060"/>
                </a:solidFill>
              </a:rPr>
              <a:t>Ka </a:t>
            </a:r>
            <a:r>
              <a:rPr lang="fr-FR" sz="4800" b="1" dirty="0" err="1" smtClean="0">
                <a:solidFill>
                  <a:srgbClr val="002060"/>
                </a:solidFill>
              </a:rPr>
              <a:t>diovy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tsara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izy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hahavita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be</a:t>
            </a:r>
            <a:endParaRPr lang="fr-FR" sz="48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4800" b="1" dirty="0" smtClean="0">
                <a:solidFill>
                  <a:srgbClr val="002060"/>
                </a:solidFill>
              </a:rPr>
              <a:t>Dia </a:t>
            </a:r>
            <a:r>
              <a:rPr lang="fr-FR" sz="4800" b="1" dirty="0" err="1" smtClean="0">
                <a:solidFill>
                  <a:srgbClr val="002060"/>
                </a:solidFill>
              </a:rPr>
              <a:t>hanao</a:t>
            </a:r>
            <a:r>
              <a:rPr lang="fr-FR" sz="4800" b="1" dirty="0" smtClean="0">
                <a:solidFill>
                  <a:srgbClr val="002060"/>
                </a:solidFill>
              </a:rPr>
              <a:t> ny </a:t>
            </a:r>
            <a:r>
              <a:rPr lang="fr-FR" sz="4800" b="1" dirty="0" err="1" smtClean="0">
                <a:solidFill>
                  <a:srgbClr val="002060"/>
                </a:solidFill>
              </a:rPr>
              <a:t>asany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toy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ireo</a:t>
            </a:r>
            <a:r>
              <a:rPr lang="fr-FR" sz="4800" b="1" dirty="0" smtClean="0">
                <a:solidFill>
                  <a:srgbClr val="002060"/>
                </a:solidFill>
              </a:rPr>
              <a:t> </a:t>
            </a:r>
            <a:r>
              <a:rPr lang="fr-FR" sz="4800" b="1" dirty="0" err="1" smtClean="0">
                <a:solidFill>
                  <a:srgbClr val="002060"/>
                </a:solidFill>
              </a:rPr>
              <a:t>anjely</a:t>
            </a:r>
            <a:endParaRPr lang="fr-FR" sz="4800" b="1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71546"/>
          </a:xfrm>
        </p:spPr>
        <p:txBody>
          <a:bodyPr/>
          <a:lstStyle/>
          <a:p>
            <a:r>
              <a:rPr lang="fr-FR" dirty="0" smtClean="0"/>
              <a:t>ALAO NY LEVITA KA DIOVY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572140"/>
          </a:xfrm>
        </p:spPr>
        <p:txBody>
          <a:bodyPr>
            <a:normAutofit fontScale="92500"/>
          </a:bodyPr>
          <a:lstStyle/>
          <a:p>
            <a:pPr marL="914400" indent="-914400">
              <a:buNone/>
            </a:pPr>
            <a:r>
              <a:rPr lang="fr-FR" sz="5400" b="1" dirty="0" err="1" smtClean="0">
                <a:solidFill>
                  <a:srgbClr val="002060"/>
                </a:solidFill>
              </a:rPr>
              <a:t>Alao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ary</a:t>
            </a:r>
            <a:r>
              <a:rPr lang="fr-FR" sz="5400" b="1" dirty="0" smtClean="0">
                <a:solidFill>
                  <a:srgbClr val="002060"/>
                </a:solidFill>
              </a:rPr>
              <a:t> ny </a:t>
            </a:r>
            <a:r>
              <a:rPr lang="fr-FR" sz="5400" b="1" dirty="0" err="1" smtClean="0">
                <a:solidFill>
                  <a:srgbClr val="002060"/>
                </a:solidFill>
              </a:rPr>
              <a:t>levita</a:t>
            </a:r>
            <a:r>
              <a:rPr lang="fr-FR" sz="5400" b="1" dirty="0" smtClean="0">
                <a:solidFill>
                  <a:srgbClr val="002060"/>
                </a:solidFill>
              </a:rPr>
              <a:t> ka </a:t>
            </a:r>
            <a:r>
              <a:rPr lang="fr-FR" sz="5400" b="1" dirty="0" err="1" smtClean="0">
                <a:solidFill>
                  <a:srgbClr val="002060"/>
                </a:solidFill>
              </a:rPr>
              <a:t>diovy</a:t>
            </a:r>
            <a:endParaRPr lang="fr-FR" sz="54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5400" b="1" dirty="0" smtClean="0">
                <a:solidFill>
                  <a:srgbClr val="002060"/>
                </a:solidFill>
              </a:rPr>
              <a:t>‘Zay no </a:t>
            </a:r>
            <a:r>
              <a:rPr lang="fr-FR" sz="5400" b="1" dirty="0" err="1" smtClean="0">
                <a:solidFill>
                  <a:srgbClr val="002060"/>
                </a:solidFill>
              </a:rPr>
              <a:t>baiko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omen’ny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Tompo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anie</a:t>
            </a:r>
            <a:endParaRPr lang="fr-FR" sz="54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5400" b="1" dirty="0" smtClean="0">
                <a:solidFill>
                  <a:srgbClr val="002060"/>
                </a:solidFill>
              </a:rPr>
              <a:t>Fa </a:t>
            </a:r>
            <a:r>
              <a:rPr lang="fr-FR" sz="5400" b="1" dirty="0" err="1" smtClean="0">
                <a:solidFill>
                  <a:srgbClr val="002060"/>
                </a:solidFill>
              </a:rPr>
              <a:t>folo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taona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lasa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izay</a:t>
            </a:r>
            <a:r>
              <a:rPr lang="fr-FR" sz="5400" b="1" dirty="0" smtClean="0">
                <a:solidFill>
                  <a:srgbClr val="002060"/>
                </a:solidFill>
              </a:rPr>
              <a:t> ka </a:t>
            </a:r>
            <a:r>
              <a:rPr lang="fr-FR" sz="5400" b="1" dirty="0" err="1" smtClean="0">
                <a:solidFill>
                  <a:srgbClr val="002060"/>
                </a:solidFill>
              </a:rPr>
              <a:t>tsarovy</a:t>
            </a:r>
            <a:endParaRPr lang="fr-FR" sz="54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5400" b="1" dirty="0" smtClean="0">
                <a:solidFill>
                  <a:srgbClr val="002060"/>
                </a:solidFill>
              </a:rPr>
              <a:t>Ny </a:t>
            </a:r>
            <a:r>
              <a:rPr lang="fr-FR" sz="5400" b="1" dirty="0" err="1" smtClean="0">
                <a:solidFill>
                  <a:srgbClr val="002060"/>
                </a:solidFill>
              </a:rPr>
              <a:t>nanomezany</a:t>
            </a:r>
            <a:r>
              <a:rPr lang="fr-FR" sz="5400" b="1" dirty="0" smtClean="0">
                <a:solidFill>
                  <a:srgbClr val="002060"/>
                </a:solidFill>
              </a:rPr>
              <a:t> ny </a:t>
            </a:r>
            <a:r>
              <a:rPr lang="fr-FR" sz="5400" b="1" dirty="0" err="1" smtClean="0">
                <a:solidFill>
                  <a:srgbClr val="002060"/>
                </a:solidFill>
              </a:rPr>
              <a:t>toby</a:t>
            </a:r>
            <a:r>
              <a:rPr lang="fr-FR" sz="5400" b="1" dirty="0" smtClean="0">
                <a:solidFill>
                  <a:srgbClr val="002060"/>
                </a:solidFill>
              </a:rPr>
              <a:t> GETSEMANE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dirty="0" smtClean="0"/>
              <a:t>ALAO NY LEVITA KA DIOVY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285860"/>
            <a:ext cx="8686800" cy="5572140"/>
          </a:xfrm>
        </p:spPr>
        <p:txBody>
          <a:bodyPr>
            <a:normAutofit fontScale="92500"/>
          </a:bodyPr>
          <a:lstStyle/>
          <a:p>
            <a:pPr marL="914400" indent="-914400">
              <a:buNone/>
            </a:pPr>
            <a:r>
              <a:rPr lang="fr-FR" sz="5400" b="1" dirty="0" smtClean="0">
                <a:solidFill>
                  <a:srgbClr val="002060"/>
                </a:solidFill>
              </a:rPr>
              <a:t>2. </a:t>
            </a:r>
            <a:r>
              <a:rPr lang="fr-FR" sz="5400" b="1" dirty="0" err="1" smtClean="0">
                <a:solidFill>
                  <a:srgbClr val="002060"/>
                </a:solidFill>
              </a:rPr>
              <a:t>Fotoana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mety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izao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ry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fifohazana</a:t>
            </a:r>
            <a:endParaRPr lang="fr-FR" sz="54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5400" b="1" dirty="0" err="1" smtClean="0">
                <a:solidFill>
                  <a:srgbClr val="002060"/>
                </a:solidFill>
              </a:rPr>
              <a:t>Hanehoanao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ilay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fiantsoana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soa</a:t>
            </a:r>
            <a:endParaRPr lang="fr-FR" sz="54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5400" b="1" dirty="0" smtClean="0">
                <a:solidFill>
                  <a:srgbClr val="002060"/>
                </a:solidFill>
              </a:rPr>
              <a:t>Ka </a:t>
            </a:r>
            <a:r>
              <a:rPr lang="fr-FR" sz="5400" b="1" dirty="0" err="1" smtClean="0">
                <a:solidFill>
                  <a:srgbClr val="002060"/>
                </a:solidFill>
              </a:rPr>
              <a:t>tsy</a:t>
            </a:r>
            <a:r>
              <a:rPr lang="fr-FR" sz="5400" b="1" dirty="0" smtClean="0">
                <a:solidFill>
                  <a:srgbClr val="002060"/>
                </a:solidFill>
              </a:rPr>
              <a:t> ho </a:t>
            </a:r>
            <a:r>
              <a:rPr lang="fr-FR" sz="5400" b="1" dirty="0" err="1" smtClean="0">
                <a:solidFill>
                  <a:srgbClr val="002060"/>
                </a:solidFill>
              </a:rPr>
              <a:t>takona</a:t>
            </a:r>
            <a:r>
              <a:rPr lang="fr-FR" sz="5400" b="1" dirty="0" smtClean="0">
                <a:solidFill>
                  <a:srgbClr val="002060"/>
                </a:solidFill>
              </a:rPr>
              <a:t> fa </a:t>
            </a:r>
            <a:r>
              <a:rPr lang="fr-FR" sz="5400" b="1" dirty="0" err="1" smtClean="0">
                <a:solidFill>
                  <a:srgbClr val="002060"/>
                </a:solidFill>
              </a:rPr>
              <a:t>mba</a:t>
            </a:r>
            <a:r>
              <a:rPr lang="fr-FR" sz="5400" b="1" dirty="0" smtClean="0">
                <a:solidFill>
                  <a:srgbClr val="002060"/>
                </a:solidFill>
              </a:rPr>
              <a:t> ho </a:t>
            </a:r>
            <a:r>
              <a:rPr lang="fr-FR" sz="5400" b="1" dirty="0" err="1" smtClean="0">
                <a:solidFill>
                  <a:srgbClr val="002060"/>
                </a:solidFill>
              </a:rPr>
              <a:t>tazana</a:t>
            </a:r>
            <a:endParaRPr lang="fr-FR" sz="54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5400" b="1" dirty="0" smtClean="0">
                <a:solidFill>
                  <a:srgbClr val="002060"/>
                </a:solidFill>
              </a:rPr>
              <a:t>Ny </a:t>
            </a:r>
            <a:r>
              <a:rPr lang="fr-FR" sz="5400" b="1" dirty="0" err="1" smtClean="0">
                <a:solidFill>
                  <a:srgbClr val="002060"/>
                </a:solidFill>
              </a:rPr>
              <a:t>asanao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tsara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tsaroana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tokoa</a:t>
            </a:r>
            <a:endParaRPr lang="fr-FR" sz="5400" b="1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71472" y="0"/>
            <a:ext cx="8229600" cy="1143000"/>
          </a:xfrm>
        </p:spPr>
        <p:txBody>
          <a:bodyPr/>
          <a:lstStyle/>
          <a:p>
            <a:r>
              <a:rPr lang="fr-FR" dirty="0" smtClean="0"/>
              <a:t>ALAO NY LEVITA KA DIOVY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572140"/>
          </a:xfrm>
        </p:spPr>
        <p:txBody>
          <a:bodyPr>
            <a:normAutofit fontScale="92500"/>
          </a:bodyPr>
          <a:lstStyle/>
          <a:p>
            <a:pPr marL="914400" indent="-914400">
              <a:buNone/>
            </a:pPr>
            <a:r>
              <a:rPr lang="fr-FR" sz="5400" b="1" dirty="0" err="1" smtClean="0">
                <a:solidFill>
                  <a:srgbClr val="002060"/>
                </a:solidFill>
              </a:rPr>
              <a:t>Alao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ary</a:t>
            </a:r>
            <a:r>
              <a:rPr lang="fr-FR" sz="5400" b="1" dirty="0" smtClean="0">
                <a:solidFill>
                  <a:srgbClr val="002060"/>
                </a:solidFill>
              </a:rPr>
              <a:t> ny </a:t>
            </a:r>
            <a:r>
              <a:rPr lang="fr-FR" sz="5400" b="1" dirty="0" err="1" smtClean="0">
                <a:solidFill>
                  <a:srgbClr val="002060"/>
                </a:solidFill>
              </a:rPr>
              <a:t>levita</a:t>
            </a:r>
            <a:r>
              <a:rPr lang="fr-FR" sz="5400" b="1" dirty="0" smtClean="0">
                <a:solidFill>
                  <a:srgbClr val="002060"/>
                </a:solidFill>
              </a:rPr>
              <a:t> ka </a:t>
            </a:r>
            <a:r>
              <a:rPr lang="fr-FR" sz="5400" b="1" dirty="0" err="1" smtClean="0">
                <a:solidFill>
                  <a:srgbClr val="002060"/>
                </a:solidFill>
              </a:rPr>
              <a:t>diovy</a:t>
            </a:r>
            <a:endParaRPr lang="fr-FR" sz="54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5400" b="1" dirty="0" smtClean="0">
                <a:solidFill>
                  <a:srgbClr val="002060"/>
                </a:solidFill>
              </a:rPr>
              <a:t>‘Zay no </a:t>
            </a:r>
            <a:r>
              <a:rPr lang="fr-FR" sz="5400" b="1" dirty="0" err="1" smtClean="0">
                <a:solidFill>
                  <a:srgbClr val="002060"/>
                </a:solidFill>
              </a:rPr>
              <a:t>baiko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omen’ny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Tompo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anie</a:t>
            </a:r>
            <a:endParaRPr lang="fr-FR" sz="54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5400" b="1" dirty="0" smtClean="0">
                <a:solidFill>
                  <a:srgbClr val="002060"/>
                </a:solidFill>
              </a:rPr>
              <a:t>Fa </a:t>
            </a:r>
            <a:r>
              <a:rPr lang="fr-FR" sz="5400" b="1" dirty="0" err="1" smtClean="0">
                <a:solidFill>
                  <a:srgbClr val="002060"/>
                </a:solidFill>
              </a:rPr>
              <a:t>folo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taona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lasa</a:t>
            </a:r>
            <a:r>
              <a:rPr lang="fr-FR" sz="5400" b="1" dirty="0" smtClean="0">
                <a:solidFill>
                  <a:srgbClr val="002060"/>
                </a:solidFill>
              </a:rPr>
              <a:t> </a:t>
            </a:r>
            <a:r>
              <a:rPr lang="fr-FR" sz="5400" b="1" dirty="0" err="1" smtClean="0">
                <a:solidFill>
                  <a:srgbClr val="002060"/>
                </a:solidFill>
              </a:rPr>
              <a:t>izay</a:t>
            </a:r>
            <a:r>
              <a:rPr lang="fr-FR" sz="5400" b="1" dirty="0" smtClean="0">
                <a:solidFill>
                  <a:srgbClr val="002060"/>
                </a:solidFill>
              </a:rPr>
              <a:t> ka </a:t>
            </a:r>
            <a:r>
              <a:rPr lang="fr-FR" sz="5400" b="1" dirty="0" err="1" smtClean="0">
                <a:solidFill>
                  <a:srgbClr val="002060"/>
                </a:solidFill>
              </a:rPr>
              <a:t>tsarovy</a:t>
            </a:r>
            <a:endParaRPr lang="fr-FR" sz="5400" b="1" dirty="0" smtClean="0">
              <a:solidFill>
                <a:srgbClr val="002060"/>
              </a:solidFill>
            </a:endParaRPr>
          </a:p>
          <a:p>
            <a:pPr marL="914400" indent="-914400">
              <a:buNone/>
            </a:pPr>
            <a:r>
              <a:rPr lang="fr-FR" sz="5400" b="1" dirty="0" smtClean="0">
                <a:solidFill>
                  <a:srgbClr val="002060"/>
                </a:solidFill>
              </a:rPr>
              <a:t>Ny </a:t>
            </a:r>
            <a:r>
              <a:rPr lang="fr-FR" sz="5400" b="1" dirty="0" err="1" smtClean="0">
                <a:solidFill>
                  <a:srgbClr val="002060"/>
                </a:solidFill>
              </a:rPr>
              <a:t>nanomezany</a:t>
            </a:r>
            <a:r>
              <a:rPr lang="fr-FR" sz="5400" b="1" dirty="0" smtClean="0">
                <a:solidFill>
                  <a:srgbClr val="002060"/>
                </a:solidFill>
              </a:rPr>
              <a:t> ny </a:t>
            </a:r>
            <a:r>
              <a:rPr lang="fr-FR" sz="5400" b="1" dirty="0" err="1" smtClean="0">
                <a:solidFill>
                  <a:srgbClr val="002060"/>
                </a:solidFill>
              </a:rPr>
              <a:t>toby</a:t>
            </a:r>
            <a:r>
              <a:rPr lang="fr-FR" sz="5400" b="1" dirty="0" smtClean="0">
                <a:solidFill>
                  <a:srgbClr val="002060"/>
                </a:solidFill>
              </a:rPr>
              <a:t> GETSEMANE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120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ALAO NY LEVITA KA DIOVY</vt:lpstr>
      <vt:lpstr>ALAO NY LEVITA KA DIOVY</vt:lpstr>
      <vt:lpstr>ALAO NY LEVITA KA DIOVY</vt:lpstr>
      <vt:lpstr>ALAO NY LEVITA KA DIOVY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ALAO NY LEVITA KA DIOVY</dc:title>
  <dc:creator>M</dc:creator>
  <cp:lastModifiedBy>M</cp:lastModifiedBy>
  <cp:revision>27</cp:revision>
  <dcterms:created xsi:type="dcterms:W3CDTF">2012-10-26T16:00:53Z</dcterms:created>
  <dcterms:modified xsi:type="dcterms:W3CDTF">2012-10-27T10:31:57Z</dcterms:modified>
</cp:coreProperties>
</file>