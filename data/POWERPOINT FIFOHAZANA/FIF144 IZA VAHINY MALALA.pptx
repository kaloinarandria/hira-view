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67" r:id="rId5"/>
    <p:sldId id="266" r:id="rId6"/>
    <p:sldId id="269" r:id="rId7"/>
    <p:sldId id="265" r:id="rId8"/>
    <p:sldId id="264" r:id="rId9"/>
    <p:sldId id="270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499" autoAdjust="0"/>
    <p:restoredTop sz="94660"/>
  </p:normalViewPr>
  <p:slideViewPr>
    <p:cSldViewPr>
      <p:cViewPr varScale="1">
        <p:scale>
          <a:sx n="56" d="100"/>
          <a:sy n="56" d="100"/>
        </p:scale>
        <p:origin x="-1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D53D-1BB1-4BD9-9858-83E28DD33F27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0BF15-8F23-4E11-9994-2237886EB0B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571480"/>
            <a:ext cx="8715404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>
                <a:solidFill>
                  <a:srgbClr val="002060"/>
                </a:solidFill>
                <a:latin typeface="Cambria" pitchFamily="18" charset="0"/>
              </a:rPr>
              <a:t>I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vahiny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anaranareo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sitrako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hianareo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? 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Kanefa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nandray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indrafo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diso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nanota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loza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nanjo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Vahiny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tompon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tanàna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endParaRPr lang="fr-FR" sz="61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Ampoizo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sakaiza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endParaRPr lang="fr-FR" sz="61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1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61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572560" cy="521497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Aiza,vahiny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làlan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kalehanareo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sarotra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ala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hodiavinareo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?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642918"/>
            <a:ext cx="8572528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Hamaky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ala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ony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efitra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làlanay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Kanàna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Hiakatra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71472" y="642918"/>
            <a:ext cx="8572528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Vahiny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tompon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tanàna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Ampoizo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sakaiza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vahiny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malala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Hanoro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làlanareo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rehefa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mby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hovantaninareo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?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Tarihin'i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dianay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Rainay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Miandry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hampiditra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144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21508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Vahiny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tompon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tanàna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Ampoizo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sakaiza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179</Words>
  <Application>Microsoft Office PowerPoint</Application>
  <PresentationFormat>Affichage à l'écran (4:3)</PresentationFormat>
  <Paragraphs>46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FIF 144</vt:lpstr>
      <vt:lpstr>FIF 144</vt:lpstr>
      <vt:lpstr>FIF 144</vt:lpstr>
      <vt:lpstr>FIF 144</vt:lpstr>
      <vt:lpstr>FIF 144</vt:lpstr>
      <vt:lpstr>FIF 144</vt:lpstr>
      <vt:lpstr>FIF 144</vt:lpstr>
      <vt:lpstr>FIF 144</vt:lpstr>
      <vt:lpstr>FIF 144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144</dc:title>
  <dc:creator>MIARINTSOA</dc:creator>
  <cp:lastModifiedBy>M</cp:lastModifiedBy>
  <cp:revision>4</cp:revision>
  <dcterms:created xsi:type="dcterms:W3CDTF">2012-10-05T20:34:24Z</dcterms:created>
  <dcterms:modified xsi:type="dcterms:W3CDTF">2014-11-19T11:07:19Z</dcterms:modified>
</cp:coreProperties>
</file>