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182" autoAdjust="0"/>
    <p:restoredTop sz="92857" autoAdjust="0"/>
  </p:normalViewPr>
  <p:slideViewPr>
    <p:cSldViewPr>
      <p:cViewPr varScale="1">
        <p:scale>
          <a:sx n="61" d="100"/>
          <a:sy n="61" d="100"/>
        </p:scale>
        <p:origin x="-7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C6B7B-F1AC-4343-B0CF-91E511DEF369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714355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 "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Tsaroanay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famindramponao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Miaro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Miaro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mitahy'Hianao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hisaorana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500041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357166"/>
            <a:ext cx="8929718" cy="6500834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ainay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tenanay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hatrizay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fa-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mindramponao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Famindramponao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500041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357166"/>
            <a:ext cx="8929718" cy="6500834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mpanom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ponao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midera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Anao'zahay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'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:" -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500041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357166"/>
            <a:ext cx="8929718" cy="6500834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 "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Voninahitra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ô !</a:t>
            </a:r>
          </a:p>
          <a:p>
            <a:pPr algn="l"/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Dera,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"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500041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357166"/>
            <a:ext cx="8929718" cy="6500834"/>
          </a:xfrm>
        </p:spPr>
        <p:txBody>
          <a:bodyPr>
            <a:noAutofit/>
          </a:bodyPr>
          <a:lstStyle/>
          <a:p>
            <a:pPr algn="l"/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 "Haleloia ! Haleloia !</a:t>
            </a:r>
          </a:p>
          <a:p>
            <a:pPr algn="l"/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mandrakizay doria,</a:t>
            </a:r>
          </a:p>
          <a:p>
            <a:pPr algn="l"/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Doria, Amena" -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106</Words>
  <Application>Microsoft Office PowerPoint</Application>
  <PresentationFormat>Affichage à l'écran (4:3)</PresentationFormat>
  <Paragraphs>28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FIF 4</vt:lpstr>
      <vt:lpstr>FIF 4</vt:lpstr>
      <vt:lpstr>FIF 4</vt:lpstr>
      <vt:lpstr>FIF 4</vt:lpstr>
      <vt:lpstr>FIF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10</dc:title>
  <dc:creator>MIARINTSOA</dc:creator>
  <cp:lastModifiedBy>M</cp:lastModifiedBy>
  <cp:revision>4</cp:revision>
  <dcterms:created xsi:type="dcterms:W3CDTF">2012-10-03T19:26:45Z</dcterms:created>
  <dcterms:modified xsi:type="dcterms:W3CDTF">2013-05-16T18:49:22Z</dcterms:modified>
</cp:coreProperties>
</file>