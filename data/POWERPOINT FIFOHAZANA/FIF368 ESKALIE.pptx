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66" r:id="rId3"/>
    <p:sldId id="267" r:id="rId4"/>
    <p:sldId id="268" r:id="rId5"/>
    <p:sldId id="269" r:id="rId6"/>
    <p:sldId id="270" r:id="rId7"/>
    <p:sldId id="271" r:id="rId8"/>
    <p:sldId id="272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03694-8245-4E8B-A6F3-C275F480E92A}" type="datetimeFigureOut">
              <a:rPr lang="fr-FR" smtClean="0"/>
              <a:t>14/11/2018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60A99-FB40-470D-9B5F-B2C095436A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173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2724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6351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2442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7215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9540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159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1079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067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886BE-A26E-4AAF-8A66-B3EABFBFAF07}" type="datetimeFigureOut">
              <a:rPr lang="fr-FR" smtClean="0"/>
              <a:pPr/>
              <a:t>14/11/2018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600" dirty="0">
                <a:latin typeface="Cambria" pitchFamily="18" charset="0"/>
              </a:rPr>
              <a:t>1-Sarotra </a:t>
            </a:r>
            <a:r>
              <a:rPr lang="fr-FR" sz="6600" dirty="0" err="1">
                <a:latin typeface="Cambria" pitchFamily="18" charset="0"/>
              </a:rPr>
              <a:t>ny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làlagna</a:t>
            </a:r>
            <a:endParaRPr lang="fr-FR" sz="66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err="1">
                <a:latin typeface="Cambria" pitchFamily="18" charset="0"/>
              </a:rPr>
              <a:t>Miakatra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agny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andagnitra</a:t>
            </a:r>
            <a:r>
              <a:rPr lang="fr-FR" sz="6600" dirty="0">
                <a:latin typeface="Cambria" pitchFamily="18" charset="0"/>
              </a:rPr>
              <a:t> </a:t>
            </a:r>
          </a:p>
          <a:p>
            <a:pPr marL="914400" indent="-914400">
              <a:buNone/>
            </a:pPr>
            <a:r>
              <a:rPr lang="fr-FR" sz="6600" dirty="0">
                <a:latin typeface="Cambria" pitchFamily="18" charset="0"/>
              </a:rPr>
              <a:t>Tena </a:t>
            </a:r>
            <a:r>
              <a:rPr lang="fr-FR" sz="6600" dirty="0" err="1">
                <a:latin typeface="Cambria" pitchFamily="18" charset="0"/>
              </a:rPr>
              <a:t>marigny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zaigny</a:t>
            </a:r>
            <a:r>
              <a:rPr lang="fr-FR" sz="6600" dirty="0">
                <a:latin typeface="Cambria" pitchFamily="18" charset="0"/>
              </a:rPr>
              <a:t> e</a:t>
            </a:r>
          </a:p>
          <a:p>
            <a:pPr marL="914400" indent="-914400">
              <a:buNone/>
            </a:pPr>
            <a:r>
              <a:rPr lang="fr-FR" sz="6600" dirty="0" err="1">
                <a:latin typeface="Cambria" pitchFamily="18" charset="0"/>
              </a:rPr>
              <a:t>Tsisy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eskalie</a:t>
            </a:r>
            <a:endParaRPr lang="fr-FR" sz="66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368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Aiza</a:t>
            </a:r>
            <a:r>
              <a:rPr lang="fr-FR" sz="6000" dirty="0">
                <a:latin typeface="Cambria" pitchFamily="18" charset="0"/>
              </a:rPr>
              <a:t> ho </a:t>
            </a:r>
            <a:r>
              <a:rPr lang="fr-FR" sz="6000" dirty="0" err="1">
                <a:latin typeface="Cambria" pitchFamily="18" charset="0"/>
              </a:rPr>
              <a:t>aiza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eskalie</a:t>
            </a:r>
            <a:r>
              <a:rPr lang="fr-FR" sz="6000" dirty="0">
                <a:latin typeface="Cambria" pitchFamily="18" charset="0"/>
              </a:rPr>
              <a:t> (</a:t>
            </a:r>
            <a:r>
              <a:rPr lang="fr-FR" sz="6000" dirty="0" err="1">
                <a:latin typeface="Cambria" pitchFamily="18" charset="0"/>
              </a:rPr>
              <a:t>Beso</a:t>
            </a:r>
            <a:r>
              <a:rPr lang="fr-FR" sz="6000" dirty="0">
                <a:latin typeface="Cambria" pitchFamily="18" charset="0"/>
              </a:rPr>
              <a:t>)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finoanay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iakaranay</a:t>
            </a:r>
            <a:r>
              <a:rPr lang="fr-FR" sz="6000" dirty="0">
                <a:latin typeface="Cambria" pitchFamily="18" charset="0"/>
              </a:rPr>
              <a:t> (x2)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Any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andanitra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a!a!a</a:t>
            </a:r>
            <a:r>
              <a:rPr lang="fr-FR" sz="6000" dirty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368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891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600" dirty="0">
                <a:latin typeface="Cambria" pitchFamily="18" charset="0"/>
              </a:rPr>
              <a:t>2-Lavitra </a:t>
            </a:r>
            <a:r>
              <a:rPr lang="fr-FR" sz="6600" dirty="0" err="1">
                <a:latin typeface="Cambria" pitchFamily="18" charset="0"/>
              </a:rPr>
              <a:t>ny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elanelan-tany</a:t>
            </a:r>
            <a:endParaRPr lang="fr-FR" sz="66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err="1">
                <a:latin typeface="Cambria" pitchFamily="18" charset="0"/>
              </a:rPr>
              <a:t>Sy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ny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lanitra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tegna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marigny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zaigny</a:t>
            </a:r>
            <a:r>
              <a:rPr lang="fr-FR" sz="6600" dirty="0">
                <a:latin typeface="Cambria" pitchFamily="18" charset="0"/>
              </a:rPr>
              <a:t> e</a:t>
            </a:r>
          </a:p>
          <a:p>
            <a:pPr marL="914400" indent="-914400">
              <a:buNone/>
            </a:pPr>
            <a:r>
              <a:rPr lang="fr-FR" sz="6600" dirty="0" err="1">
                <a:latin typeface="Cambria" pitchFamily="18" charset="0"/>
              </a:rPr>
              <a:t>Tsisy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eskalie</a:t>
            </a:r>
            <a:endParaRPr lang="fr-FR" sz="66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368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47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Aiza</a:t>
            </a:r>
            <a:r>
              <a:rPr lang="fr-FR" sz="6000" dirty="0">
                <a:latin typeface="Cambria" pitchFamily="18" charset="0"/>
              </a:rPr>
              <a:t> ho </a:t>
            </a:r>
            <a:r>
              <a:rPr lang="fr-FR" sz="6000" dirty="0" err="1">
                <a:latin typeface="Cambria" pitchFamily="18" charset="0"/>
              </a:rPr>
              <a:t>aiza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eskalie</a:t>
            </a:r>
            <a:r>
              <a:rPr lang="fr-FR" sz="6000" dirty="0">
                <a:latin typeface="Cambria" pitchFamily="18" charset="0"/>
              </a:rPr>
              <a:t> (</a:t>
            </a:r>
            <a:r>
              <a:rPr lang="fr-FR" sz="6000" dirty="0" err="1">
                <a:latin typeface="Cambria" pitchFamily="18" charset="0"/>
              </a:rPr>
              <a:t>Beso</a:t>
            </a:r>
            <a:r>
              <a:rPr lang="fr-FR" sz="6000" dirty="0">
                <a:latin typeface="Cambria" pitchFamily="18" charset="0"/>
              </a:rPr>
              <a:t>)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finoanay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iakaranay</a:t>
            </a:r>
            <a:r>
              <a:rPr lang="fr-FR" sz="6000" dirty="0">
                <a:latin typeface="Cambria" pitchFamily="18" charset="0"/>
              </a:rPr>
              <a:t> (x2)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Any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andanitra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a!a!a</a:t>
            </a:r>
            <a:r>
              <a:rPr lang="fr-FR" sz="6000" dirty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368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115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600" dirty="0">
                <a:latin typeface="Cambria" pitchFamily="18" charset="0"/>
              </a:rPr>
              <a:t>3-Mba </a:t>
            </a:r>
            <a:r>
              <a:rPr lang="fr-FR" sz="6600" dirty="0" err="1">
                <a:latin typeface="Cambria" pitchFamily="18" charset="0"/>
              </a:rPr>
              <a:t>diniho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sy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eritrereto</a:t>
            </a:r>
            <a:endParaRPr lang="fr-FR" sz="66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err="1">
                <a:latin typeface="Cambria" pitchFamily="18" charset="0"/>
              </a:rPr>
              <a:t>Niakaran'ny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Tompo</a:t>
            </a:r>
            <a:endParaRPr lang="fr-FR" sz="66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err="1">
                <a:latin typeface="Cambria" pitchFamily="18" charset="0"/>
              </a:rPr>
              <a:t>Andagnitry</a:t>
            </a:r>
            <a:r>
              <a:rPr lang="fr-FR" sz="6600" dirty="0">
                <a:latin typeface="Cambria" pitchFamily="18" charset="0"/>
              </a:rPr>
              <a:t> e</a:t>
            </a:r>
          </a:p>
          <a:p>
            <a:pPr marL="914400" indent="-914400">
              <a:buNone/>
            </a:pPr>
            <a:r>
              <a:rPr lang="fr-FR" sz="6600" dirty="0" err="1">
                <a:latin typeface="Cambria" pitchFamily="18" charset="0"/>
              </a:rPr>
              <a:t>Tsisy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eskalie</a:t>
            </a:r>
            <a:endParaRPr lang="fr-FR" sz="66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368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350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Aiza</a:t>
            </a:r>
            <a:r>
              <a:rPr lang="fr-FR" sz="6000" dirty="0">
                <a:latin typeface="Cambria" pitchFamily="18" charset="0"/>
              </a:rPr>
              <a:t> ho </a:t>
            </a:r>
            <a:r>
              <a:rPr lang="fr-FR" sz="6000" dirty="0" err="1">
                <a:latin typeface="Cambria" pitchFamily="18" charset="0"/>
              </a:rPr>
              <a:t>aiza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eskalie</a:t>
            </a:r>
            <a:r>
              <a:rPr lang="fr-FR" sz="6000" dirty="0">
                <a:latin typeface="Cambria" pitchFamily="18" charset="0"/>
              </a:rPr>
              <a:t> (</a:t>
            </a:r>
            <a:r>
              <a:rPr lang="fr-FR" sz="6000" dirty="0" err="1">
                <a:latin typeface="Cambria" pitchFamily="18" charset="0"/>
              </a:rPr>
              <a:t>Beso</a:t>
            </a:r>
            <a:r>
              <a:rPr lang="fr-FR" sz="6000" dirty="0">
                <a:latin typeface="Cambria" pitchFamily="18" charset="0"/>
              </a:rPr>
              <a:t>)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finoanay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iakaranay</a:t>
            </a:r>
            <a:r>
              <a:rPr lang="fr-FR" sz="6000" dirty="0">
                <a:latin typeface="Cambria" pitchFamily="18" charset="0"/>
              </a:rPr>
              <a:t> (x2)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Any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andanitra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a!a!a</a:t>
            </a:r>
            <a:r>
              <a:rPr lang="fr-FR" sz="6000" dirty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368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671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600" dirty="0">
                <a:latin typeface="Cambria" pitchFamily="18" charset="0"/>
              </a:rPr>
              <a:t>4-Jeso </a:t>
            </a:r>
            <a:r>
              <a:rPr lang="fr-FR" sz="6600" dirty="0" err="1">
                <a:latin typeface="Cambria" pitchFamily="18" charset="0"/>
              </a:rPr>
              <a:t>Tompo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raha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niakatra</a:t>
            </a:r>
            <a:endParaRPr lang="fr-FR" sz="66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600" dirty="0" err="1">
                <a:latin typeface="Cambria" pitchFamily="18" charset="0"/>
              </a:rPr>
              <a:t>Agny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andagnitra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tegna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marigny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zaigny</a:t>
            </a:r>
            <a:r>
              <a:rPr lang="fr-FR" sz="6600" dirty="0">
                <a:latin typeface="Cambria" pitchFamily="18" charset="0"/>
              </a:rPr>
              <a:t> e</a:t>
            </a:r>
          </a:p>
          <a:p>
            <a:pPr marL="914400" indent="-914400">
              <a:buNone/>
            </a:pPr>
            <a:r>
              <a:rPr lang="fr-FR" sz="6600" dirty="0" err="1">
                <a:latin typeface="Cambria" pitchFamily="18" charset="0"/>
              </a:rPr>
              <a:t>Tsisy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eskalie</a:t>
            </a:r>
            <a:endParaRPr lang="fr-FR" sz="66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368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95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Aiza</a:t>
            </a:r>
            <a:r>
              <a:rPr lang="fr-FR" sz="6000" dirty="0">
                <a:latin typeface="Cambria" pitchFamily="18" charset="0"/>
              </a:rPr>
              <a:t> ho </a:t>
            </a:r>
            <a:r>
              <a:rPr lang="fr-FR" sz="6000" dirty="0" err="1">
                <a:latin typeface="Cambria" pitchFamily="18" charset="0"/>
              </a:rPr>
              <a:t>aiza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eskalie</a:t>
            </a:r>
            <a:r>
              <a:rPr lang="fr-FR" sz="6000" dirty="0">
                <a:latin typeface="Cambria" pitchFamily="18" charset="0"/>
              </a:rPr>
              <a:t> (</a:t>
            </a:r>
            <a:r>
              <a:rPr lang="fr-FR" sz="6000" dirty="0" err="1">
                <a:latin typeface="Cambria" pitchFamily="18" charset="0"/>
              </a:rPr>
              <a:t>Beso</a:t>
            </a:r>
            <a:r>
              <a:rPr lang="fr-FR" sz="6000" dirty="0">
                <a:latin typeface="Cambria" pitchFamily="18" charset="0"/>
              </a:rPr>
              <a:t>)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finoanay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iakaranay</a:t>
            </a:r>
            <a:r>
              <a:rPr lang="fr-FR" sz="6000" dirty="0">
                <a:latin typeface="Cambria" pitchFamily="18" charset="0"/>
              </a:rPr>
              <a:t> (x2)</a:t>
            </a: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Any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andanitra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a!a!a</a:t>
            </a:r>
            <a:r>
              <a:rPr lang="fr-FR" sz="6000" dirty="0">
                <a:latin typeface="Cambria" pitchFamily="18" charset="0"/>
              </a:rPr>
              <a:t>!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368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85655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142</Words>
  <Application>Microsoft Office PowerPoint</Application>
  <PresentationFormat>Affichage à l'écran (4:3)</PresentationFormat>
  <Paragraphs>42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Thème Office</vt:lpstr>
      <vt:lpstr>FIF 368</vt:lpstr>
      <vt:lpstr>FIF 368</vt:lpstr>
      <vt:lpstr>FIF 368</vt:lpstr>
      <vt:lpstr>FIF 368</vt:lpstr>
      <vt:lpstr>FIF 368</vt:lpstr>
      <vt:lpstr>FIF 368</vt:lpstr>
      <vt:lpstr>FIF 368</vt:lpstr>
      <vt:lpstr>FIF 368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355</dc:title>
  <dc:creator>M</dc:creator>
  <cp:lastModifiedBy>drakspro</cp:lastModifiedBy>
  <cp:revision>18</cp:revision>
  <dcterms:created xsi:type="dcterms:W3CDTF">2012-10-09T20:34:16Z</dcterms:created>
  <dcterms:modified xsi:type="dcterms:W3CDTF">2018-11-14T16:13:12Z</dcterms:modified>
</cp:coreProperties>
</file>