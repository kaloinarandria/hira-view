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730" r:id="rId2"/>
    <p:sldId id="731" r:id="rId3"/>
    <p:sldId id="732" r:id="rId4"/>
    <p:sldId id="733" r:id="rId5"/>
    <p:sldId id="734" r:id="rId6"/>
    <p:sldId id="735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5676"/>
    <a:srgbClr val="DF2F21"/>
    <a:srgbClr val="FF99FF"/>
    <a:srgbClr val="FF0000"/>
    <a:srgbClr val="FF0066"/>
    <a:srgbClr val="FFCC00"/>
    <a:srgbClr val="FF3399"/>
    <a:srgbClr val="699769"/>
    <a:srgbClr val="555931"/>
    <a:srgbClr val="D6E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08" autoAdjust="0"/>
    <p:restoredTop sz="94660"/>
  </p:normalViewPr>
  <p:slideViewPr>
    <p:cSldViewPr>
      <p:cViewPr varScale="1">
        <p:scale>
          <a:sx n="48" d="100"/>
          <a:sy n="48" d="100"/>
        </p:scale>
        <p:origin x="-102" y="-3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DFAD9-7128-491B-9F1F-59195DE4829F}" type="datetimeFigureOut">
              <a:rPr lang="fr-FR" smtClean="0"/>
              <a:t>31/03/2013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1142-CB40-4B39-95FC-2DE552AB7F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70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31/03/2013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00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31/03/2013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86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31/03/2013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447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31/03/2013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051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31/03/2013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345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31/03/2013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15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31/03/2013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26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31/03/2013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8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31/03/2013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9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31/03/2013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5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31/03/2013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00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31/03/2013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371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99392"/>
            <a:ext cx="91440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Andriamanitra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, </a:t>
            </a:r>
            <a:endParaRPr lang="fr-FR" sz="5000" b="1" spc="300" dirty="0" smtClean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Fitiavana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Ianao</a:t>
            </a:r>
            <a:endParaRPr lang="fr-FR" sz="5000" b="1" spc="300" dirty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Ka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mihevitra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endParaRPr lang="fr-FR" sz="5000" b="1" spc="300" dirty="0" smtClean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momba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anay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ety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Franklin Gothic Medium" pitchFamily="34" charset="0"/>
              </a:rPr>
              <a:t>Raha</a:t>
            </a:r>
            <a:r>
              <a:rPr lang="fr-FR" sz="5000" b="1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Franklin Gothic Medium" pitchFamily="34" charset="0"/>
              </a:rPr>
              <a:t>mifoha</a:t>
            </a:r>
            <a:r>
              <a:rPr lang="fr-FR" sz="5000" b="1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Franklin Gothic Medium" pitchFamily="34" charset="0"/>
              </a:rPr>
              <a:t>maraina</a:t>
            </a:r>
            <a:r>
              <a:rPr lang="fr-FR" sz="5000" b="1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Franklin Gothic Medium" pitchFamily="34" charset="0"/>
              </a:rPr>
              <a:t>izahay</a:t>
            </a:r>
            <a:endParaRPr lang="fr-FR" sz="5000" b="1" dirty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Dia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tsy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afaka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am-bavanay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endParaRPr lang="fr-FR" sz="5000" b="1" spc="300" dirty="0" smtClean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hoe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Ampy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ho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anay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Fahasoavanao</a:t>
            </a:r>
            <a:endParaRPr lang="fr-FR" sz="5000" b="1" spc="300" dirty="0">
              <a:solidFill>
                <a:prstClr val="black"/>
              </a:solidFill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37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000">
        <p:wipe dir="d"/>
      </p:transition>
    </mc:Choice>
    <mc:Fallback xmlns="">
      <p:transition spd="slow">
        <p:wipe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32823" y="188640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Raha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maraina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mibaliaka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andronay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ety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Ianao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no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masoandro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niaviany</a:t>
            </a:r>
            <a:endParaRPr lang="fr-FR" sz="5000" b="1" spc="300" dirty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Raha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alin'ny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ririnina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endParaRPr lang="fr-FR" sz="5000" b="1" spc="300" dirty="0" smtClean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handalo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ety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Ianao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no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kintana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endParaRPr lang="fr-FR" sz="5000" b="1" spc="300" dirty="0" smtClean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hitantana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dia</a:t>
            </a:r>
            <a:endParaRPr lang="fr-FR" sz="5000" b="1" spc="300" dirty="0">
              <a:solidFill>
                <a:prstClr val="black"/>
              </a:solidFill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7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99392"/>
            <a:ext cx="9144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Ka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vavaka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atao</a:t>
            </a:r>
            <a:endParaRPr lang="fr-FR" sz="5000" b="1" spc="300" dirty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Izay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mipololotra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endParaRPr lang="fr-FR" sz="5000" b="1" spc="300" dirty="0" smtClean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am-ponay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ao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hoe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: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lzahay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anie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hatoky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Anao</a:t>
            </a:r>
            <a:endParaRPr lang="fr-FR" sz="5000" b="1" spc="300" dirty="0">
              <a:solidFill>
                <a:prstClr val="black"/>
              </a:solidFill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984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9325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Andriamanitra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, </a:t>
            </a:r>
            <a:endParaRPr lang="fr-FR" sz="5000" b="1" spc="300" dirty="0" smtClean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Fitiavana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lanao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Ka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mitantana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dianay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ety</a:t>
            </a:r>
            <a:endParaRPr lang="fr-FR" sz="5000" b="1" spc="300" dirty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Raha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mandimby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andro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endParaRPr lang="fr-FR" sz="5000" b="1" spc="300" dirty="0" smtClean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alina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Mbola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tokana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endParaRPr lang="fr-FR" sz="5000" b="1" spc="300" dirty="0" smtClean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smtClean="0">
                <a:solidFill>
                  <a:prstClr val="black"/>
                </a:solidFill>
                <a:latin typeface="Franklin Gothic Medium" pitchFamily="34" charset="0"/>
              </a:rPr>
              <a:t>deranay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hoe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: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Ampy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ho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anay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Fahasoavanao</a:t>
            </a:r>
            <a:endParaRPr lang="fr-FR" sz="5000" b="1" spc="300" dirty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Raha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maraina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mibaliaka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andronay</a:t>
            </a:r>
            <a:endParaRPr lang="fr-FR" sz="5000" b="1" spc="300" dirty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et</a:t>
            </a:r>
          </a:p>
        </p:txBody>
      </p:sp>
    </p:spTree>
    <p:extLst>
      <p:ext uri="{BB962C8B-B14F-4D97-AF65-F5344CB8AC3E}">
        <p14:creationId xmlns:p14="http://schemas.microsoft.com/office/powerpoint/2010/main" val="2627209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32823" y="188640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Raha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maraina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mibaliaka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andronay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ety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Ianao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no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masoandro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niaviany</a:t>
            </a:r>
            <a:endParaRPr lang="fr-FR" sz="5000" b="1" spc="300" dirty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Raha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alin'ny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ririnina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endParaRPr lang="fr-FR" sz="5000" b="1" spc="300" dirty="0" smtClean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handalo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ety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Ianao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no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kintana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endParaRPr lang="fr-FR" sz="5000" b="1" spc="300" dirty="0" smtClean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hitantana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dia</a:t>
            </a:r>
            <a:endParaRPr lang="fr-FR" sz="5000" b="1" spc="300" dirty="0">
              <a:solidFill>
                <a:prstClr val="black"/>
              </a:solidFill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176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99392"/>
            <a:ext cx="9144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Ka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vavaka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atao</a:t>
            </a:r>
            <a:endParaRPr lang="fr-FR" sz="5000" b="1" spc="300" dirty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Izay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mipololotra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endParaRPr lang="fr-FR" sz="5000" b="1" spc="300" dirty="0" smtClean="0">
              <a:solidFill>
                <a:prstClr val="black"/>
              </a:solidFill>
              <a:latin typeface="Franklin Gothic Medium" pitchFamily="34" charset="0"/>
            </a:endParaRP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am-ponay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ao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hoe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: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lzahay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anie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Medium" pitchFamily="34" charset="0"/>
              </a:rPr>
              <a:t>hatoky</a:t>
            </a:r>
            <a:r>
              <a:rPr lang="fr-FR" sz="5000" b="1" spc="300" dirty="0">
                <a:solidFill>
                  <a:prstClr val="black"/>
                </a:solidFill>
                <a:latin typeface="Franklin Gothic Medium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Franklin Gothic Medium" pitchFamily="34" charset="0"/>
              </a:rPr>
              <a:t>Anao</a:t>
            </a:r>
            <a:endParaRPr lang="fr-FR" sz="5000" b="1" spc="300" dirty="0">
              <a:solidFill>
                <a:prstClr val="black"/>
              </a:solidFill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959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8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2361</TotalTime>
  <Words>137</Words>
  <Application>Microsoft Office PowerPoint</Application>
  <PresentationFormat>Affichage à l'écran (4:3)</PresentationFormat>
  <Paragraphs>46</Paragraphs>
  <Slides>6</Slides>
  <Notes>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8_Thème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user</cp:lastModifiedBy>
  <cp:revision>237</cp:revision>
  <dcterms:created xsi:type="dcterms:W3CDTF">2011-10-19T12:35:50Z</dcterms:created>
  <dcterms:modified xsi:type="dcterms:W3CDTF">2013-03-31T04:30:57Z</dcterms:modified>
</cp:coreProperties>
</file>