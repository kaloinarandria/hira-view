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5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9372A-580F-4C71-95A0-1180FA684201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FD289-973E-4146-B99A-5687E204E7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0683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9372A-580F-4C71-95A0-1180FA684201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FD289-973E-4146-B99A-5687E204E7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5714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9372A-580F-4C71-95A0-1180FA684201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FD289-973E-4146-B99A-5687E204E7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5059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9372A-580F-4C71-95A0-1180FA684201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FD289-973E-4146-B99A-5687E204E7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6004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9372A-580F-4C71-95A0-1180FA684201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FD289-973E-4146-B99A-5687E204E7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7488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9372A-580F-4C71-95A0-1180FA684201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FD289-973E-4146-B99A-5687E204E7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4003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9372A-580F-4C71-95A0-1180FA684201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FD289-973E-4146-B99A-5687E204E7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5748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9372A-580F-4C71-95A0-1180FA684201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FD289-973E-4146-B99A-5687E204E7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592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9372A-580F-4C71-95A0-1180FA684201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FD289-973E-4146-B99A-5687E204E7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6802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9372A-580F-4C71-95A0-1180FA684201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FD289-973E-4146-B99A-5687E204E7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6482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9372A-580F-4C71-95A0-1180FA684201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FD289-973E-4146-B99A-5687E204E7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2054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C9372A-580F-4C71-95A0-1180FA684201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EFD289-973E-4146-B99A-5687E204E7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2926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07504" y="856254"/>
            <a:ext cx="9036496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6600" dirty="0" smtClean="0">
                <a:solidFill>
                  <a:srgbClr val="0000FF"/>
                </a:solidFill>
                <a:latin typeface="Franklin Gothic Demi" pitchFamily="34" charset="0"/>
                <a:cs typeface="Times New Roman" pitchFamily="18" charset="0"/>
              </a:rPr>
              <a:t>FF 49</a:t>
            </a:r>
            <a:endParaRPr kumimoji="0" lang="en-GB" sz="6600" b="0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Franklin Gothic Demi" pitchFamily="34" charset="0"/>
              <a:cs typeface="Times New Roman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66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Franklin Gothic Demi" pitchFamily="34" charset="0"/>
                <a:cs typeface="Times New Roman" pitchFamily="18" charset="0"/>
              </a:rPr>
              <a:t>1-</a:t>
            </a:r>
            <a:r>
              <a:rPr kumimoji="0" lang="en-GB" sz="6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6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Mifona</a:t>
            </a:r>
            <a:r>
              <a:rPr kumimoji="0" lang="en-GB" sz="6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re </a:t>
            </a:r>
            <a:r>
              <a:rPr kumimoji="0" lang="en-GB" sz="6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ry</a:t>
            </a:r>
            <a:r>
              <a:rPr kumimoji="0" lang="en-GB" sz="6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Ray</a:t>
            </a:r>
            <a:endParaRPr kumimoji="0" lang="en-GB" sz="6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6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6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Ireto</a:t>
            </a:r>
            <a:r>
              <a:rPr kumimoji="0" lang="en-GB" sz="6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6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Zanakao</a:t>
            </a:r>
            <a:endParaRPr kumimoji="0" lang="en-GB" sz="6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6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6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Fa</a:t>
            </a:r>
            <a:r>
              <a:rPr kumimoji="0" lang="en-GB" sz="6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6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diso</a:t>
            </a:r>
            <a:r>
              <a:rPr kumimoji="0" lang="en-GB" sz="6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6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izahay</a:t>
            </a:r>
            <a:endParaRPr kumimoji="0" lang="en-GB" sz="6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6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6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Tsy</a:t>
            </a:r>
            <a:r>
              <a:rPr kumimoji="0" lang="en-GB" sz="6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6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mety</a:t>
            </a:r>
            <a:r>
              <a:rPr kumimoji="0" lang="en-GB" sz="6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6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ny</a:t>
            </a:r>
            <a:r>
              <a:rPr kumimoji="0" lang="en-GB" sz="6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6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natao</a:t>
            </a:r>
            <a:r>
              <a:rPr kumimoji="0" lang="en-GB" sz="6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.</a:t>
            </a:r>
            <a:endParaRPr kumimoji="0" lang="en-GB" sz="6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37454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07504" y="856254"/>
            <a:ext cx="9036496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6600" dirty="0" smtClean="0">
                <a:solidFill>
                  <a:srgbClr val="0000FF"/>
                </a:solidFill>
                <a:latin typeface="Franklin Gothic Demi" pitchFamily="34" charset="0"/>
                <a:cs typeface="Times New Roman" pitchFamily="18" charset="0"/>
              </a:rPr>
              <a:t>FF 49</a:t>
            </a:r>
            <a:endParaRPr kumimoji="0" lang="en-GB" sz="6600" b="0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Franklin Gothic Demi" pitchFamily="34" charset="0"/>
              <a:cs typeface="Times New Roman" pitchFamily="18" charset="0"/>
            </a:endParaRPr>
          </a:p>
          <a:p>
            <a:pPr algn="ctr"/>
            <a:r>
              <a:rPr lang="en-GB" sz="6600" dirty="0">
                <a:latin typeface="Franklin Gothic Demi" pitchFamily="34" charset="0"/>
              </a:rPr>
              <a:t> </a:t>
            </a:r>
            <a:r>
              <a:rPr lang="en-GB" sz="6600" dirty="0" smtClean="0">
                <a:solidFill>
                  <a:srgbClr val="0070C0"/>
                </a:solidFill>
                <a:latin typeface="Franklin Gothic Demi" pitchFamily="34" charset="0"/>
              </a:rPr>
              <a:t>2-</a:t>
            </a:r>
            <a:r>
              <a:rPr lang="en-GB" sz="6600" dirty="0" smtClean="0">
                <a:latin typeface="Franklin Gothic Demi" pitchFamily="34" charset="0"/>
              </a:rPr>
              <a:t> </a:t>
            </a:r>
            <a:r>
              <a:rPr lang="en-GB" sz="6600" dirty="0" err="1">
                <a:latin typeface="Franklin Gothic Demi" pitchFamily="34" charset="0"/>
              </a:rPr>
              <a:t>Ny</a:t>
            </a:r>
            <a:r>
              <a:rPr lang="en-GB" sz="6600" dirty="0">
                <a:latin typeface="Franklin Gothic Demi" pitchFamily="34" charset="0"/>
              </a:rPr>
              <a:t> </a:t>
            </a:r>
            <a:r>
              <a:rPr lang="en-GB" sz="6600" dirty="0" err="1">
                <a:latin typeface="Franklin Gothic Demi" pitchFamily="34" charset="0"/>
              </a:rPr>
              <a:t>ota</a:t>
            </a:r>
            <a:r>
              <a:rPr lang="en-GB" sz="6600" dirty="0">
                <a:latin typeface="Franklin Gothic Demi" pitchFamily="34" charset="0"/>
              </a:rPr>
              <a:t> </a:t>
            </a:r>
            <a:r>
              <a:rPr lang="en-GB" sz="6600" dirty="0" err="1">
                <a:latin typeface="Franklin Gothic Demi" pitchFamily="34" charset="0"/>
              </a:rPr>
              <a:t>sesilany</a:t>
            </a:r>
            <a:endParaRPr lang="en-GB" sz="6600" dirty="0" smtClean="0">
              <a:latin typeface="Franklin Gothic Demi" pitchFamily="34" charset="0"/>
            </a:endParaRPr>
          </a:p>
          <a:p>
            <a:pPr algn="ctr"/>
            <a:r>
              <a:rPr lang="en-GB" sz="6600" dirty="0">
                <a:latin typeface="Franklin Gothic Demi" pitchFamily="34" charset="0"/>
              </a:rPr>
              <a:t>   </a:t>
            </a:r>
            <a:r>
              <a:rPr lang="en-GB" sz="6600" dirty="0" err="1">
                <a:latin typeface="Franklin Gothic Demi" pitchFamily="34" charset="0"/>
              </a:rPr>
              <a:t>Nandramana</a:t>
            </a:r>
            <a:r>
              <a:rPr lang="en-GB" sz="6600" dirty="0">
                <a:latin typeface="Franklin Gothic Demi" pitchFamily="34" charset="0"/>
              </a:rPr>
              <a:t> </a:t>
            </a:r>
            <a:r>
              <a:rPr lang="en-GB" sz="6600" dirty="0" err="1">
                <a:latin typeface="Franklin Gothic Demi" pitchFamily="34" charset="0"/>
              </a:rPr>
              <a:t>avokoa</a:t>
            </a:r>
            <a:endParaRPr lang="en-GB" sz="6600" dirty="0" smtClean="0">
              <a:latin typeface="Franklin Gothic Demi" pitchFamily="34" charset="0"/>
            </a:endParaRPr>
          </a:p>
          <a:p>
            <a:pPr algn="ctr"/>
            <a:r>
              <a:rPr lang="en-GB" sz="6600" dirty="0">
                <a:latin typeface="Franklin Gothic Demi" pitchFamily="34" charset="0"/>
              </a:rPr>
              <a:t>   </a:t>
            </a:r>
            <a:r>
              <a:rPr lang="en-GB" sz="6600" dirty="0" err="1">
                <a:latin typeface="Franklin Gothic Demi" pitchFamily="34" charset="0"/>
              </a:rPr>
              <a:t>Kanefa</a:t>
            </a:r>
            <a:r>
              <a:rPr lang="en-GB" sz="6600" dirty="0">
                <a:latin typeface="Franklin Gothic Demi" pitchFamily="34" charset="0"/>
              </a:rPr>
              <a:t> re </a:t>
            </a:r>
            <a:r>
              <a:rPr lang="en-GB" sz="6600" dirty="0" err="1">
                <a:latin typeface="Franklin Gothic Demi" pitchFamily="34" charset="0"/>
              </a:rPr>
              <a:t>izahay</a:t>
            </a:r>
            <a:endParaRPr lang="en-GB" sz="6600" dirty="0" smtClean="0">
              <a:latin typeface="Franklin Gothic Demi" pitchFamily="34" charset="0"/>
            </a:endParaRPr>
          </a:p>
          <a:p>
            <a:pPr algn="ctr"/>
            <a:r>
              <a:rPr lang="en-GB" sz="6600" dirty="0">
                <a:latin typeface="Franklin Gothic Demi" pitchFamily="34" charset="0"/>
              </a:rPr>
              <a:t>   </a:t>
            </a:r>
            <a:r>
              <a:rPr lang="en-GB" sz="6600" dirty="0" err="1">
                <a:latin typeface="Franklin Gothic Demi" pitchFamily="34" charset="0"/>
              </a:rPr>
              <a:t>Ifonana</a:t>
            </a:r>
            <a:r>
              <a:rPr lang="en-GB" sz="6600" dirty="0">
                <a:latin typeface="Franklin Gothic Demi" pitchFamily="34" charset="0"/>
              </a:rPr>
              <a:t> </a:t>
            </a:r>
            <a:r>
              <a:rPr lang="en-GB" sz="6600" dirty="0" err="1">
                <a:latin typeface="Franklin Gothic Demi" pitchFamily="34" charset="0"/>
              </a:rPr>
              <a:t>tokoa</a:t>
            </a:r>
            <a:r>
              <a:rPr lang="en-GB" sz="6600" dirty="0">
                <a:latin typeface="Franklin Gothic Demi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4338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07504" y="856255"/>
            <a:ext cx="9036496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6600" dirty="0" smtClean="0">
                <a:solidFill>
                  <a:srgbClr val="0000FF"/>
                </a:solidFill>
                <a:latin typeface="Franklin Gothic Demi" pitchFamily="34" charset="0"/>
                <a:cs typeface="Times New Roman" pitchFamily="18" charset="0"/>
              </a:rPr>
              <a:t>FF 49</a:t>
            </a:r>
            <a:endParaRPr kumimoji="0" lang="en-GB" sz="6600" b="0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Franklin Gothic Demi" pitchFamily="34" charset="0"/>
              <a:cs typeface="Times New Roman" pitchFamily="18" charset="0"/>
            </a:endParaRPr>
          </a:p>
          <a:p>
            <a:pPr algn="ctr"/>
            <a:r>
              <a:rPr lang="en-GB" sz="6600" dirty="0">
                <a:latin typeface="Franklin Gothic Demi" pitchFamily="34" charset="0"/>
              </a:rPr>
              <a:t> </a:t>
            </a:r>
            <a:r>
              <a:rPr lang="en-GB" sz="6600" dirty="0">
                <a:solidFill>
                  <a:srgbClr val="0070C0"/>
                </a:solidFill>
                <a:latin typeface="Franklin Gothic Demi" pitchFamily="34" charset="0"/>
              </a:rPr>
              <a:t>3</a:t>
            </a:r>
            <a:r>
              <a:rPr lang="en-GB" sz="6600" dirty="0" smtClean="0">
                <a:solidFill>
                  <a:srgbClr val="0070C0"/>
                </a:solidFill>
                <a:latin typeface="Franklin Gothic Demi" pitchFamily="34" charset="0"/>
              </a:rPr>
              <a:t>-</a:t>
            </a:r>
            <a:r>
              <a:rPr lang="en-GB" sz="6600" dirty="0" smtClean="0">
                <a:latin typeface="Franklin Gothic Demi" pitchFamily="34" charset="0"/>
              </a:rPr>
              <a:t> </a:t>
            </a:r>
            <a:r>
              <a:rPr lang="sv-SE" sz="6600" dirty="0">
                <a:latin typeface="Franklin Gothic Demi" pitchFamily="34" charset="0"/>
              </a:rPr>
              <a:t>Izay rehetra hita</a:t>
            </a:r>
            <a:endParaRPr lang="sv-SE" sz="6600" dirty="0" smtClean="0">
              <a:latin typeface="Franklin Gothic Demi" pitchFamily="34" charset="0"/>
            </a:endParaRPr>
          </a:p>
          <a:p>
            <a:pPr algn="ctr"/>
            <a:r>
              <a:rPr lang="sv-SE" sz="6600" dirty="0">
                <a:latin typeface="Franklin Gothic Demi" pitchFamily="34" charset="0"/>
              </a:rPr>
              <a:t>   Natao fa tsy ho to</a:t>
            </a:r>
            <a:endParaRPr lang="sv-SE" sz="6600" dirty="0" smtClean="0">
              <a:latin typeface="Franklin Gothic Demi" pitchFamily="34" charset="0"/>
            </a:endParaRPr>
          </a:p>
          <a:p>
            <a:pPr algn="ctr"/>
            <a:r>
              <a:rPr lang="sv-SE" sz="6600" dirty="0">
                <a:latin typeface="Franklin Gothic Demi" pitchFamily="34" charset="0"/>
              </a:rPr>
              <a:t>   Izao ny ratsy vita</a:t>
            </a:r>
            <a:endParaRPr lang="sv-SE" sz="6600" dirty="0" smtClean="0">
              <a:latin typeface="Franklin Gothic Demi" pitchFamily="34" charset="0"/>
            </a:endParaRPr>
          </a:p>
          <a:p>
            <a:pPr algn="ctr"/>
            <a:r>
              <a:rPr lang="sv-SE" sz="6600" dirty="0">
                <a:latin typeface="Franklin Gothic Demi" pitchFamily="34" charset="0"/>
              </a:rPr>
              <a:t>   Nandrotika ny fo.</a:t>
            </a:r>
          </a:p>
        </p:txBody>
      </p:sp>
    </p:spTree>
    <p:extLst>
      <p:ext uri="{BB962C8B-B14F-4D97-AF65-F5344CB8AC3E}">
        <p14:creationId xmlns:p14="http://schemas.microsoft.com/office/powerpoint/2010/main" val="774204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07504" y="348424"/>
            <a:ext cx="9036496" cy="618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6600" dirty="0" smtClean="0">
                <a:solidFill>
                  <a:srgbClr val="0000FF"/>
                </a:solidFill>
                <a:latin typeface="Franklin Gothic Demi" pitchFamily="34" charset="0"/>
                <a:cs typeface="Times New Roman" pitchFamily="18" charset="0"/>
              </a:rPr>
              <a:t>FF 49</a:t>
            </a:r>
            <a:endParaRPr kumimoji="0" lang="en-GB" sz="6600" b="0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Franklin Gothic Demi" pitchFamily="34" charset="0"/>
              <a:cs typeface="Times New Roman" pitchFamily="18" charset="0"/>
            </a:endParaRPr>
          </a:p>
          <a:p>
            <a:pPr algn="ctr"/>
            <a:r>
              <a:rPr lang="en-GB" sz="6600" dirty="0">
                <a:latin typeface="Franklin Gothic Demi" pitchFamily="34" charset="0"/>
              </a:rPr>
              <a:t> </a:t>
            </a:r>
            <a:r>
              <a:rPr lang="en-GB" sz="6600" dirty="0" smtClean="0">
                <a:solidFill>
                  <a:srgbClr val="0070C0"/>
                </a:solidFill>
                <a:latin typeface="Franklin Gothic Demi" pitchFamily="34" charset="0"/>
              </a:rPr>
              <a:t>4-</a:t>
            </a:r>
            <a:r>
              <a:rPr lang="en-GB" sz="6600" dirty="0" smtClean="0">
                <a:latin typeface="Franklin Gothic Demi" pitchFamily="34" charset="0"/>
              </a:rPr>
              <a:t> </a:t>
            </a:r>
            <a:r>
              <a:rPr lang="en-GB" sz="6600" dirty="0" err="1">
                <a:latin typeface="Franklin Gothic Demi" pitchFamily="34" charset="0"/>
              </a:rPr>
              <a:t>Ry</a:t>
            </a:r>
            <a:r>
              <a:rPr lang="en-GB" sz="6600" dirty="0">
                <a:latin typeface="Franklin Gothic Demi" pitchFamily="34" charset="0"/>
              </a:rPr>
              <a:t> </a:t>
            </a:r>
            <a:r>
              <a:rPr lang="en-GB" sz="6600" dirty="0" err="1">
                <a:latin typeface="Franklin Gothic Demi" pitchFamily="34" charset="0"/>
              </a:rPr>
              <a:t>Jeso</a:t>
            </a:r>
            <a:r>
              <a:rPr lang="en-GB" sz="6600" dirty="0">
                <a:latin typeface="Franklin Gothic Demi" pitchFamily="34" charset="0"/>
              </a:rPr>
              <a:t> ô ! </a:t>
            </a:r>
            <a:r>
              <a:rPr lang="en-GB" sz="6600" dirty="0" err="1">
                <a:latin typeface="Franklin Gothic Demi" pitchFamily="34" charset="0"/>
              </a:rPr>
              <a:t>anio</a:t>
            </a:r>
            <a:endParaRPr lang="en-GB" sz="6600" dirty="0" smtClean="0">
              <a:latin typeface="Franklin Gothic Demi" pitchFamily="34" charset="0"/>
            </a:endParaRPr>
          </a:p>
          <a:p>
            <a:pPr algn="ctr"/>
            <a:r>
              <a:rPr lang="en-GB" sz="6600" dirty="0">
                <a:latin typeface="Franklin Gothic Demi" pitchFamily="34" charset="0"/>
              </a:rPr>
              <a:t>   </a:t>
            </a:r>
            <a:r>
              <a:rPr lang="en-GB" sz="6600" dirty="0" err="1">
                <a:latin typeface="Franklin Gothic Demi" pitchFamily="34" charset="0"/>
              </a:rPr>
              <a:t>Indreto</a:t>
            </a:r>
            <a:r>
              <a:rPr lang="en-GB" sz="6600" dirty="0">
                <a:latin typeface="Franklin Gothic Demi" pitchFamily="34" charset="0"/>
              </a:rPr>
              <a:t> </a:t>
            </a:r>
            <a:r>
              <a:rPr lang="en-GB" sz="6600" dirty="0" err="1">
                <a:latin typeface="Franklin Gothic Demi" pitchFamily="34" charset="0"/>
              </a:rPr>
              <a:t>izahay</a:t>
            </a:r>
            <a:endParaRPr lang="en-GB" sz="6600" dirty="0" smtClean="0">
              <a:latin typeface="Franklin Gothic Demi" pitchFamily="34" charset="0"/>
            </a:endParaRPr>
          </a:p>
          <a:p>
            <a:pPr algn="ctr"/>
            <a:r>
              <a:rPr lang="en-GB" sz="6600" dirty="0">
                <a:latin typeface="Franklin Gothic Demi" pitchFamily="34" charset="0"/>
              </a:rPr>
              <a:t>   </a:t>
            </a:r>
            <a:r>
              <a:rPr lang="en-GB" sz="6600" dirty="0" err="1">
                <a:latin typeface="Franklin Gothic Demi" pitchFamily="34" charset="0"/>
              </a:rPr>
              <a:t>Manaiky</a:t>
            </a:r>
            <a:r>
              <a:rPr lang="en-GB" sz="6600" dirty="0">
                <a:latin typeface="Franklin Gothic Demi" pitchFamily="34" charset="0"/>
              </a:rPr>
              <a:t> </a:t>
            </a:r>
            <a:r>
              <a:rPr lang="en-GB" sz="6600" dirty="0" err="1">
                <a:latin typeface="Franklin Gothic Demi" pitchFamily="34" charset="0"/>
              </a:rPr>
              <a:t>ka</a:t>
            </a:r>
            <a:r>
              <a:rPr lang="en-GB" sz="6600" dirty="0">
                <a:latin typeface="Franklin Gothic Demi" pitchFamily="34" charset="0"/>
              </a:rPr>
              <a:t> </a:t>
            </a:r>
            <a:r>
              <a:rPr lang="en-GB" sz="6600" dirty="0" err="1">
                <a:latin typeface="Franklin Gothic Demi" pitchFamily="34" charset="0"/>
              </a:rPr>
              <a:t>fidio</a:t>
            </a:r>
            <a:endParaRPr lang="en-GB" sz="6600" dirty="0" smtClean="0">
              <a:latin typeface="Franklin Gothic Demi" pitchFamily="34" charset="0"/>
            </a:endParaRPr>
          </a:p>
          <a:p>
            <a:pPr algn="ctr"/>
            <a:r>
              <a:rPr lang="en-GB" sz="6600" dirty="0">
                <a:latin typeface="Franklin Gothic Demi" pitchFamily="34" charset="0"/>
              </a:rPr>
              <a:t>   </a:t>
            </a:r>
            <a:r>
              <a:rPr lang="en-GB" sz="6600" dirty="0" err="1">
                <a:latin typeface="Franklin Gothic Demi" pitchFamily="34" charset="0"/>
              </a:rPr>
              <a:t>Ho</a:t>
            </a:r>
            <a:r>
              <a:rPr lang="en-GB" sz="6600" dirty="0">
                <a:latin typeface="Franklin Gothic Demi" pitchFamily="34" charset="0"/>
              </a:rPr>
              <a:t> </a:t>
            </a:r>
            <a:r>
              <a:rPr lang="en-GB" sz="6600" dirty="0" err="1">
                <a:latin typeface="Franklin Gothic Demi" pitchFamily="34" charset="0"/>
              </a:rPr>
              <a:t>zanakao</a:t>
            </a:r>
            <a:r>
              <a:rPr lang="en-GB" sz="6600" dirty="0">
                <a:latin typeface="Franklin Gothic Demi" pitchFamily="34" charset="0"/>
              </a:rPr>
              <a:t> </a:t>
            </a:r>
            <a:r>
              <a:rPr lang="en-GB" sz="6600" dirty="0" err="1">
                <a:latin typeface="Franklin Gothic Demi" pitchFamily="34" charset="0"/>
              </a:rPr>
              <a:t>ry</a:t>
            </a:r>
            <a:r>
              <a:rPr lang="en-GB" sz="6600" dirty="0">
                <a:latin typeface="Franklin Gothic Demi" pitchFamily="34" charset="0"/>
              </a:rPr>
              <a:t> Ray.</a:t>
            </a:r>
            <a:endParaRPr lang="en-GB" sz="6600" dirty="0" smtClean="0">
              <a:latin typeface="Franklin Gothic Demi" pitchFamily="34" charset="0"/>
            </a:endParaRPr>
          </a:p>
          <a:p>
            <a:pPr algn="ctr"/>
            <a:r>
              <a:rPr lang="sv-SE" sz="6600" dirty="0" smtClean="0">
                <a:latin typeface="Franklin Gothic Demi" pitchFamily="34" charset="0"/>
              </a:rPr>
              <a:t>.</a:t>
            </a:r>
            <a:endParaRPr lang="sv-SE" sz="6600" dirty="0">
              <a:latin typeface="Franklin Gothic Dem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58183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07504" y="348425"/>
            <a:ext cx="9036496" cy="618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6600" dirty="0" smtClean="0">
                <a:solidFill>
                  <a:srgbClr val="0000FF"/>
                </a:solidFill>
                <a:latin typeface="Franklin Gothic Demi" pitchFamily="34" charset="0"/>
                <a:cs typeface="Times New Roman" pitchFamily="18" charset="0"/>
              </a:rPr>
              <a:t>FF 49</a:t>
            </a:r>
            <a:endParaRPr kumimoji="0" lang="en-GB" sz="6600" b="0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Franklin Gothic Demi" pitchFamily="34" charset="0"/>
              <a:cs typeface="Times New Roman" pitchFamily="18" charset="0"/>
            </a:endParaRPr>
          </a:p>
          <a:p>
            <a:pPr algn="ctr"/>
            <a:r>
              <a:rPr lang="en-GB" sz="6600" dirty="0">
                <a:latin typeface="Franklin Gothic Demi" pitchFamily="34" charset="0"/>
              </a:rPr>
              <a:t> </a:t>
            </a:r>
            <a:r>
              <a:rPr lang="en-GB" sz="6600" dirty="0">
                <a:solidFill>
                  <a:srgbClr val="0070C0"/>
                </a:solidFill>
                <a:latin typeface="Franklin Gothic Demi" pitchFamily="34" charset="0"/>
              </a:rPr>
              <a:t>5</a:t>
            </a:r>
            <a:r>
              <a:rPr lang="en-GB" sz="6600" dirty="0" smtClean="0">
                <a:solidFill>
                  <a:srgbClr val="0070C0"/>
                </a:solidFill>
                <a:latin typeface="Franklin Gothic Demi" pitchFamily="34" charset="0"/>
              </a:rPr>
              <a:t>-</a:t>
            </a:r>
            <a:r>
              <a:rPr lang="en-GB" sz="6600" dirty="0" smtClean="0">
                <a:latin typeface="Franklin Gothic Demi" pitchFamily="34" charset="0"/>
              </a:rPr>
              <a:t> </a:t>
            </a:r>
            <a:r>
              <a:rPr lang="en-GB" sz="6600" dirty="0" err="1">
                <a:latin typeface="Franklin Gothic Demi" pitchFamily="34" charset="0"/>
              </a:rPr>
              <a:t>Tsy</a:t>
            </a:r>
            <a:r>
              <a:rPr lang="en-GB" sz="6600" dirty="0">
                <a:latin typeface="Franklin Gothic Demi" pitchFamily="34" charset="0"/>
              </a:rPr>
              <a:t> </a:t>
            </a:r>
            <a:r>
              <a:rPr lang="en-GB" sz="6600" dirty="0" err="1">
                <a:latin typeface="Franklin Gothic Demi" pitchFamily="34" charset="0"/>
              </a:rPr>
              <a:t>tsapanay</a:t>
            </a:r>
            <a:r>
              <a:rPr lang="en-GB" sz="6600" dirty="0">
                <a:latin typeface="Franklin Gothic Demi" pitchFamily="34" charset="0"/>
              </a:rPr>
              <a:t> </a:t>
            </a:r>
            <a:r>
              <a:rPr lang="en-GB" sz="6600" dirty="0" err="1">
                <a:latin typeface="Franklin Gothic Demi" pitchFamily="34" charset="0"/>
              </a:rPr>
              <a:t>tokoa</a:t>
            </a:r>
            <a:endParaRPr lang="en-GB" sz="6600" dirty="0" smtClean="0">
              <a:latin typeface="Franklin Gothic Demi" pitchFamily="34" charset="0"/>
            </a:endParaRPr>
          </a:p>
          <a:p>
            <a:pPr algn="ctr"/>
            <a:r>
              <a:rPr lang="en-GB" sz="6600" dirty="0">
                <a:latin typeface="Franklin Gothic Demi" pitchFamily="34" charset="0"/>
              </a:rPr>
              <a:t>   </a:t>
            </a:r>
            <a:r>
              <a:rPr lang="en-GB" sz="6600" dirty="0" err="1">
                <a:latin typeface="Franklin Gothic Demi" pitchFamily="34" charset="0"/>
              </a:rPr>
              <a:t>Ny</a:t>
            </a:r>
            <a:r>
              <a:rPr lang="en-GB" sz="6600" dirty="0">
                <a:latin typeface="Franklin Gothic Demi" pitchFamily="34" charset="0"/>
              </a:rPr>
              <a:t> </a:t>
            </a:r>
            <a:r>
              <a:rPr lang="en-GB" sz="6600" dirty="0" err="1">
                <a:latin typeface="Franklin Gothic Demi" pitchFamily="34" charset="0"/>
              </a:rPr>
              <a:t>antranao</a:t>
            </a:r>
            <a:r>
              <a:rPr lang="en-GB" sz="6600" dirty="0">
                <a:latin typeface="Franklin Gothic Demi" pitchFamily="34" charset="0"/>
              </a:rPr>
              <a:t> </a:t>
            </a:r>
            <a:r>
              <a:rPr lang="en-GB" sz="6600" dirty="0" err="1">
                <a:latin typeface="Franklin Gothic Demi" pitchFamily="34" charset="0"/>
              </a:rPr>
              <a:t>ry</a:t>
            </a:r>
            <a:r>
              <a:rPr lang="en-GB" sz="6600" dirty="0">
                <a:latin typeface="Franklin Gothic Demi" pitchFamily="34" charset="0"/>
              </a:rPr>
              <a:t> Ray</a:t>
            </a:r>
            <a:endParaRPr lang="en-GB" sz="6600" dirty="0" smtClean="0">
              <a:latin typeface="Franklin Gothic Demi" pitchFamily="34" charset="0"/>
            </a:endParaRPr>
          </a:p>
          <a:p>
            <a:pPr algn="ctr"/>
            <a:r>
              <a:rPr lang="en-GB" sz="6600" dirty="0">
                <a:latin typeface="Franklin Gothic Demi" pitchFamily="34" charset="0"/>
              </a:rPr>
              <a:t>   </a:t>
            </a:r>
            <a:r>
              <a:rPr lang="en-GB" sz="6600" dirty="0" err="1">
                <a:latin typeface="Franklin Gothic Demi" pitchFamily="34" charset="0"/>
              </a:rPr>
              <a:t>Fa</a:t>
            </a:r>
            <a:r>
              <a:rPr lang="en-GB" sz="6600" dirty="0">
                <a:latin typeface="Franklin Gothic Demi" pitchFamily="34" charset="0"/>
              </a:rPr>
              <a:t> hay, </a:t>
            </a:r>
            <a:r>
              <a:rPr lang="en-GB" sz="6600" dirty="0" err="1">
                <a:latin typeface="Franklin Gothic Demi" pitchFamily="34" charset="0"/>
              </a:rPr>
              <a:t>ny</a:t>
            </a:r>
            <a:r>
              <a:rPr lang="en-GB" sz="6600" dirty="0">
                <a:latin typeface="Franklin Gothic Demi" pitchFamily="34" charset="0"/>
              </a:rPr>
              <a:t> </a:t>
            </a:r>
            <a:r>
              <a:rPr lang="en-GB" sz="6600" dirty="0" err="1">
                <a:latin typeface="Franklin Gothic Demi" pitchFamily="34" charset="0"/>
              </a:rPr>
              <a:t>zava-tsoa</a:t>
            </a:r>
            <a:endParaRPr lang="en-GB" sz="6600" dirty="0" smtClean="0">
              <a:latin typeface="Franklin Gothic Demi" pitchFamily="34" charset="0"/>
            </a:endParaRPr>
          </a:p>
          <a:p>
            <a:pPr algn="ctr"/>
            <a:r>
              <a:rPr lang="en-GB" sz="6600" dirty="0">
                <a:latin typeface="Franklin Gothic Demi" pitchFamily="34" charset="0"/>
              </a:rPr>
              <a:t>   </a:t>
            </a:r>
            <a:r>
              <a:rPr lang="en-GB" sz="6600" dirty="0" err="1">
                <a:latin typeface="Franklin Gothic Demi" pitchFamily="34" charset="0"/>
              </a:rPr>
              <a:t>Dia</a:t>
            </a:r>
            <a:r>
              <a:rPr lang="en-GB" sz="6600" dirty="0">
                <a:latin typeface="Franklin Gothic Demi" pitchFamily="34" charset="0"/>
              </a:rPr>
              <a:t> </a:t>
            </a:r>
            <a:r>
              <a:rPr lang="en-GB" sz="6600" dirty="0" err="1">
                <a:latin typeface="Franklin Gothic Demi" pitchFamily="34" charset="0"/>
              </a:rPr>
              <a:t>takona</a:t>
            </a:r>
            <a:r>
              <a:rPr lang="en-GB" sz="6600" dirty="0">
                <a:latin typeface="Franklin Gothic Demi" pitchFamily="34" charset="0"/>
              </a:rPr>
              <a:t> </a:t>
            </a:r>
            <a:r>
              <a:rPr lang="en-GB" sz="6600" dirty="0" err="1">
                <a:latin typeface="Franklin Gothic Demi" pitchFamily="34" charset="0"/>
              </a:rPr>
              <a:t>aminay</a:t>
            </a:r>
            <a:r>
              <a:rPr lang="en-GB" sz="6600" dirty="0">
                <a:latin typeface="Franklin Gothic Demi" pitchFamily="34" charset="0"/>
              </a:rPr>
              <a:t> !</a:t>
            </a:r>
            <a:endParaRPr lang="en-GB" sz="6600" dirty="0" smtClean="0">
              <a:latin typeface="Franklin Gothic Demi" pitchFamily="34" charset="0"/>
            </a:endParaRPr>
          </a:p>
          <a:p>
            <a:pPr algn="ctr"/>
            <a:r>
              <a:rPr lang="sv-SE" sz="6600" dirty="0" smtClean="0">
                <a:latin typeface="Franklin Gothic Demi" pitchFamily="34" charset="0"/>
              </a:rPr>
              <a:t>.</a:t>
            </a:r>
            <a:endParaRPr lang="sv-SE" sz="6600" dirty="0">
              <a:latin typeface="Franklin Gothic Dem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8315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07504" y="348426"/>
            <a:ext cx="9036496" cy="618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6600" dirty="0" smtClean="0">
                <a:solidFill>
                  <a:srgbClr val="0000FF"/>
                </a:solidFill>
                <a:latin typeface="Franklin Gothic Demi" pitchFamily="34" charset="0"/>
                <a:cs typeface="Times New Roman" pitchFamily="18" charset="0"/>
              </a:rPr>
              <a:t>FF 49</a:t>
            </a:r>
            <a:endParaRPr kumimoji="0" lang="en-GB" sz="6600" b="0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Franklin Gothic Demi" pitchFamily="34" charset="0"/>
              <a:cs typeface="Times New Roman" pitchFamily="18" charset="0"/>
            </a:endParaRPr>
          </a:p>
          <a:p>
            <a:pPr algn="ctr"/>
            <a:r>
              <a:rPr lang="en-GB" sz="6600" dirty="0">
                <a:latin typeface="Franklin Gothic Demi" pitchFamily="34" charset="0"/>
              </a:rPr>
              <a:t> </a:t>
            </a:r>
            <a:r>
              <a:rPr lang="en-GB" sz="6600" dirty="0" smtClean="0">
                <a:solidFill>
                  <a:srgbClr val="0070C0"/>
                </a:solidFill>
                <a:latin typeface="Franklin Gothic Demi" pitchFamily="34" charset="0"/>
              </a:rPr>
              <a:t>6-</a:t>
            </a:r>
            <a:r>
              <a:rPr lang="en-GB" sz="6600" dirty="0" smtClean="0">
                <a:latin typeface="Franklin Gothic Demi" pitchFamily="34" charset="0"/>
              </a:rPr>
              <a:t> </a:t>
            </a:r>
            <a:r>
              <a:rPr lang="en-GB" sz="6600" dirty="0" err="1">
                <a:latin typeface="Franklin Gothic Demi" pitchFamily="34" charset="0"/>
              </a:rPr>
              <a:t>Maniry</a:t>
            </a:r>
            <a:r>
              <a:rPr lang="en-GB" sz="6600" dirty="0">
                <a:latin typeface="Franklin Gothic Demi" pitchFamily="34" charset="0"/>
              </a:rPr>
              <a:t> </a:t>
            </a:r>
            <a:r>
              <a:rPr lang="en-GB" sz="6600" dirty="0" err="1">
                <a:latin typeface="Franklin Gothic Demi" pitchFamily="34" charset="0"/>
              </a:rPr>
              <a:t>fahafahana</a:t>
            </a:r>
            <a:endParaRPr lang="en-GB" sz="6600" dirty="0" smtClean="0">
              <a:latin typeface="Franklin Gothic Demi" pitchFamily="34" charset="0"/>
            </a:endParaRPr>
          </a:p>
          <a:p>
            <a:pPr algn="ctr"/>
            <a:r>
              <a:rPr lang="en-GB" sz="6600" dirty="0">
                <a:latin typeface="Franklin Gothic Demi" pitchFamily="34" charset="0"/>
              </a:rPr>
              <a:t>   </a:t>
            </a:r>
            <a:r>
              <a:rPr lang="en-GB" sz="6600" dirty="0" err="1">
                <a:latin typeface="Franklin Gothic Demi" pitchFamily="34" charset="0"/>
              </a:rPr>
              <a:t>Izao</a:t>
            </a:r>
            <a:r>
              <a:rPr lang="en-GB" sz="6600" dirty="0">
                <a:latin typeface="Franklin Gothic Demi" pitchFamily="34" charset="0"/>
              </a:rPr>
              <a:t> ‘</a:t>
            </a:r>
            <a:r>
              <a:rPr lang="en-GB" sz="6600" dirty="0" err="1">
                <a:latin typeface="Franklin Gothic Demi" pitchFamily="34" charset="0"/>
              </a:rPr>
              <a:t>ty</a:t>
            </a:r>
            <a:r>
              <a:rPr lang="en-GB" sz="6600" dirty="0">
                <a:latin typeface="Franklin Gothic Demi" pitchFamily="34" charset="0"/>
              </a:rPr>
              <a:t> </a:t>
            </a:r>
            <a:r>
              <a:rPr lang="en-GB" sz="6600" dirty="0" err="1">
                <a:latin typeface="Franklin Gothic Demi" pitchFamily="34" charset="0"/>
              </a:rPr>
              <a:t>fo</a:t>
            </a:r>
            <a:r>
              <a:rPr lang="en-GB" sz="6600" dirty="0">
                <a:latin typeface="Franklin Gothic Demi" pitchFamily="34" charset="0"/>
              </a:rPr>
              <a:t> </a:t>
            </a:r>
            <a:r>
              <a:rPr lang="en-GB" sz="6600" dirty="0" err="1">
                <a:latin typeface="Franklin Gothic Demi" pitchFamily="34" charset="0"/>
              </a:rPr>
              <a:t>madio</a:t>
            </a:r>
            <a:endParaRPr lang="en-GB" sz="6600" dirty="0" smtClean="0">
              <a:latin typeface="Franklin Gothic Demi" pitchFamily="34" charset="0"/>
            </a:endParaRPr>
          </a:p>
          <a:p>
            <a:pPr algn="ctr"/>
            <a:r>
              <a:rPr lang="en-GB" sz="6600" dirty="0">
                <a:latin typeface="Franklin Gothic Demi" pitchFamily="34" charset="0"/>
              </a:rPr>
              <a:t>   </a:t>
            </a:r>
            <a:r>
              <a:rPr lang="en-GB" sz="6600" dirty="0" err="1">
                <a:latin typeface="Franklin Gothic Demi" pitchFamily="34" charset="0"/>
              </a:rPr>
              <a:t>Ekeo</a:t>
            </a:r>
            <a:r>
              <a:rPr lang="en-GB" sz="6600" dirty="0">
                <a:latin typeface="Franklin Gothic Demi" pitchFamily="34" charset="0"/>
              </a:rPr>
              <a:t> </a:t>
            </a:r>
            <a:r>
              <a:rPr lang="en-GB" sz="6600" dirty="0" err="1">
                <a:latin typeface="Franklin Gothic Demi" pitchFamily="34" charset="0"/>
              </a:rPr>
              <a:t>ny</a:t>
            </a:r>
            <a:r>
              <a:rPr lang="en-GB" sz="6600" dirty="0">
                <a:latin typeface="Franklin Gothic Demi" pitchFamily="34" charset="0"/>
              </a:rPr>
              <a:t> </a:t>
            </a:r>
            <a:r>
              <a:rPr lang="en-GB" sz="6600" dirty="0" err="1">
                <a:latin typeface="Franklin Gothic Demi" pitchFamily="34" charset="0"/>
              </a:rPr>
              <a:t>fibebahana</a:t>
            </a:r>
            <a:endParaRPr lang="en-GB" sz="6600" dirty="0" smtClean="0">
              <a:latin typeface="Franklin Gothic Demi" pitchFamily="34" charset="0"/>
            </a:endParaRPr>
          </a:p>
          <a:p>
            <a:pPr algn="ctr"/>
            <a:r>
              <a:rPr lang="en-GB" sz="6600" dirty="0">
                <a:latin typeface="Franklin Gothic Demi" pitchFamily="34" charset="0"/>
              </a:rPr>
              <a:t>   </a:t>
            </a:r>
            <a:r>
              <a:rPr lang="en-GB" sz="6600" dirty="0" err="1">
                <a:latin typeface="Franklin Gothic Demi" pitchFamily="34" charset="0"/>
              </a:rPr>
              <a:t>Atolotray</a:t>
            </a:r>
            <a:r>
              <a:rPr lang="en-GB" sz="6600" dirty="0">
                <a:latin typeface="Franklin Gothic Demi" pitchFamily="34" charset="0"/>
              </a:rPr>
              <a:t> </a:t>
            </a:r>
            <a:r>
              <a:rPr lang="en-GB" sz="6600" dirty="0" err="1">
                <a:latin typeface="Franklin Gothic Demi" pitchFamily="34" charset="0"/>
              </a:rPr>
              <a:t>anio</a:t>
            </a:r>
            <a:r>
              <a:rPr lang="en-GB" sz="6600" dirty="0">
                <a:latin typeface="Franklin Gothic Demi" pitchFamily="34" charset="0"/>
              </a:rPr>
              <a:t>.</a:t>
            </a:r>
            <a:endParaRPr lang="en-GB" sz="6600" dirty="0" smtClean="0">
              <a:latin typeface="Franklin Gothic Demi" pitchFamily="34" charset="0"/>
            </a:endParaRPr>
          </a:p>
          <a:p>
            <a:pPr algn="ctr"/>
            <a:endParaRPr lang="sv-SE" sz="6600" dirty="0">
              <a:latin typeface="Franklin Gothic Dem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835263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17</Words>
  <Application>Microsoft Office PowerPoint</Application>
  <PresentationFormat>Affichage à l'écran (4:3)</PresentationFormat>
  <Paragraphs>32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Sweet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SWEET</dc:creator>
  <cp:lastModifiedBy>SWEET</cp:lastModifiedBy>
  <cp:revision>3</cp:revision>
  <dcterms:created xsi:type="dcterms:W3CDTF">2012-11-13T08:31:25Z</dcterms:created>
  <dcterms:modified xsi:type="dcterms:W3CDTF">2012-11-13T08:34:52Z</dcterms:modified>
</cp:coreProperties>
</file>