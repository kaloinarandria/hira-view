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5"/>
  </p:notesMasterIdLst>
  <p:sldIdLst>
    <p:sldId id="717" r:id="rId3"/>
    <p:sldId id="725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60" d="100"/>
          <a:sy n="60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15/06/2012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0"/>
            <a:ext cx="9144000" cy="6876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ondry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mania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maneho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anio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’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Zao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fanekena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voady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Nandinika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zava-bita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Jesoa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mendrika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hanatona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Kanefa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tsaroako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fitiavanao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Hamonjy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ity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mpanomponao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661"/>
            <a:ext cx="9144000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'Lay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Teny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mahery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mananatra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Nampiova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foko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torovana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'Lay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Fanahy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Masina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inoako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Hampianatra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hanadio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aviko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apetrako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Aminao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voadiko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izao</a:t>
            </a:r>
            <a:endParaRPr lang="en-US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algn="ctr"/>
            <a:endParaRPr lang="en-US" sz="5000" b="1" kern="50" dirty="0" err="1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2347</TotalTime>
  <Words>52</Words>
  <Application>Microsoft Office PowerPoint</Application>
  <PresentationFormat>Affichage à l'écran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4" baseType="lpstr">
      <vt:lpstr>23_Thème Office</vt:lpstr>
      <vt:lpstr>9_Thème Office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232</cp:revision>
  <dcterms:created xsi:type="dcterms:W3CDTF">2011-10-19T12:35:50Z</dcterms:created>
  <dcterms:modified xsi:type="dcterms:W3CDTF">2012-06-15T05:17:13Z</dcterms:modified>
</cp:coreProperties>
</file>