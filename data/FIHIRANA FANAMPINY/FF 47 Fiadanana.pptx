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10"/>
  </p:notesMasterIdLst>
  <p:sldIdLst>
    <p:sldId id="730" r:id="rId2"/>
    <p:sldId id="731" r:id="rId3"/>
    <p:sldId id="732" r:id="rId4"/>
    <p:sldId id="736" r:id="rId5"/>
    <p:sldId id="733" r:id="rId6"/>
    <p:sldId id="734" r:id="rId7"/>
    <p:sldId id="737" r:id="rId8"/>
    <p:sldId id="738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5676"/>
    <a:srgbClr val="DF2F21"/>
    <a:srgbClr val="FF99FF"/>
    <a:srgbClr val="FF0000"/>
    <a:srgbClr val="FF0066"/>
    <a:srgbClr val="FFCC00"/>
    <a:srgbClr val="FF3399"/>
    <a:srgbClr val="699769"/>
    <a:srgbClr val="555931"/>
    <a:srgbClr val="D6E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8" autoAdjust="0"/>
    <p:restoredTop sz="94660"/>
  </p:normalViewPr>
  <p:slideViewPr>
    <p:cSldViewPr>
      <p:cViewPr varScale="1">
        <p:scale>
          <a:sx n="58" d="100"/>
          <a:sy n="58" d="100"/>
        </p:scale>
        <p:origin x="-84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DFAD9-7128-491B-9F1F-59195DE4829F}" type="datetimeFigureOut">
              <a:rPr lang="fr-FR" smtClean="0"/>
              <a:t>09/08/2012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1142-CB40-4B39-95FC-2DE552AB7F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70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09/08/2012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00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09/08/2012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862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09/08/2012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447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09/08/2012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051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09/08/2012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345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09/08/2012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152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09/08/2012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26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09/08/2012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8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09/08/2012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9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09/08/2012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56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09/08/2012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006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09/08/2012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371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99392"/>
            <a:ext cx="9144000" cy="68977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 algn="ctr">
              <a:lnSpc>
                <a:spcPct val="150000"/>
              </a:lnSpc>
              <a:buAutoNum type="arabicPeriod"/>
            </a:pP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Ianao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'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zay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mitady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fr-FR" sz="5000" b="1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fiadanan-tsoa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Amin'izao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fiainana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izao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Ka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mandeha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mankatsy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,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ary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aroa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Mikorana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ary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koa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milalao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037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35903" y="35801"/>
            <a:ext cx="9144000" cy="586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</a:pP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Kanefa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tsy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mahita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fr-FR" sz="5000" b="1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>
              <a:spcBef>
                <a:spcPts val="1800"/>
              </a:spcBef>
            </a:pP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izay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mahasoa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>
              <a:spcBef>
                <a:spcPts val="1800"/>
              </a:spcBef>
            </a:pP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Fa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vizana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foana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nofo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>
              <a:spcBef>
                <a:spcPts val="1800"/>
              </a:spcBef>
            </a:pP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Inty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misy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Fiainana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fr-FR" sz="5000" b="1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>
              <a:spcBef>
                <a:spcPts val="1800"/>
              </a:spcBef>
            </a:pP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atoroko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anao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>
              <a:spcBef>
                <a:spcPts val="1800"/>
              </a:spcBef>
            </a:pP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Andramo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dia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hohitanao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7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17749"/>
            <a:ext cx="9144000" cy="6889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300"/>
              </a:lnSpc>
            </a:pP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Jesosy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,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Jesosy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,</a:t>
            </a:r>
          </a:p>
          <a:p>
            <a:pPr algn="ctr">
              <a:lnSpc>
                <a:spcPts val="5300"/>
              </a:lnSpc>
            </a:pP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(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Jesosy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Tompo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sy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Mpamonjy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tia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) </a:t>
            </a:r>
          </a:p>
          <a:p>
            <a:pPr algn="ctr">
              <a:lnSpc>
                <a:spcPts val="5300"/>
              </a:lnSpc>
            </a:pP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Fiainana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atoroko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(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Jeso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) </a:t>
            </a:r>
          </a:p>
          <a:p>
            <a:pPr algn="ctr">
              <a:lnSpc>
                <a:spcPts val="5300"/>
              </a:lnSpc>
            </a:pP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Jesosy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,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Jesosy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,</a:t>
            </a:r>
          </a:p>
          <a:p>
            <a:pPr algn="ctr">
              <a:lnSpc>
                <a:spcPts val="5300"/>
              </a:lnSpc>
            </a:pP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(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Jesosy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Tompo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sy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Mpamonjy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tia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) </a:t>
            </a:r>
          </a:p>
          <a:p>
            <a:pPr algn="ctr">
              <a:lnSpc>
                <a:spcPts val="5300"/>
              </a:lnSpc>
            </a:pP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hampiadana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anao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984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17749"/>
            <a:ext cx="9144000" cy="4850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300"/>
              </a:lnSpc>
            </a:pP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Koa</a:t>
            </a: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raiso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Jesosy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ho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Tompo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Mpamonjy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ts val="5300"/>
              </a:lnSpc>
            </a:pP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Hanapaka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fiainanao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>
              <a:lnSpc>
                <a:spcPts val="5300"/>
              </a:lnSpc>
            </a:pP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Dia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hohitanao'Lay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Fiadanana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ts val="5300"/>
              </a:lnSpc>
            </a:pP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Haharitra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ho </a:t>
            </a: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mandrakizay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256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260648"/>
            <a:ext cx="9144000" cy="5714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300"/>
              </a:lnSpc>
            </a:pP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Ianao</a:t>
            </a: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ianjadiam</a:t>
            </a: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-</a:t>
            </a:r>
          </a:p>
          <a:p>
            <a:pPr algn="ctr">
              <a:lnSpc>
                <a:spcPts val="6300"/>
              </a:lnSpc>
            </a:pP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pahoria-marobe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>
              <a:lnSpc>
                <a:spcPts val="6300"/>
              </a:lnSpc>
            </a:pP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Amin'izao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fiainana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izao</a:t>
            </a:r>
            <a:endParaRPr lang="fr-FR" sz="5000" b="1" spc="300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>
              <a:lnSpc>
                <a:spcPts val="6300"/>
              </a:lnSpc>
            </a:pP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Tsy</a:t>
            </a: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misy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hazavana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fa</a:t>
            </a:r>
          </a:p>
          <a:p>
            <a:pPr algn="ctr">
              <a:lnSpc>
                <a:spcPts val="6300"/>
              </a:lnSpc>
            </a:pP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toa</a:t>
            </a: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haizim-be</a:t>
            </a:r>
            <a:endParaRPr lang="fr-FR" sz="5000" b="1" spc="300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>
              <a:lnSpc>
                <a:spcPts val="6300"/>
              </a:lnSpc>
            </a:pP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mandrakotra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ny</a:t>
            </a:r>
            <a:endParaRPr lang="fr-FR" sz="5000" b="1" spc="300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>
              <a:lnSpc>
                <a:spcPts val="6300"/>
              </a:lnSpc>
            </a:pP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fiainanao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09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32656"/>
            <a:ext cx="914400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Ka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mila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ho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kivy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fr-FR" sz="5000" b="1" spc="300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sy</a:t>
            </a: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hamoy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Noho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'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reo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adim-piainana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maro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Inty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misy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fiainana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atoroko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Andramo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dia </a:t>
            </a: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hohitanao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458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17749"/>
            <a:ext cx="9144000" cy="6889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300"/>
              </a:lnSpc>
            </a:pP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Jesosy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,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Jesosy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,</a:t>
            </a:r>
          </a:p>
          <a:p>
            <a:pPr algn="ctr">
              <a:lnSpc>
                <a:spcPts val="5300"/>
              </a:lnSpc>
            </a:pP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(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Jesosy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Tompo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sy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Mpamonjy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tia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) </a:t>
            </a:r>
          </a:p>
          <a:p>
            <a:pPr algn="ctr">
              <a:lnSpc>
                <a:spcPts val="5300"/>
              </a:lnSpc>
            </a:pP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Fiainana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atoroko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(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Jeso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) </a:t>
            </a:r>
          </a:p>
          <a:p>
            <a:pPr algn="ctr">
              <a:lnSpc>
                <a:spcPts val="5300"/>
              </a:lnSpc>
            </a:pP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Jesosy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,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Jesosy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,</a:t>
            </a:r>
          </a:p>
          <a:p>
            <a:pPr algn="ctr">
              <a:lnSpc>
                <a:spcPts val="5300"/>
              </a:lnSpc>
            </a:pP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(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Jesosy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Tompo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sy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Mpamonjy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400" b="1" i="1" spc="300" dirty="0" err="1">
                <a:solidFill>
                  <a:prstClr val="black"/>
                </a:solidFill>
                <a:latin typeface="Arial Black" pitchFamily="34" charset="0"/>
              </a:rPr>
              <a:t>tia</a:t>
            </a:r>
            <a:r>
              <a:rPr lang="fr-FR" sz="4400" b="1" i="1" spc="300" dirty="0">
                <a:solidFill>
                  <a:prstClr val="black"/>
                </a:solidFill>
                <a:latin typeface="Arial Black" pitchFamily="34" charset="0"/>
              </a:rPr>
              <a:t>) </a:t>
            </a:r>
          </a:p>
          <a:p>
            <a:pPr algn="ctr">
              <a:lnSpc>
                <a:spcPts val="5300"/>
              </a:lnSpc>
            </a:pP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hampiadana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anao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80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17749"/>
            <a:ext cx="9144000" cy="4850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300"/>
              </a:lnSpc>
            </a:pP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Koa</a:t>
            </a: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raiso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Jesosy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ho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Tompo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Mpamonjy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ts val="5300"/>
              </a:lnSpc>
            </a:pP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Hanapaka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fiainanao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>
              <a:lnSpc>
                <a:spcPts val="5300"/>
              </a:lnSpc>
            </a:pP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Dia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hohitanao'Lay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Fiadanana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ts val="5300"/>
              </a:lnSpc>
            </a:pP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Haharitra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ho </a:t>
            </a: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mandrakizay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334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8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2359</TotalTime>
  <Words>176</Words>
  <Application>Microsoft Office PowerPoint</Application>
  <PresentationFormat>Affichage à l'écran (4:3)</PresentationFormat>
  <Paragraphs>51</Paragraphs>
  <Slides>8</Slides>
  <Notes>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8_Thème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Prive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Haridera RAZAFNTSALAMA</dc:creator>
  <cp:lastModifiedBy>Jules_Gerp</cp:lastModifiedBy>
  <cp:revision>234</cp:revision>
  <dcterms:created xsi:type="dcterms:W3CDTF">2011-10-19T12:35:50Z</dcterms:created>
  <dcterms:modified xsi:type="dcterms:W3CDTF">2012-08-09T07:38:33Z</dcterms:modified>
</cp:coreProperties>
</file>