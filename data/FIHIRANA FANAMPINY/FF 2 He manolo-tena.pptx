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7" r:id="rId3"/>
    <p:sldId id="288" r:id="rId4"/>
    <p:sldId id="365" r:id="rId5"/>
    <p:sldId id="364" r:id="rId6"/>
    <p:sldId id="366" r:id="rId7"/>
    <p:sldId id="363" r:id="rId8"/>
    <p:sldId id="367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CC0000"/>
    <a:srgbClr val="FF3300"/>
    <a:srgbClr val="5F5F5F"/>
    <a:srgbClr val="666633"/>
    <a:srgbClr val="00669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84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79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74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93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743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78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826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09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2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69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80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389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D4B34-77A8-421E-A844-581F879F901E}" type="datetimeFigureOut">
              <a:rPr lang="fr-FR" smtClean="0"/>
              <a:t>18/05/2012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8F804-435A-4C53-A6EF-414EB59F68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3858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44624"/>
            <a:ext cx="92525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 </a:t>
            </a:r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2</a:t>
            </a:r>
            <a:endParaRPr lang="fr-FR" sz="4000" b="1" dirty="0" smtClean="0">
              <a:solidFill>
                <a:schemeClr val="accent6">
                  <a:lumMod val="50000"/>
                </a:schemeClr>
              </a:solidFill>
              <a:latin typeface="Arial Black" pitchFamily="34" charset="0"/>
            </a:endParaRPr>
          </a:p>
          <a:p>
            <a:pPr algn="ctr"/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 1- </a:t>
            </a:r>
            <a:r>
              <a:rPr lang="fr-FR" sz="5000" b="1" spc="-150" dirty="0" smtClean="0">
                <a:latin typeface="Arial Black" pitchFamily="34" charset="0"/>
              </a:rPr>
              <a:t>He </a:t>
            </a:r>
            <a:r>
              <a:rPr lang="fr-FR" sz="5000" b="1" spc="-150" dirty="0" err="1">
                <a:latin typeface="Arial Black" pitchFamily="34" charset="0"/>
              </a:rPr>
              <a:t>manolo-tena</a:t>
            </a:r>
            <a:r>
              <a:rPr lang="fr-FR" sz="5000" b="1" spc="-150" dirty="0">
                <a:latin typeface="Arial Black" pitchFamily="34" charset="0"/>
              </a:rPr>
              <a:t> ho </a:t>
            </a:r>
            <a:r>
              <a:rPr lang="fr-FR" sz="5000" b="1" spc="-150" dirty="0" err="1">
                <a:latin typeface="Arial Black" pitchFamily="34" charset="0"/>
              </a:rPr>
              <a:t>Anao</a:t>
            </a:r>
            <a:endParaRPr lang="fr-FR" sz="5000" b="1" spc="-150" dirty="0">
              <a:latin typeface="Arial Black" pitchFamily="34" charset="0"/>
            </a:endParaRPr>
          </a:p>
          <a:p>
            <a:pPr algn="ctr"/>
            <a:r>
              <a:rPr lang="fr-FR" sz="5000" b="1" dirty="0">
                <a:latin typeface="Arial Black" pitchFamily="34" charset="0"/>
              </a:rPr>
              <a:t>Fa </a:t>
            </a:r>
            <a:r>
              <a:rPr lang="fr-FR" sz="5000" b="1" dirty="0" err="1">
                <a:latin typeface="Arial Black" pitchFamily="34" charset="0"/>
              </a:rPr>
              <a:t>mandre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 smtClean="0">
                <a:latin typeface="Arial Black" pitchFamily="34" charset="0"/>
              </a:rPr>
              <a:t>feo</a:t>
            </a:r>
            <a:endParaRPr lang="fr-FR" sz="5000" b="1" dirty="0" smtClean="0"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latin typeface="Arial Black" pitchFamily="34" charset="0"/>
              </a:rPr>
              <a:t>sy</a:t>
            </a:r>
            <a:r>
              <a:rPr lang="fr-FR" sz="5000" b="1" dirty="0" smtClean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antsonao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>
                <a:latin typeface="Arial Black" pitchFamily="34" charset="0"/>
              </a:rPr>
              <a:t>'</a:t>
            </a:r>
            <a:r>
              <a:rPr lang="fr-FR" sz="5000" b="1" dirty="0" err="1">
                <a:latin typeface="Arial Black" pitchFamily="34" charset="0"/>
              </a:rPr>
              <a:t>Zato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tenako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izay</a:t>
            </a:r>
            <a:r>
              <a:rPr lang="fr-FR" sz="5000" b="1" dirty="0">
                <a:latin typeface="Arial Black" pitchFamily="34" charset="0"/>
              </a:rPr>
              <a:t> mania</a:t>
            </a:r>
          </a:p>
          <a:p>
            <a:pPr algn="ctr"/>
            <a:r>
              <a:rPr lang="fr-FR" sz="5000" b="1" dirty="0">
                <a:latin typeface="Arial Black" pitchFamily="34" charset="0"/>
              </a:rPr>
              <a:t>Ka </a:t>
            </a:r>
            <a:r>
              <a:rPr lang="fr-FR" sz="5000" b="1" dirty="0" err="1">
                <a:latin typeface="Arial Black" pitchFamily="34" charset="0"/>
              </a:rPr>
              <a:t>raiso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Tompo</a:t>
            </a:r>
            <a:r>
              <a:rPr lang="fr-FR" sz="5000" b="1" dirty="0">
                <a:latin typeface="Arial Black" pitchFamily="34" charset="0"/>
              </a:rPr>
              <a:t>, </a:t>
            </a:r>
            <a:endParaRPr lang="fr-FR" sz="5000" b="1" dirty="0" smtClean="0"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latin typeface="Arial Black" pitchFamily="34" charset="0"/>
              </a:rPr>
              <a:t>raiso</a:t>
            </a:r>
            <a:r>
              <a:rPr lang="fr-FR" sz="5000" b="1" dirty="0" smtClean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ry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Jesoa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 smtClean="0">
                <a:latin typeface="Arial Black" pitchFamily="34" charset="0"/>
              </a:rPr>
              <a:t>Tia</a:t>
            </a:r>
            <a:endParaRPr lang="fr-FR" sz="50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463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Fiverenana</a:t>
            </a:r>
            <a:endParaRPr lang="fr-FR" sz="4000" b="1" dirty="0" smtClean="0">
              <a:solidFill>
                <a:schemeClr val="accent6">
                  <a:lumMod val="50000"/>
                </a:schemeClr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latin typeface="Arial Black" pitchFamily="34" charset="0"/>
              </a:rPr>
              <a:t>Hanoa</a:t>
            </a:r>
            <a:r>
              <a:rPr lang="fr-FR" sz="5000" b="1" dirty="0" smtClean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sitrakao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Hanao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izay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tianao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>
                <a:latin typeface="Arial Black" pitchFamily="34" charset="0"/>
              </a:rPr>
              <a:t>Ka ho </a:t>
            </a:r>
            <a:r>
              <a:rPr lang="fr-FR" sz="5000" b="1" dirty="0" err="1">
                <a:latin typeface="Arial Black" pitchFamily="34" charset="0"/>
              </a:rPr>
              <a:t>mpanompo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vonona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Sy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sahy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koa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Hitory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hatrany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ilay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Fitiavanao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Ambaram-pialam-pofon'aiko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Jesoa</a:t>
            </a:r>
            <a:r>
              <a:rPr lang="fr-FR" sz="5000" b="1" dirty="0" smtClean="0">
                <a:latin typeface="Arial Black" pitchFamily="34" charset="0"/>
              </a:rPr>
              <a:t>.</a:t>
            </a:r>
            <a:endParaRPr lang="fr-FR" sz="50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1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F 3</a:t>
            </a:r>
          </a:p>
          <a:p>
            <a:pPr algn="ctr"/>
            <a:r>
              <a:rPr lang="fr-FR" sz="4000" b="1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 </a:t>
            </a:r>
            <a:r>
              <a:rPr lang="fr-FR" sz="4000" b="1" dirty="0" smtClean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2- </a:t>
            </a:r>
            <a:r>
              <a:rPr lang="fr-FR" sz="5000" b="1" dirty="0" err="1" smtClean="0">
                <a:latin typeface="Arial Black" pitchFamily="34" charset="0"/>
              </a:rPr>
              <a:t>Eny</a:t>
            </a:r>
            <a:r>
              <a:rPr lang="fr-FR" sz="5000" b="1" dirty="0" smtClean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Tompo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tsy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mba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mendrika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aho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Feno</a:t>
            </a:r>
            <a:r>
              <a:rPr lang="fr-FR" sz="5000" b="1" dirty="0">
                <a:latin typeface="Arial Black" pitchFamily="34" charset="0"/>
              </a:rPr>
              <a:t> loto </a:t>
            </a:r>
            <a:r>
              <a:rPr lang="fr-FR" sz="5000" b="1" dirty="0" err="1">
                <a:latin typeface="Arial Black" pitchFamily="34" charset="0"/>
              </a:rPr>
              <a:t>ny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ao</a:t>
            </a:r>
            <a:r>
              <a:rPr lang="fr-FR" sz="5000" b="1" dirty="0">
                <a:latin typeface="Arial Black" pitchFamily="34" charset="0"/>
              </a:rPr>
              <a:t> </a:t>
            </a:r>
            <a:endParaRPr lang="fr-FR" sz="5000" b="1" dirty="0" smtClean="0"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latin typeface="Arial Black" pitchFamily="34" charset="0"/>
              </a:rPr>
              <a:t>am</a:t>
            </a:r>
            <a:r>
              <a:rPr lang="fr-FR" sz="5000" b="1" dirty="0" smtClean="0">
                <a:latin typeface="Arial Black" pitchFamily="34" charset="0"/>
              </a:rPr>
              <a:t>- </a:t>
            </a:r>
            <a:r>
              <a:rPr lang="fr-FR" sz="5000" b="1" dirty="0" err="1">
                <a:latin typeface="Arial Black" pitchFamily="34" charset="0"/>
              </a:rPr>
              <a:t>poko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 err="1">
                <a:latin typeface="Arial Black" pitchFamily="34" charset="0"/>
              </a:rPr>
              <a:t>Nefa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re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ilay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fitiavanao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>
                <a:latin typeface="Arial Black" pitchFamily="34" charset="0"/>
              </a:rPr>
              <a:t>No </a:t>
            </a:r>
            <a:r>
              <a:rPr lang="fr-FR" sz="5000" b="1" dirty="0" err="1">
                <a:latin typeface="Arial Black" pitchFamily="34" charset="0"/>
              </a:rPr>
              <a:t>inoako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handray</a:t>
            </a:r>
            <a:r>
              <a:rPr lang="fr-FR" sz="5000" b="1" dirty="0">
                <a:latin typeface="Arial Black" pitchFamily="34" charset="0"/>
              </a:rPr>
              <a:t> </a:t>
            </a:r>
            <a:r>
              <a:rPr lang="fr-FR" sz="5000" b="1" dirty="0" err="1">
                <a:latin typeface="Arial Black" pitchFamily="34" charset="0"/>
              </a:rPr>
              <a:t>ahy</a:t>
            </a:r>
            <a:endParaRPr lang="fr-FR" sz="5000" b="1" dirty="0">
              <a:latin typeface="Arial Black" pitchFamily="34" charset="0"/>
            </a:endParaRPr>
          </a:p>
          <a:p>
            <a:pPr algn="ctr"/>
            <a:r>
              <a:rPr lang="fr-FR" sz="5000" b="1" dirty="0">
                <a:latin typeface="Arial Black" pitchFamily="34" charset="0"/>
              </a:rPr>
              <a:t>Ho </a:t>
            </a:r>
            <a:r>
              <a:rPr lang="fr-FR" sz="5000" b="1" dirty="0" err="1" smtClean="0">
                <a:latin typeface="Arial Black" pitchFamily="34" charset="0"/>
              </a:rPr>
              <a:t>Mpanomponao</a:t>
            </a:r>
            <a:endParaRPr lang="fr-FR" sz="5000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78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Fiverenana</a:t>
            </a:r>
            <a:endParaRPr lang="fr-FR" sz="4000" b="1" dirty="0" smtClean="0">
              <a:solidFill>
                <a:srgbClr val="F79646">
                  <a:lumMod val="50000"/>
                </a:srgbClr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Hanoa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sitrakao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mpanompo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vonona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Hitory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hatrany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ilay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Fitiavanao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Ambaram-pialam-pofon'aiko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4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 2</a:t>
            </a:r>
            <a:endParaRPr lang="fr-FR" sz="4000" b="1" dirty="0" smtClean="0">
              <a:solidFill>
                <a:srgbClr val="F79646">
                  <a:lumMod val="50000"/>
                </a:srgbClr>
              </a:solidFill>
              <a:latin typeface="Arial Black" pitchFamily="34" charset="0"/>
            </a:endParaRPr>
          </a:p>
          <a:p>
            <a:pPr algn="ctr"/>
            <a:r>
              <a:rPr lang="fr-FR" sz="4000" b="1" dirty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3.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Eo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anilanao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fifaliako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mandrakizay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tiako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vavolombelonao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mamiko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tena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iriko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tokoa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60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Fiverenana</a:t>
            </a:r>
            <a:endParaRPr lang="fr-FR" sz="4000" b="1" dirty="0" smtClean="0">
              <a:solidFill>
                <a:srgbClr val="F79646">
                  <a:lumMod val="50000"/>
                </a:srgbClr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Hanoa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sitrakao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mpanompo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vonona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Hitory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hatrany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ilay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Fitiavanao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Ambaram-pialam-pofon'aiko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4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 2</a:t>
            </a:r>
          </a:p>
          <a:p>
            <a:pPr algn="ctr"/>
            <a:r>
              <a:rPr lang="fr-FR" sz="4000" b="1" dirty="0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4.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Fantatro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sarotra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diako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Marobe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zavatra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sedraiko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Nefa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Ianao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momba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ahy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Dia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hanan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-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tahotra</a:t>
            </a:r>
            <a:endParaRPr lang="fr-FR" sz="5000" b="1" dirty="0" smtClean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fanahy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665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0" y="0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 err="1" smtClean="0">
                <a:solidFill>
                  <a:srgbClr val="F79646">
                    <a:lumMod val="50000"/>
                  </a:srgbClr>
                </a:solidFill>
                <a:latin typeface="Arial Black" pitchFamily="34" charset="0"/>
              </a:rPr>
              <a:t>Fiverenana</a:t>
            </a:r>
            <a:endParaRPr lang="fr-FR" sz="4000" b="1" dirty="0" smtClean="0">
              <a:solidFill>
                <a:srgbClr val="F79646">
                  <a:lumMod val="50000"/>
                </a:srgbClr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 smtClean="0">
                <a:solidFill>
                  <a:prstClr val="black"/>
                </a:solidFill>
                <a:latin typeface="Arial Black" pitchFamily="34" charset="0"/>
              </a:rPr>
              <a:t>Hanoa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sitrakao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izay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tianao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Ka ho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mpanompo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vonona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Hitory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hatrany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ilay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Fitiavanao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Ambaram-pialam-pofon'aiko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4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push dir="u"/>
      </p:transition>
    </mc:Choice>
    <mc:Fallback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188</Words>
  <Application>Microsoft Office PowerPoint</Application>
  <PresentationFormat>Affichage à l'écran (4:3)</PresentationFormat>
  <Paragraphs>58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Rabearison</cp:lastModifiedBy>
  <cp:revision>126</cp:revision>
  <dcterms:created xsi:type="dcterms:W3CDTF">2011-09-28T14:59:36Z</dcterms:created>
  <dcterms:modified xsi:type="dcterms:W3CDTF">2012-05-18T06:53:30Z</dcterms:modified>
</cp:coreProperties>
</file>