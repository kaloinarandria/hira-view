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267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966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18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5926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8234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36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12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60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416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294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632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EF284-4FEA-4804-93BC-58CFEC81D0D1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8BFC6-EAD2-438C-B5D5-18ECBE7C6BC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319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901" y="-186897"/>
            <a:ext cx="9226501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F19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1-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no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Mpiandry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mampahory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;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Ahimaintso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handriana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velombolo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;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Eny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hanahy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akory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-marina,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lala-tsambatra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(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Sambatra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5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ifaliana</a:t>
            </a:r>
            <a:r>
              <a:rPr kumimoji="0" lang="en-GB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).</a:t>
            </a:r>
            <a:endParaRPr kumimoji="0" lang="en-GB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8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" y="487025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C0000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mpiandry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mampahory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Ahimaintso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handriako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Ranon’aina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sotroiko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velominy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matory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-marina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itondrany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12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07504" y="-4634"/>
            <a:ext cx="914400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2-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aloky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fasana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aza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tazantsika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intsony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;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hatahotra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loza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mihazona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Tsorak’azo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nitondrany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tehiny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any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ambony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manolotra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fanahiko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Toky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92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" y="487025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C0000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mpiandry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mampahory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Ahimaintso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handriako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Ranon’aina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sotroiko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velominy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matory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-marina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itondrany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890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61890" y="117693"/>
            <a:ext cx="777738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3-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imasom-pahavalo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latabatro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velariny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;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Diloilo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feno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hanitra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 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Efa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namotosany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Safononoka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tantely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kapoakako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namboariny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Fahasoavana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sisa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Afaka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ahiahy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Afaka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ahiahy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397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" y="487025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C0000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mpiandry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mampahory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Ahimaintso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handriako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Ranon’aina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sotroiko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velominy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matory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-marina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itondrany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29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332656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Franklin Gothic Demi" pitchFamily="34" charset="0"/>
                <a:cs typeface="Times New Roman" pitchFamily="18" charset="0"/>
              </a:rPr>
              <a:t>4-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an-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tranonao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hialofana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;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Ka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afa-miditra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hetraketraky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feno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antra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irakofana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androm-pifaliana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95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" y="487025"/>
            <a:ext cx="9144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4800" dirty="0" smtClean="0">
                <a:solidFill>
                  <a:srgbClr val="C00000"/>
                </a:solidFill>
                <a:latin typeface="Franklin Gothic Demi" pitchFamily="34" charset="0"/>
                <a:cs typeface="Times New Roman" pitchFamily="18" charset="0"/>
              </a:rPr>
              <a:t>Ref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Franklin Gothic Demi" pitchFamily="34" charset="0"/>
                <a:cs typeface="Times New Roman" pitchFamily="18" charset="0"/>
              </a:rPr>
              <a:t> 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Raha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Jehovah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mpiandry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hisy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mampahory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Ahimaintso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no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handriako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 (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Ranon’aina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sotroiko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)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fanahiko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velominy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Miasa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mba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matory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,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Lala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-marina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itondrany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    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ho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foiko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.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8100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Office PowerPoint</Application>
  <PresentationFormat>Affichage à l'écran (4:3)</PresentationFormat>
  <Paragraphs>66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2012-11-13T07:04:21Z</dcterms:created>
  <dcterms:modified xsi:type="dcterms:W3CDTF">2012-11-13T07:11:25Z</dcterms:modified>
</cp:coreProperties>
</file>