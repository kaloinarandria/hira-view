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C20E5-46E1-4443-93F4-BA3C4C206CCD}" type="datetimeFigureOut">
              <a:rPr lang="fr-FR" smtClean="0"/>
              <a:pPr/>
              <a:t>09/10/2019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8"/>
          </a:xfrm>
        </p:spPr>
        <p:txBody>
          <a:bodyPr/>
          <a:lstStyle/>
          <a:p>
            <a:r>
              <a:rPr lang="fr-FR" dirty="0" smtClean="0"/>
              <a:t>FIF 145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 algn="l"/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1.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Iza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no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hahasaraka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ahy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Aminao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Jeso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o!</a:t>
            </a:r>
          </a:p>
          <a:p>
            <a:pPr algn="l"/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Tompo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tia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nanavotra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ahy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Hianao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Kristy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o! o!</a:t>
            </a:r>
            <a:endParaRPr lang="fr-FR" sz="60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8"/>
          </a:xfrm>
        </p:spPr>
        <p:txBody>
          <a:bodyPr/>
          <a:lstStyle/>
          <a:p>
            <a:r>
              <a:rPr lang="fr-FR" dirty="0" smtClean="0"/>
              <a:t>FIF 145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785794"/>
            <a:ext cx="8929718" cy="6072206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loza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ve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, sa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mosary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Sa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fanenjehana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mafy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?</a:t>
            </a:r>
          </a:p>
          <a:p>
            <a:pPr algn="l"/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fahafatesana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aza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eny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Eny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tsy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hamoizako</a:t>
            </a:r>
            <a:r>
              <a:rPr lang="fr-FR" sz="60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endParaRPr lang="fr-FR" sz="60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8"/>
          </a:xfrm>
        </p:spPr>
        <p:txBody>
          <a:bodyPr/>
          <a:lstStyle/>
          <a:p>
            <a:r>
              <a:rPr lang="fr-FR" dirty="0" smtClean="0"/>
              <a:t>FIF 145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785794"/>
            <a:ext cx="9144000" cy="6072206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Iza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hahasaraka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ahy</a:t>
            </a:r>
            <a:endParaRPr lang="fr-FR" sz="6600" b="1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Amin’ny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fitiavanao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? </a:t>
            </a:r>
          </a:p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He,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foko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manahy</a:t>
            </a:r>
            <a:endParaRPr lang="fr-FR" sz="6600" b="1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Tafatoetra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Aminao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!</a:t>
            </a:r>
            <a:endParaRPr lang="fr-FR" sz="66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8"/>
          </a:xfrm>
        </p:spPr>
        <p:txBody>
          <a:bodyPr/>
          <a:lstStyle/>
          <a:p>
            <a:r>
              <a:rPr lang="fr-FR" dirty="0" smtClean="0"/>
              <a:t>FIF 145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108520" y="785794"/>
            <a:ext cx="9649072" cy="6072206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loza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ve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 sa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mosary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Sa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fanenjehana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?</a:t>
            </a: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fahafatesana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Eny,tsy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hamoizako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endParaRPr lang="fr-FR" sz="66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27709" y="0"/>
            <a:ext cx="9756576" cy="6072206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finoana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ampinga</a:t>
            </a:r>
            <a:endParaRPr lang="fr-FR" sz="6600" b="1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baiboly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sabatra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manoatra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mpandresy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Amin’ny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alàlanao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!</a:t>
            </a:r>
            <a:endParaRPr lang="fr-FR" sz="66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8"/>
          </a:xfrm>
        </p:spPr>
        <p:txBody>
          <a:bodyPr/>
          <a:lstStyle/>
          <a:p>
            <a:r>
              <a:rPr lang="fr-FR" dirty="0" smtClean="0"/>
              <a:t>FIF 145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108520" y="471424"/>
            <a:ext cx="9577064" cy="6072206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loza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ve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 sa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mosary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Sa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fanenjehana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?</a:t>
            </a: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fahafatesana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Eny,tsy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hamoizako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endParaRPr lang="fr-FR" sz="66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8"/>
          </a:xfrm>
        </p:spPr>
        <p:txBody>
          <a:bodyPr/>
          <a:lstStyle/>
          <a:p>
            <a:r>
              <a:rPr lang="fr-FR" dirty="0" smtClean="0"/>
              <a:t>FIF 145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785794"/>
            <a:ext cx="9144000" cy="6072206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4.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Jesosy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feno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hery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aho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endParaRPr lang="fr-FR" sz="6600" b="1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Mpamonjy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olom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bery</a:t>
            </a:r>
            <a:endParaRPr lang="fr-FR" sz="6600" b="1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Vonona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hanoa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!</a:t>
            </a:r>
            <a:endParaRPr lang="fr-FR" sz="66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8"/>
          </a:xfrm>
        </p:spPr>
        <p:txBody>
          <a:bodyPr/>
          <a:lstStyle/>
          <a:p>
            <a:r>
              <a:rPr lang="fr-FR" dirty="0" smtClean="0"/>
              <a:t>FIF 145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108520" y="332656"/>
            <a:ext cx="9721080" cy="6072206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loza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ve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 sa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mosary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Sa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fanenjehana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?</a:t>
            </a: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fahafatesana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aza,eny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Eny,tsy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hamoizako</a:t>
            </a:r>
            <a:r>
              <a:rPr lang="fr-FR" sz="6600" b="1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endParaRPr lang="fr-FR" sz="6600" b="1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endParaRPr lang="fr-FR" sz="66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173</Words>
  <Application>Microsoft Office PowerPoint</Application>
  <PresentationFormat>Affichage à l'écran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FIF 145</vt:lpstr>
      <vt:lpstr>FIF 145</vt:lpstr>
      <vt:lpstr>FIF 145</vt:lpstr>
      <vt:lpstr>FIF 145</vt:lpstr>
      <vt:lpstr>Présentation PowerPoint</vt:lpstr>
      <vt:lpstr>FIF 145</vt:lpstr>
      <vt:lpstr>FIF 145</vt:lpstr>
      <vt:lpstr>FIF 145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FJKM Mandrosoa ILAFY</cp:lastModifiedBy>
  <cp:revision>6</cp:revision>
  <dcterms:created xsi:type="dcterms:W3CDTF">2012-10-05T20:56:28Z</dcterms:created>
  <dcterms:modified xsi:type="dcterms:W3CDTF">2019-10-09T16:54:25Z</dcterms:modified>
</cp:coreProperties>
</file>