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499" autoAdjust="0"/>
    <p:restoredTop sz="94660"/>
  </p:normalViewPr>
  <p:slideViewPr>
    <p:cSldViewPr>
      <p:cViewPr varScale="1">
        <p:scale>
          <a:sx n="62" d="100"/>
          <a:sy n="62" d="100"/>
        </p:scale>
        <p:origin x="-3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tanora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maitso</a:t>
            </a:r>
            <a:r>
              <a:rPr lang="fr-FR" sz="5400" dirty="0" smtClean="0">
                <a:latin typeface="Cambria" pitchFamily="18" charset="0"/>
              </a:rPr>
              <a:t> volo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He! </a:t>
            </a:r>
            <a:r>
              <a:rPr lang="fr-FR" sz="5400" dirty="0" err="1" smtClean="0">
                <a:latin typeface="Cambria" pitchFamily="18" charset="0"/>
              </a:rPr>
              <a:t>Andro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anjaranao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ankehitriny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tenanao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matanjaka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matsilo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fatratra</a:t>
            </a: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Nefa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fiainana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mihelina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mihavàna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Amin’i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Kristy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Mpamonjy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be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2.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jereo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itony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rano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Misononoka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mandeha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mora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Vetivety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foana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mivarina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Amin’ny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hantsana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mahatsiravina</a:t>
            </a: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Toy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fiainana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Vetivety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faly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vetivety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ory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mihavàna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Amin’i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Kristy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Mpamonjy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be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Mora </a:t>
            </a:r>
            <a:r>
              <a:rPr lang="fr-FR" sz="5400" dirty="0" err="1" smtClean="0">
                <a:latin typeface="Cambria" pitchFamily="18" charset="0"/>
              </a:rPr>
              <a:t>miova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eto</a:t>
            </a:r>
            <a:r>
              <a:rPr lang="fr-FR" sz="5400" dirty="0" smtClean="0">
                <a:latin typeface="Cambria" pitchFamily="18" charset="0"/>
              </a:rPr>
              <a:t> an-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tsara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mateza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ambony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hita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Fahasambarana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fiadanana</a:t>
            </a: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FIF 244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Mora </a:t>
            </a:r>
            <a:r>
              <a:rPr lang="fr-FR" sz="5400" dirty="0" err="1" smtClean="0">
                <a:latin typeface="Cambria" pitchFamily="18" charset="0"/>
              </a:rPr>
              <a:t>miova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fiainana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mihelina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mety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mihavàna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Amin’i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Kristy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Mpamonjy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be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244</vt:lpstr>
      <vt:lpstr>FIF 244</vt:lpstr>
      <vt:lpstr>FIF 244</vt:lpstr>
      <vt:lpstr>FIF 244</vt:lpstr>
      <vt:lpstr>FIF 244</vt:lpstr>
      <vt:lpstr>FIF 244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244</dc:title>
  <cp:lastModifiedBy>MIARINTSOA</cp:lastModifiedBy>
  <cp:revision>2</cp:revision>
  <dcterms:modified xsi:type="dcterms:W3CDTF">2012-12-09T16:08:28Z</dcterms:modified>
</cp:coreProperties>
</file>