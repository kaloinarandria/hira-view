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3" r:id="rId3"/>
    <p:sldId id="256" r:id="rId4"/>
    <p:sldId id="257" r:id="rId5"/>
    <p:sldId id="274" r:id="rId6"/>
    <p:sldId id="275" r:id="rId7"/>
    <p:sldId id="261" r:id="rId8"/>
    <p:sldId id="276" r:id="rId9"/>
    <p:sldId id="277" r:id="rId10"/>
    <p:sldId id="263" r:id="rId11"/>
    <p:sldId id="278" r:id="rId12"/>
    <p:sldId id="279" r:id="rId13"/>
    <p:sldId id="267" r:id="rId14"/>
    <p:sldId id="280" r:id="rId15"/>
    <p:sldId id="281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549" autoAdjust="0"/>
    <p:restoredTop sz="92857" autoAdjust="0"/>
  </p:normalViewPr>
  <p:slideViewPr>
    <p:cSldViewPr>
      <p:cViewPr varScale="1">
        <p:scale>
          <a:sx n="60" d="100"/>
          <a:sy n="60" d="100"/>
        </p:scale>
        <p:origin x="-45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23/10/2014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23/10/2014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23/10/2014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23/10/2014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23/10/2014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23/10/2014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23/10/2014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23/10/2014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23/10/2014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23/10/2014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C6B7B-F1AC-4343-B0CF-91E511DEF369}" type="datetimeFigureOut">
              <a:rPr lang="fr-FR" smtClean="0"/>
              <a:pPr/>
              <a:t>23/10/2014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C6B7B-F1AC-4343-B0CF-91E511DEF369}" type="datetimeFigureOut">
              <a:rPr lang="fr-FR" smtClean="0"/>
              <a:pPr/>
              <a:t>23/10/2014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5A115-FC28-4A0C-A65D-70CCE199B48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10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Asandrato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avo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hiranao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dirty="0" smtClean="0">
                <a:latin typeface="Cambria" pitchFamily="18" charset="0"/>
              </a:rPr>
              <a:t>FIF 10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785794"/>
            <a:ext cx="9144000" cy="6072206"/>
          </a:xfrm>
        </p:spPr>
        <p:txBody>
          <a:bodyPr>
            <a:noAutofit/>
          </a:bodyPr>
          <a:lstStyle/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namorona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Tamim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pahendrena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sz="5400" dirty="0" smtClean="0"/>
              <a:t>FIF 10</a:t>
            </a: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6000792"/>
          </a:xfrm>
        </p:spPr>
        <p:txBody>
          <a:bodyPr>
            <a:normAutofit/>
          </a:bodyPr>
          <a:lstStyle/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fideràna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atolorinao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fanajana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an'Andriamanitra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 algn="l"/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sz="5400" dirty="0" smtClean="0"/>
              <a:t>FIF 10</a:t>
            </a: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5929354"/>
          </a:xfrm>
        </p:spPr>
        <p:txBody>
          <a:bodyPr>
            <a:noAutofit/>
          </a:bodyPr>
          <a:lstStyle/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2. Dia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saino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ataon'ny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vorona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mahalala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mankasitraka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sz="5400" dirty="0" smtClean="0"/>
              <a:t>FIF 10</a:t>
            </a: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5929354"/>
          </a:xfrm>
        </p:spPr>
        <p:txBody>
          <a:bodyPr>
            <a:noAutofit/>
          </a:bodyPr>
          <a:lstStyle/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An'Andriamanitra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Mpamorona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aman'alina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sz="5400" dirty="0" smtClean="0"/>
              <a:t>FIF 10</a:t>
            </a: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6000792"/>
          </a:xfrm>
        </p:spPr>
        <p:txBody>
          <a:bodyPr>
            <a:normAutofit/>
          </a:bodyPr>
          <a:lstStyle/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fideràna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atolorinao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fanajana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an'Andriamanitra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 algn="l"/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sz="5400" dirty="0" smtClean="0"/>
              <a:t>FIF 10</a:t>
            </a: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642918"/>
            <a:ext cx="8858280" cy="6000792"/>
          </a:xfrm>
        </p:spPr>
        <p:txBody>
          <a:bodyPr>
            <a:noAutofit/>
          </a:bodyPr>
          <a:lstStyle/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derao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nahary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namelona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sz="5400" dirty="0" smtClean="0"/>
              <a:t>FIF 10</a:t>
            </a: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85720" y="642918"/>
            <a:ext cx="8858280" cy="6000792"/>
          </a:xfrm>
        </p:spPr>
        <p:txBody>
          <a:bodyPr>
            <a:noAutofit/>
          </a:bodyPr>
          <a:lstStyle/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marary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finaritra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Mpanohana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sz="5400" dirty="0" smtClean="0"/>
              <a:t>FIF 10</a:t>
            </a: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6000792"/>
          </a:xfrm>
        </p:spPr>
        <p:txBody>
          <a:bodyPr>
            <a:normAutofit/>
          </a:bodyPr>
          <a:lstStyle/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fideràna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atolorinao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fanajana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an'Andriamanitra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 algn="l"/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sz="5400" dirty="0" smtClean="0"/>
              <a:t>FIF 10</a:t>
            </a: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6000792"/>
          </a:xfrm>
        </p:spPr>
        <p:txBody>
          <a:bodyPr>
            <a:noAutofit/>
          </a:bodyPr>
          <a:lstStyle/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Malalany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nirahiny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tety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sz="5400" dirty="0" smtClean="0"/>
              <a:t>FIF 10</a:t>
            </a: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6000792"/>
          </a:xfrm>
        </p:spPr>
        <p:txBody>
          <a:bodyPr>
            <a:noAutofit/>
          </a:bodyPr>
          <a:lstStyle/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hanandratra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zanany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mpandova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ery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sz="5400" dirty="0" smtClean="0"/>
              <a:t>FIF 10</a:t>
            </a: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6000792"/>
          </a:xfrm>
        </p:spPr>
        <p:txBody>
          <a:bodyPr>
            <a:normAutofit/>
          </a:bodyPr>
          <a:lstStyle/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fideràna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atolorinao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fanajana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an'Andriamanitra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 algn="l"/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sz="5400" dirty="0" smtClean="0"/>
              <a:t>FIF 10</a:t>
            </a: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6000792"/>
          </a:xfrm>
        </p:spPr>
        <p:txBody>
          <a:bodyPr>
            <a:noAutofit/>
          </a:bodyPr>
          <a:lstStyle/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atero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hasina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 algn="l"/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Vola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harena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rahateo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sz="5400" dirty="0" smtClean="0"/>
              <a:t>FIF 10</a:t>
            </a: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6000792"/>
          </a:xfrm>
        </p:spPr>
        <p:txBody>
          <a:bodyPr>
            <a:noAutofit/>
          </a:bodyPr>
          <a:lstStyle/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sitrany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raisina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Manolora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71472" y="1"/>
            <a:ext cx="8358246" cy="857231"/>
          </a:xfrm>
        </p:spPr>
        <p:txBody>
          <a:bodyPr>
            <a:noAutofit/>
          </a:bodyPr>
          <a:lstStyle/>
          <a:p>
            <a:r>
              <a:rPr lang="fr-FR" sz="5400" dirty="0" smtClean="0"/>
              <a:t>FIF 10</a:t>
            </a:r>
            <a:endParaRPr lang="fr-FR" sz="54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14282" y="642918"/>
            <a:ext cx="8929718" cy="6000792"/>
          </a:xfrm>
        </p:spPr>
        <p:txBody>
          <a:bodyPr>
            <a:normAutofit/>
          </a:bodyPr>
          <a:lstStyle/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fideràna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atolorinao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fanajana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algn="l"/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an'Andriamanitra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 algn="l"/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227</Words>
  <Application>Microsoft Office PowerPoint</Application>
  <PresentationFormat>Affichage à l'écran (4:3)</PresentationFormat>
  <Paragraphs>56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Thème Office</vt:lpstr>
      <vt:lpstr>FIF 10</vt:lpstr>
      <vt:lpstr>FIF 10</vt:lpstr>
      <vt:lpstr>FIF 10</vt:lpstr>
      <vt:lpstr>FIF 10</vt:lpstr>
      <vt:lpstr>FIF 10</vt:lpstr>
      <vt:lpstr>FIF 10</vt:lpstr>
      <vt:lpstr>FIF 10</vt:lpstr>
      <vt:lpstr>FIF 10</vt:lpstr>
      <vt:lpstr>FIF 10</vt:lpstr>
      <vt:lpstr>FIF 10</vt:lpstr>
      <vt:lpstr>FIF 10</vt:lpstr>
      <vt:lpstr>FIF 10</vt:lpstr>
      <vt:lpstr>FIF 10</vt:lpstr>
      <vt:lpstr>FIF 10</vt:lpstr>
      <vt:lpstr>FIF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10</dc:title>
  <dc:creator>MIARINTSOA</dc:creator>
  <cp:lastModifiedBy>M</cp:lastModifiedBy>
  <cp:revision>5</cp:revision>
  <dcterms:created xsi:type="dcterms:W3CDTF">2012-10-03T19:26:45Z</dcterms:created>
  <dcterms:modified xsi:type="dcterms:W3CDTF">2014-10-23T16:52:01Z</dcterms:modified>
</cp:coreProperties>
</file>