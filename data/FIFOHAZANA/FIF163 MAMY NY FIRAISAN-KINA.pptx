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3AF29-9E8F-4A68-A58A-D23D0053454B}" type="datetimeFigureOut">
              <a:rPr lang="fr-FR" smtClean="0"/>
              <a:pPr/>
              <a:t>16/10/2019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7D31-3F85-439A-A781-879AD880EF4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468544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600" b="1" dirty="0" smtClean="0">
                <a:latin typeface="Cambria" pitchFamily="18" charset="0"/>
              </a:rPr>
              <a:t>1. Mamy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firaisan</a:t>
            </a:r>
            <a:r>
              <a:rPr lang="fr-FR" sz="6600" b="1" dirty="0" smtClean="0">
                <a:latin typeface="Cambria" pitchFamily="18" charset="0"/>
              </a:rPr>
              <a:t>-</a:t>
            </a:r>
            <a:r>
              <a:rPr lang="fr-FR" sz="6600" b="1" dirty="0" err="1" smtClean="0">
                <a:latin typeface="Cambria" pitchFamily="18" charset="0"/>
              </a:rPr>
              <a:t>kina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Ikambanantsika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izao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600" b="1" dirty="0" err="1" smtClean="0">
                <a:latin typeface="Cambria" pitchFamily="18" charset="0"/>
              </a:rPr>
              <a:t>Izay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misy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fanerena</a:t>
            </a:r>
            <a:r>
              <a:rPr lang="fr-FR" sz="6600" b="1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600" b="1" dirty="0" smtClean="0">
                <a:latin typeface="Cambria" pitchFamily="18" charset="0"/>
              </a:rPr>
              <a:t>Fa </a:t>
            </a:r>
            <a:r>
              <a:rPr lang="fr-FR" sz="6600" b="1" dirty="0" err="1" smtClean="0">
                <a:latin typeface="Cambria" pitchFamily="18" charset="0"/>
              </a:rPr>
              <a:t>atao</a:t>
            </a:r>
            <a:r>
              <a:rPr lang="fr-FR" sz="6600" b="1" dirty="0" smtClean="0">
                <a:latin typeface="Cambria" pitchFamily="18" charset="0"/>
              </a:rPr>
              <a:t> an-</a:t>
            </a:r>
            <a:r>
              <a:rPr lang="fr-FR" sz="6600" b="1" dirty="0" err="1" smtClean="0">
                <a:latin typeface="Cambria" pitchFamily="18" charset="0"/>
              </a:rPr>
              <a:t>tsitrapo</a:t>
            </a: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1932" y="714356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600" b="1" dirty="0" err="1" smtClean="0">
                <a:latin typeface="Cambria" pitchFamily="18" charset="0"/>
              </a:rPr>
              <a:t>Izany</a:t>
            </a:r>
            <a:r>
              <a:rPr lang="fr-FR" sz="6600" b="1" dirty="0" smtClean="0">
                <a:latin typeface="Cambria" pitchFamily="18" charset="0"/>
              </a:rPr>
              <a:t> no </a:t>
            </a:r>
            <a:r>
              <a:rPr lang="fr-FR" sz="6600" b="1" dirty="0" err="1" smtClean="0">
                <a:latin typeface="Cambria" pitchFamily="18" charset="0"/>
              </a:rPr>
              <a:t>firaisan</a:t>
            </a:r>
            <a:r>
              <a:rPr lang="fr-FR" sz="6600" b="1" dirty="0" smtClean="0">
                <a:latin typeface="Cambria" pitchFamily="18" charset="0"/>
              </a:rPr>
              <a:t>-</a:t>
            </a:r>
            <a:r>
              <a:rPr lang="fr-FR" sz="6600" b="1" dirty="0" err="1" smtClean="0">
                <a:latin typeface="Cambria" pitchFamily="18" charset="0"/>
              </a:rPr>
              <a:t>tsara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600" b="1" dirty="0" err="1" smtClean="0">
                <a:latin typeface="Cambria" pitchFamily="18" charset="0"/>
              </a:rPr>
              <a:t>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be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fifaliana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600" b="1" dirty="0" smtClean="0">
                <a:latin typeface="Cambria" pitchFamily="18" charset="0"/>
              </a:rPr>
              <a:t>Mamy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firaisan</a:t>
            </a:r>
            <a:r>
              <a:rPr lang="fr-FR" sz="6600" b="1" dirty="0" smtClean="0">
                <a:latin typeface="Cambria" pitchFamily="18" charset="0"/>
              </a:rPr>
              <a:t>-</a:t>
            </a:r>
            <a:r>
              <a:rPr lang="fr-FR" sz="6600" b="1" dirty="0" err="1" smtClean="0">
                <a:latin typeface="Cambria" pitchFamily="18" charset="0"/>
              </a:rPr>
              <a:t>kina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600" b="1" dirty="0" err="1" smtClean="0">
                <a:latin typeface="Cambria" pitchFamily="18" charset="0"/>
              </a:rPr>
              <a:t>Ikambanantsika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izao</a:t>
            </a:r>
            <a:endParaRPr lang="fr-FR" sz="66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64409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2. </a:t>
            </a:r>
            <a:r>
              <a:rPr lang="fr-FR" sz="6000" b="1" dirty="0" err="1" smtClean="0">
                <a:latin typeface="Cambria" pitchFamily="18" charset="0"/>
              </a:rPr>
              <a:t>Manam</a:t>
            </a:r>
            <a:r>
              <a:rPr lang="fr-FR" sz="6000" b="1" dirty="0" smtClean="0">
                <a:latin typeface="Cambria" pitchFamily="18" charset="0"/>
              </a:rPr>
              <a:t>-</a:t>
            </a:r>
            <a:r>
              <a:rPr lang="fr-FR" sz="6000" b="1" dirty="0" err="1" smtClean="0">
                <a:latin typeface="Cambria" pitchFamily="18" charset="0"/>
              </a:rPr>
              <a:t>petra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sady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fohy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Izao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fiainantsika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izao</a:t>
            </a:r>
            <a:r>
              <a:rPr lang="fr-FR" sz="6000" b="1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Ka </a:t>
            </a:r>
            <a:r>
              <a:rPr lang="fr-FR" sz="6000" b="1" dirty="0" err="1" smtClean="0">
                <a:latin typeface="Cambria" pitchFamily="18" charset="0"/>
              </a:rPr>
              <a:t>samia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manao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mety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Dieny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mbola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velona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571480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Hampisaraka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ihany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fahafatesana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Mamy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firaisan</a:t>
            </a:r>
            <a:r>
              <a:rPr lang="fr-FR" sz="6000" b="1" dirty="0" smtClean="0">
                <a:latin typeface="Cambria" pitchFamily="18" charset="0"/>
              </a:rPr>
              <a:t>-</a:t>
            </a:r>
            <a:r>
              <a:rPr lang="fr-FR" sz="6000" b="1" dirty="0" err="1" smtClean="0">
                <a:latin typeface="Cambria" pitchFamily="18" charset="0"/>
              </a:rPr>
              <a:t>kina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Ikambanantsika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izao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571480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3.</a:t>
            </a:r>
            <a:r>
              <a:rPr lang="fr-FR" sz="6000" b="1" dirty="0" err="1" smtClean="0">
                <a:latin typeface="Cambria" pitchFamily="18" charset="0"/>
              </a:rPr>
              <a:t>Ry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mpanompon’i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Jesosy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taranako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anie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Hihamaro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hitombo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Fifankatiavana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571480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Izany</a:t>
            </a:r>
            <a:r>
              <a:rPr lang="fr-FR" sz="6000" b="1" dirty="0" smtClean="0">
                <a:latin typeface="Cambria" pitchFamily="18" charset="0"/>
              </a:rPr>
              <a:t> no ho </a:t>
            </a:r>
            <a:r>
              <a:rPr lang="fr-FR" sz="6000" b="1" dirty="0" err="1" smtClean="0">
                <a:latin typeface="Cambria" pitchFamily="18" charset="0"/>
              </a:rPr>
              <a:t>tsangam</a:t>
            </a:r>
            <a:r>
              <a:rPr lang="fr-FR" sz="6000" b="1" dirty="0" smtClean="0">
                <a:latin typeface="Cambria" pitchFamily="18" charset="0"/>
              </a:rPr>
              <a:t>-</a:t>
            </a:r>
            <a:r>
              <a:rPr lang="fr-FR" sz="6000" b="1" dirty="0" err="1" smtClean="0">
                <a:latin typeface="Cambria" pitchFamily="18" charset="0"/>
              </a:rPr>
              <a:t>bato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Tsy</a:t>
            </a:r>
            <a:r>
              <a:rPr lang="fr-FR" sz="6000" b="1" dirty="0" smtClean="0">
                <a:latin typeface="Cambria" pitchFamily="18" charset="0"/>
              </a:rPr>
              <a:t> ho </a:t>
            </a:r>
            <a:r>
              <a:rPr lang="fr-FR" sz="6000" b="1" dirty="0" err="1" smtClean="0">
                <a:latin typeface="Cambria" pitchFamily="18" charset="0"/>
              </a:rPr>
              <a:t>levona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aminao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Mamy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firaisan</a:t>
            </a:r>
            <a:r>
              <a:rPr lang="fr-FR" sz="6000" b="1" dirty="0" smtClean="0">
                <a:latin typeface="Cambria" pitchFamily="18" charset="0"/>
              </a:rPr>
              <a:t>-</a:t>
            </a:r>
            <a:r>
              <a:rPr lang="fr-FR" sz="6000" b="1" dirty="0" err="1" smtClean="0">
                <a:latin typeface="Cambria" pitchFamily="18" charset="0"/>
              </a:rPr>
              <a:t>kina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Ikambanantsika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izao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571480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4.</a:t>
            </a:r>
            <a:r>
              <a:rPr lang="fr-FR" sz="6000" b="1" dirty="0" err="1" smtClean="0">
                <a:latin typeface="Cambria" pitchFamily="18" charset="0"/>
              </a:rPr>
              <a:t>Fahoriana</a:t>
            </a:r>
            <a:r>
              <a:rPr lang="fr-FR" sz="6000" b="1" dirty="0" smtClean="0">
                <a:latin typeface="Cambria" pitchFamily="18" charset="0"/>
              </a:rPr>
              <a:t> ho </a:t>
            </a:r>
            <a:r>
              <a:rPr lang="fr-FR" sz="6000" b="1" dirty="0" err="1" smtClean="0">
                <a:latin typeface="Cambria" pitchFamily="18" charset="0"/>
              </a:rPr>
              <a:t>antsika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Raha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mifankatia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Ka </a:t>
            </a:r>
            <a:r>
              <a:rPr lang="fr-FR" sz="6000" b="1" dirty="0" err="1" smtClean="0">
                <a:latin typeface="Cambria" pitchFamily="18" charset="0"/>
              </a:rPr>
              <a:t>aoka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hankato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didy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Izay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nomena</a:t>
            </a:r>
            <a:r>
              <a:rPr lang="fr-FR" sz="6000" b="1" dirty="0" smtClean="0">
                <a:latin typeface="Cambria" pitchFamily="18" charset="0"/>
              </a:rPr>
              <a:t> ho </a:t>
            </a:r>
            <a:r>
              <a:rPr lang="fr-FR" sz="6000" b="1" dirty="0" err="1" smtClean="0">
                <a:latin typeface="Cambria" pitchFamily="18" charset="0"/>
              </a:rPr>
              <a:t>anao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571480"/>
            <a:ext cx="9501222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Izany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hananantsika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Fanahy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Masina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latin typeface="Cambria" pitchFamily="18" charset="0"/>
              </a:rPr>
              <a:t>Mamy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firaisan</a:t>
            </a:r>
            <a:r>
              <a:rPr lang="fr-FR" sz="6000" b="1" dirty="0" smtClean="0">
                <a:latin typeface="Cambria" pitchFamily="18" charset="0"/>
              </a:rPr>
              <a:t>-</a:t>
            </a:r>
            <a:r>
              <a:rPr lang="fr-FR" sz="6000" b="1" dirty="0" err="1" smtClean="0">
                <a:latin typeface="Cambria" pitchFamily="18" charset="0"/>
              </a:rPr>
              <a:t>kina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latin typeface="Cambria" pitchFamily="18" charset="0"/>
              </a:rPr>
              <a:t>Ikambanantsika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izao</a:t>
            </a: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 smtClean="0"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116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FIF 163</vt:lpstr>
      <vt:lpstr>FIF 163</vt:lpstr>
      <vt:lpstr>FIF 163</vt:lpstr>
      <vt:lpstr>FIF 163</vt:lpstr>
      <vt:lpstr>FIF 163</vt:lpstr>
      <vt:lpstr>FIF 163</vt:lpstr>
      <vt:lpstr>FIF 163</vt:lpstr>
      <vt:lpstr>FIF 163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147</dc:title>
  <dc:creator>MIARINTSOA</dc:creator>
  <cp:lastModifiedBy>FJKM Mandrosoa ILAFY</cp:lastModifiedBy>
  <cp:revision>9</cp:revision>
  <dcterms:created xsi:type="dcterms:W3CDTF">2012-10-05T21:01:04Z</dcterms:created>
  <dcterms:modified xsi:type="dcterms:W3CDTF">2019-10-16T17:07:11Z</dcterms:modified>
</cp:coreProperties>
</file>