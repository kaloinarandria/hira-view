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8" r:id="rId2"/>
    <p:sldId id="266" r:id="rId3"/>
    <p:sldId id="259" r:id="rId4"/>
    <p:sldId id="267" r:id="rId5"/>
    <p:sldId id="260" r:id="rId6"/>
    <p:sldId id="268" r:id="rId7"/>
    <p:sldId id="261" r:id="rId8"/>
    <p:sldId id="269" r:id="rId9"/>
    <p:sldId id="262" r:id="rId10"/>
    <p:sldId id="270" r:id="rId11"/>
    <p:sldId id="263" r:id="rId12"/>
    <p:sldId id="271" r:id="rId13"/>
    <p:sldId id="264" r:id="rId14"/>
    <p:sldId id="272" r:id="rId15"/>
    <p:sldId id="265" r:id="rId16"/>
    <p:sldId id="273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503694-8245-4E8B-A6F3-C275F480E92A}" type="datetimeFigureOut">
              <a:rPr lang="fr-FR" smtClean="0"/>
              <a:t>08/11/2019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0A99-FB40-470D-9B5F-B2C095436A0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1731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27242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6351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1675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54476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349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15471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091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60A99-FB40-470D-9B5F-B2C095436A0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4561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886BE-A26E-4AAF-8A66-B3EABFBFAF07}" type="datetimeFigureOut">
              <a:rPr lang="fr-FR" smtClean="0"/>
              <a:pPr/>
              <a:t>08/11/2019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76134-909F-4BC1-8685-32383E3EFCEC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10000"/>
          </a:bodyPr>
          <a:lstStyle/>
          <a:p>
            <a:pPr marL="914400" indent="-914400">
              <a:buNone/>
            </a:pPr>
            <a:r>
              <a:rPr lang="fr-FR" sz="6000" b="1" dirty="0" smtClean="0">
                <a:latin typeface="Cambria" pitchFamily="18" charset="0"/>
              </a:rPr>
              <a:t>1.Hafa </a:t>
            </a:r>
            <a:r>
              <a:rPr lang="fr-FR" sz="6000" b="1" dirty="0" err="1">
                <a:latin typeface="Cambria" pitchFamily="18" charset="0"/>
              </a:rPr>
              <a:t>ihany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Niforona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teto</a:t>
            </a:r>
            <a:r>
              <a:rPr lang="fr-FR" sz="6000" b="1" dirty="0">
                <a:latin typeface="Cambria" pitchFamily="18" charset="0"/>
              </a:rPr>
              <a:t> an-</a:t>
            </a:r>
            <a:r>
              <a:rPr lang="fr-FR" sz="6000" b="1" dirty="0" err="1">
                <a:latin typeface="Cambria" pitchFamily="18" charset="0"/>
              </a:rPr>
              <a:t>tanindrazana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Maro</a:t>
            </a:r>
            <a:r>
              <a:rPr lang="fr-FR" sz="6000" b="1" dirty="0">
                <a:latin typeface="Cambria" pitchFamily="18" charset="0"/>
              </a:rPr>
              <a:t> no </a:t>
            </a:r>
            <a:r>
              <a:rPr lang="fr-FR" sz="6000" b="1" dirty="0" err="1">
                <a:latin typeface="Cambria" pitchFamily="18" charset="0"/>
              </a:rPr>
              <a:t>mirenty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mampitsiriritra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Hafa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ihany</a:t>
            </a:r>
            <a:r>
              <a:rPr lang="fr-FR" sz="6000" b="1" dirty="0">
                <a:latin typeface="Cambria" pitchFamily="18" charset="0"/>
              </a:rPr>
              <a:t> ho </a:t>
            </a:r>
            <a:r>
              <a:rPr lang="fr-FR" sz="6000" b="1" dirty="0" err="1">
                <a:latin typeface="Cambria" pitchFamily="18" charset="0"/>
              </a:rPr>
              <a:t>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10000"/>
          </a:bodyPr>
          <a:lstStyle/>
          <a:p>
            <a:pPr marL="914400" indent="-914400">
              <a:buNone/>
            </a:pPr>
            <a:r>
              <a:rPr lang="fr-FR" sz="6000" b="1" dirty="0" smtClean="0">
                <a:latin typeface="Cambria" pitchFamily="18" charset="0"/>
              </a:rPr>
              <a:t>1.Hafa </a:t>
            </a:r>
            <a:r>
              <a:rPr lang="fr-FR" sz="6000" b="1" dirty="0" err="1">
                <a:latin typeface="Cambria" pitchFamily="18" charset="0"/>
              </a:rPr>
              <a:t>ihany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Niforona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teto</a:t>
            </a:r>
            <a:r>
              <a:rPr lang="fr-FR" sz="6000" b="1" dirty="0">
                <a:latin typeface="Cambria" pitchFamily="18" charset="0"/>
              </a:rPr>
              <a:t> an-</a:t>
            </a:r>
            <a:r>
              <a:rPr lang="fr-FR" sz="6000" b="1" dirty="0" err="1">
                <a:latin typeface="Cambria" pitchFamily="18" charset="0"/>
              </a:rPr>
              <a:t>tanindrazana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Maro</a:t>
            </a:r>
            <a:r>
              <a:rPr lang="fr-FR" sz="6000" b="1" dirty="0">
                <a:latin typeface="Cambria" pitchFamily="18" charset="0"/>
              </a:rPr>
              <a:t> no </a:t>
            </a:r>
            <a:r>
              <a:rPr lang="fr-FR" sz="6000" b="1" dirty="0" err="1">
                <a:latin typeface="Cambria" pitchFamily="18" charset="0"/>
              </a:rPr>
              <a:t>mirenty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mampitsiriritra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Hafa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ihany</a:t>
            </a:r>
            <a:r>
              <a:rPr lang="fr-FR" sz="6000" b="1" dirty="0">
                <a:latin typeface="Cambria" pitchFamily="18" charset="0"/>
              </a:rPr>
              <a:t> ho </a:t>
            </a:r>
            <a:r>
              <a:rPr lang="fr-FR" sz="6000" b="1" dirty="0" err="1">
                <a:latin typeface="Cambria" pitchFamily="18" charset="0"/>
              </a:rPr>
              <a:t>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891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Niza</a:t>
            </a:r>
            <a:r>
              <a:rPr lang="fr-FR" sz="6000" b="1" dirty="0">
                <a:latin typeface="Cambria" pitchFamily="18" charset="0"/>
              </a:rPr>
              <a:t> 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haka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fanahy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fantatro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ahy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Izaho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hiova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loko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fantatro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inoako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hitsaratsara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raha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mitazana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Izaho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hiala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amin'ny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9100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Niza</a:t>
            </a:r>
            <a:r>
              <a:rPr lang="fr-FR" sz="6000" b="1" dirty="0">
                <a:latin typeface="Cambria" pitchFamily="18" charset="0"/>
              </a:rPr>
              <a:t> 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haka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fanahy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fantatro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ahy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Izaho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hiova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loko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fantatro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inoako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>
                <a:latin typeface="Cambria" pitchFamily="18" charset="0"/>
              </a:rPr>
              <a:t>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n'</a:t>
            </a:r>
            <a:r>
              <a:rPr lang="fr-FR" sz="6000" b="1" dirty="0" err="1">
                <a:latin typeface="Cambria" pitchFamily="18" charset="0"/>
              </a:rPr>
              <a:t>iza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hitsaratsara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raha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mitazana</a:t>
            </a:r>
            <a:endParaRPr lang="fr-FR" sz="6000" b="1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b="1" dirty="0" err="1">
                <a:latin typeface="Cambria" pitchFamily="18" charset="0"/>
              </a:rPr>
              <a:t>Izaho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tsy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hiala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amin'ny</a:t>
            </a:r>
            <a:r>
              <a:rPr lang="fr-FR" sz="6000" b="1" dirty="0">
                <a:latin typeface="Cambria" pitchFamily="18" charset="0"/>
              </a:rPr>
              <a:t> </a:t>
            </a:r>
            <a:r>
              <a:rPr lang="fr-FR" sz="6000" b="1" dirty="0" err="1">
                <a:latin typeface="Cambria" pitchFamily="18" charset="0"/>
              </a:rPr>
              <a:t>Fifohazana</a:t>
            </a:r>
            <a:endParaRPr lang="fr-FR" sz="6000" b="1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81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2.Hafa </a:t>
            </a:r>
            <a:r>
              <a:rPr lang="fr-FR" sz="6000" dirty="0" err="1">
                <a:latin typeface="Cambria" pitchFamily="18" charset="0"/>
              </a:rPr>
              <a:t>ihany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Na </a:t>
            </a:r>
            <a:r>
              <a:rPr lang="fr-FR" sz="6000" dirty="0" err="1">
                <a:latin typeface="Cambria" pitchFamily="18" charset="0"/>
              </a:rPr>
              <a:t>taona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zina</a:t>
            </a:r>
            <a:r>
              <a:rPr lang="fr-FR" sz="6000" dirty="0">
                <a:latin typeface="Cambria" pitchFamily="18" charset="0"/>
              </a:rPr>
              <a:t> na </a:t>
            </a:r>
            <a:r>
              <a:rPr lang="fr-FR" sz="6000" dirty="0" err="1">
                <a:latin typeface="Cambria" pitchFamily="18" charset="0"/>
              </a:rPr>
              <a:t>tany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ngazana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manome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tsiny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saotra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sahaza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Izany</a:t>
            </a:r>
            <a:r>
              <a:rPr lang="fr-FR" sz="6000" dirty="0">
                <a:latin typeface="Cambria" pitchFamily="18" charset="0"/>
              </a:rPr>
              <a:t> no maha-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19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2.Hafa </a:t>
            </a:r>
            <a:r>
              <a:rPr lang="fr-FR" sz="6000" dirty="0" err="1">
                <a:latin typeface="Cambria" pitchFamily="18" charset="0"/>
              </a:rPr>
              <a:t>ihany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Na </a:t>
            </a:r>
            <a:r>
              <a:rPr lang="fr-FR" sz="6000" dirty="0" err="1">
                <a:latin typeface="Cambria" pitchFamily="18" charset="0"/>
              </a:rPr>
              <a:t>taona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zina</a:t>
            </a:r>
            <a:r>
              <a:rPr lang="fr-FR" sz="6000" dirty="0">
                <a:latin typeface="Cambria" pitchFamily="18" charset="0"/>
              </a:rPr>
              <a:t> na </a:t>
            </a:r>
            <a:r>
              <a:rPr lang="fr-FR" sz="6000" dirty="0" err="1">
                <a:latin typeface="Cambria" pitchFamily="18" charset="0"/>
              </a:rPr>
              <a:t>tany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ngazana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manome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tsiny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saotra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sahaza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Izany</a:t>
            </a:r>
            <a:r>
              <a:rPr lang="fr-FR" sz="6000" dirty="0">
                <a:latin typeface="Cambria" pitchFamily="18" charset="0"/>
              </a:rPr>
              <a:t> no maha-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943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764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24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3.Nampianarina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hanetry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tena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Ho </a:t>
            </a:r>
            <a:r>
              <a:rPr lang="fr-FR" sz="6000" dirty="0" err="1">
                <a:latin typeface="Cambria" pitchFamily="18" charset="0"/>
              </a:rPr>
              <a:t>fahazavana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eto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firenena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Koa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azoko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hamafazana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Hijoro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900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92500" lnSpcReduction="2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3.Nampianarina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hanetry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tena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Ho </a:t>
            </a:r>
            <a:r>
              <a:rPr lang="fr-FR" sz="6000" dirty="0" err="1">
                <a:latin typeface="Cambria" pitchFamily="18" charset="0"/>
              </a:rPr>
              <a:t>fahazavana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eto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firenena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Koa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azoko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hamafazana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Hijoro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049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37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0316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lnSpcReduction="1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4.Vavolombelon'i </a:t>
            </a:r>
            <a:r>
              <a:rPr lang="fr-FR" sz="6000" dirty="0" err="1">
                <a:latin typeface="Cambria" pitchFamily="18" charset="0"/>
              </a:rPr>
              <a:t>Jesoa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Tena </a:t>
            </a:r>
            <a:r>
              <a:rPr lang="fr-FR" sz="6000" dirty="0" err="1">
                <a:latin typeface="Cambria" pitchFamily="18" charset="0"/>
              </a:rPr>
              <a:t>tonga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olom-baovao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Efa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lasa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avokoa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zavatra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taloha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Indro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olona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mifoha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705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lnSpcReduction="10000"/>
          </a:bodyPr>
          <a:lstStyle/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4.Vavolombelon'i </a:t>
            </a:r>
            <a:r>
              <a:rPr lang="fr-FR" sz="6000" dirty="0" err="1">
                <a:latin typeface="Cambria" pitchFamily="18" charset="0"/>
              </a:rPr>
              <a:t>Jesoa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izao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Tena </a:t>
            </a:r>
            <a:r>
              <a:rPr lang="fr-FR" sz="6000" dirty="0" err="1">
                <a:latin typeface="Cambria" pitchFamily="18" charset="0"/>
              </a:rPr>
              <a:t>tonga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olom-baovao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Efa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lasa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avokoa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zavatra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taloha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Indro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aho</a:t>
            </a:r>
            <a:r>
              <a:rPr lang="fr-FR" sz="6000" dirty="0">
                <a:latin typeface="Cambria" pitchFamily="18" charset="0"/>
              </a:rPr>
              <a:t> fa </a:t>
            </a:r>
            <a:r>
              <a:rPr lang="fr-FR" sz="6000" dirty="0" err="1">
                <a:latin typeface="Cambria" pitchFamily="18" charset="0"/>
              </a:rPr>
              <a:t>olona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mifoha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245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05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857916"/>
          </a:xfrm>
        </p:spPr>
        <p:txBody>
          <a:bodyPr>
            <a:normAutofit fontScale="85000" lnSpcReduction="20000"/>
          </a:bodyPr>
          <a:lstStyle/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Niza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haka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fanahy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ahy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hiova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loko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fantatro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inoako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>
                <a:latin typeface="Cambria" pitchFamily="18" charset="0"/>
              </a:rPr>
              <a:t>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n'</a:t>
            </a:r>
            <a:r>
              <a:rPr lang="fr-FR" sz="6000" dirty="0" err="1">
                <a:latin typeface="Cambria" pitchFamily="18" charset="0"/>
              </a:rPr>
              <a:t>iza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hitsaratsara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raha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mitazana</a:t>
            </a:r>
            <a:endParaRPr lang="fr-FR" sz="6000" dirty="0">
              <a:latin typeface="Cambria" pitchFamily="18" charset="0"/>
            </a:endParaRPr>
          </a:p>
          <a:p>
            <a:pPr marL="914400" indent="-914400">
              <a:buNone/>
            </a:pPr>
            <a:r>
              <a:rPr lang="fr-FR" sz="6000" dirty="0" err="1">
                <a:latin typeface="Cambria" pitchFamily="18" charset="0"/>
              </a:rPr>
              <a:t>Izaho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tsy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hiala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amin'ny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>
                <a:latin typeface="Cambria" pitchFamily="18" charset="0"/>
              </a:rPr>
              <a:t>Fifohazana</a:t>
            </a:r>
            <a:endParaRPr lang="fr-FR" sz="6000" dirty="0">
              <a:latin typeface="Cambria" pitchFamily="18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857232"/>
          </a:xfrm>
        </p:spPr>
        <p:txBody>
          <a:bodyPr/>
          <a:lstStyle/>
          <a:p>
            <a:r>
              <a:rPr lang="fr-FR" b="1" dirty="0">
                <a:solidFill>
                  <a:srgbClr val="002060"/>
                </a:solidFill>
                <a:latin typeface="Cambria" pitchFamily="18" charset="0"/>
              </a:rPr>
              <a:t>FIF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365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53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380</Words>
  <Application>Microsoft Office PowerPoint</Application>
  <PresentationFormat>Affichage à l'écran (4:3)</PresentationFormat>
  <Paragraphs>88</Paragraphs>
  <Slides>16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Thème Office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  <vt:lpstr>FIF 365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355</dc:title>
  <dc:creator>M</dc:creator>
  <cp:lastModifiedBy>FJKM Mandrosoa ILAFY</cp:lastModifiedBy>
  <cp:revision>18</cp:revision>
  <dcterms:created xsi:type="dcterms:W3CDTF">2012-10-09T20:34:16Z</dcterms:created>
  <dcterms:modified xsi:type="dcterms:W3CDTF">2019-11-08T14:59:28Z</dcterms:modified>
</cp:coreProperties>
</file>