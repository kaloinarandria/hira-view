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65" r:id="rId4"/>
    <p:sldId id="268" r:id="rId5"/>
    <p:sldId id="266" r:id="rId6"/>
    <p:sldId id="26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4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7F183-ED81-415B-9ED0-9FC2E8F9CA55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967F-0147-4626-98A4-C91CA3BC76C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7F183-ED81-415B-9ED0-9FC2E8F9CA55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967F-0147-4626-98A4-C91CA3BC76C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7F183-ED81-415B-9ED0-9FC2E8F9CA55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967F-0147-4626-98A4-C91CA3BC76C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7F183-ED81-415B-9ED0-9FC2E8F9CA55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967F-0147-4626-98A4-C91CA3BC76C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7F183-ED81-415B-9ED0-9FC2E8F9CA55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967F-0147-4626-98A4-C91CA3BC76C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7F183-ED81-415B-9ED0-9FC2E8F9CA55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967F-0147-4626-98A4-C91CA3BC76C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7F183-ED81-415B-9ED0-9FC2E8F9CA55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967F-0147-4626-98A4-C91CA3BC76C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7F183-ED81-415B-9ED0-9FC2E8F9CA55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967F-0147-4626-98A4-C91CA3BC76C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7F183-ED81-415B-9ED0-9FC2E8F9CA55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967F-0147-4626-98A4-C91CA3BC76C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7F183-ED81-415B-9ED0-9FC2E8F9CA55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967F-0147-4626-98A4-C91CA3BC76C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7F183-ED81-415B-9ED0-9FC2E8F9CA55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967F-0147-4626-98A4-C91CA3BC76C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7F183-ED81-415B-9ED0-9FC2E8F9CA55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4967F-0147-4626-98A4-C91CA3BC76C5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85786" y="1"/>
            <a:ext cx="7786742" cy="1000108"/>
          </a:xfrm>
        </p:spPr>
        <p:txBody>
          <a:bodyPr/>
          <a:lstStyle/>
          <a:p>
            <a:r>
              <a:rPr lang="fr-FR" dirty="0" smtClean="0"/>
              <a:t>FIF 64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357298"/>
            <a:ext cx="9144000" cy="5500702"/>
          </a:xfrm>
        </p:spPr>
        <p:txBody>
          <a:bodyPr>
            <a:normAutofit/>
          </a:bodyPr>
          <a:lstStyle/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1. He!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Tanteraka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tao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vonjy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faly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va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olona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  <a:p>
            <a:pPr algn="l"/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85786" y="1"/>
            <a:ext cx="7772400" cy="1000108"/>
          </a:xfrm>
        </p:spPr>
        <p:txBody>
          <a:bodyPr/>
          <a:lstStyle/>
          <a:p>
            <a:r>
              <a:rPr lang="fr-FR" dirty="0" smtClean="0"/>
              <a:t>FIF 64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natao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sorona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Hanafaka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olombelona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He!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antsika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Fiainan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dapa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soan'ny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Ray</a:t>
            </a:r>
          </a:p>
          <a:p>
            <a:pPr algn="l"/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85786" y="1"/>
            <a:ext cx="7772400" cy="1000108"/>
          </a:xfrm>
        </p:spPr>
        <p:txBody>
          <a:bodyPr/>
          <a:lstStyle/>
          <a:p>
            <a:r>
              <a:rPr lang="fr-FR" dirty="0" smtClean="0"/>
              <a:t>FIF 64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Nahoana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mikaroka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Mitady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fanavotana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maharitra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Kanefa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hoe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tolorana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85786" y="1"/>
            <a:ext cx="7772400" cy="1000108"/>
          </a:xfrm>
        </p:spPr>
        <p:txBody>
          <a:bodyPr/>
          <a:lstStyle/>
          <a:p>
            <a:r>
              <a:rPr lang="fr-FR" dirty="0" smtClean="0"/>
              <a:t>FIF 64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natao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sorona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Hanafaka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olombelona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He!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antsika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Fiainan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dapa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soan'ny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Ray</a:t>
            </a:r>
          </a:p>
          <a:p>
            <a:pPr algn="l"/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85786" y="1"/>
            <a:ext cx="7772400" cy="1000108"/>
          </a:xfrm>
        </p:spPr>
        <p:txBody>
          <a:bodyPr/>
          <a:lstStyle/>
          <a:p>
            <a:r>
              <a:rPr lang="fr-FR" dirty="0" smtClean="0"/>
              <a:t>FIF 64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3. He!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tratrany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Rombaho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hoe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85786" y="1"/>
            <a:ext cx="7772400" cy="1000108"/>
          </a:xfrm>
        </p:spPr>
        <p:txBody>
          <a:bodyPr/>
          <a:lstStyle/>
          <a:p>
            <a:r>
              <a:rPr lang="fr-FR" dirty="0" smtClean="0"/>
              <a:t>FIF 64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natao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sorona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Hanafaka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olombelona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He!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antsika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Fiainan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dapa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soan'ny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Ray</a:t>
            </a:r>
          </a:p>
          <a:p>
            <a:pPr algn="l"/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136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64</vt:lpstr>
      <vt:lpstr>FIF 64</vt:lpstr>
      <vt:lpstr>FIF 64</vt:lpstr>
      <vt:lpstr>FIF 64</vt:lpstr>
      <vt:lpstr>FIF 64</vt:lpstr>
      <vt:lpstr>FIF 64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64</dc:title>
  <dc:creator>MIARINTSOA</dc:creator>
  <cp:lastModifiedBy>MIARINTSOA</cp:lastModifiedBy>
  <cp:revision>1</cp:revision>
  <dcterms:created xsi:type="dcterms:W3CDTF">2012-10-03T20:19:56Z</dcterms:created>
  <dcterms:modified xsi:type="dcterms:W3CDTF">2012-10-03T20:27:47Z</dcterms:modified>
</cp:coreProperties>
</file>