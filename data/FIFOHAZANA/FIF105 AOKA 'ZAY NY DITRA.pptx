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57" r:id="rId4"/>
    <p:sldId id="275" r:id="rId5"/>
    <p:sldId id="263" r:id="rId6"/>
    <p:sldId id="265" r:id="rId7"/>
    <p:sldId id="270" r:id="rId8"/>
    <p:sldId id="271" r:id="rId9"/>
    <p:sldId id="261" r:id="rId10"/>
    <p:sldId id="276" r:id="rId11"/>
    <p:sldId id="264" r:id="rId12"/>
    <p:sldId id="266" r:id="rId13"/>
    <p:sldId id="272" r:id="rId14"/>
    <p:sldId id="273" r:id="rId15"/>
    <p:sldId id="262" r:id="rId16"/>
    <p:sldId id="274" r:id="rId17"/>
    <p:sldId id="256" r:id="rId18"/>
    <p:sldId id="267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489D9-5909-4CC3-987F-97D8E8D279AB}" type="datetimeFigureOut">
              <a:rPr lang="fr-FR" smtClean="0"/>
              <a:pPr/>
              <a:t>26/10/2019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A93CA-CD91-4A4C-8A19-F98AC3A9408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1000108"/>
            <a:ext cx="8572528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928670"/>
            <a:ext cx="8572528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428604"/>
            <a:ext cx="9144064" cy="642939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Ampy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nanaranam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-po,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voalatsa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simba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loatra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hajanao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Ndrao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tafahoatra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mihoatr'izao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785794"/>
            <a:ext cx="8929750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1071546"/>
            <a:ext cx="8786874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928670"/>
            <a:ext cx="8858312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1071546"/>
            <a:ext cx="8858312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sisa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takona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fantatr'isa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tapaho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hevitrao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hanadio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71546"/>
            <a:ext cx="9001188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071546"/>
            <a:ext cx="8929750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1071546"/>
            <a:ext cx="8786874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71546"/>
            <a:ext cx="9144064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Aok‘izay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ditra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atsaharonao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tratr'izao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785794"/>
            <a:ext cx="8643966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Avelao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kiry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manimba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348" y="928670"/>
            <a:ext cx="8429652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105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85786" y="857232"/>
            <a:ext cx="8358214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heveronao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Sao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neninao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237</Words>
  <Application>Microsoft Office PowerPoint</Application>
  <PresentationFormat>Affichage à l'écran (4:3)</PresentationFormat>
  <Paragraphs>75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Thème Office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  <vt:lpstr>FIF 105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105</dc:title>
  <dc:creator>MIARINTSOA</dc:creator>
  <cp:lastModifiedBy>FJKM Mandrosoa ILAFY</cp:lastModifiedBy>
  <cp:revision>13</cp:revision>
  <dcterms:created xsi:type="dcterms:W3CDTF">2012-10-05T19:33:16Z</dcterms:created>
  <dcterms:modified xsi:type="dcterms:W3CDTF">2019-10-26T13:28:00Z</dcterms:modified>
</cp:coreProperties>
</file>