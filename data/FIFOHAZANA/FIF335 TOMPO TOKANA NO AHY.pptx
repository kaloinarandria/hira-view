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23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AB210-4DA5-4B54-80BD-5EE9AECE18B2}" type="datetimeFigureOut">
              <a:rPr lang="fr-FR" smtClean="0"/>
              <a:t>09/10/2012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CC4D1-6E81-4963-8F68-BC97E8A28F3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AB210-4DA5-4B54-80BD-5EE9AECE18B2}" type="datetimeFigureOut">
              <a:rPr lang="fr-FR" smtClean="0"/>
              <a:t>09/10/2012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CC4D1-6E81-4963-8F68-BC97E8A28F3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AB210-4DA5-4B54-80BD-5EE9AECE18B2}" type="datetimeFigureOut">
              <a:rPr lang="fr-FR" smtClean="0"/>
              <a:t>09/10/2012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CC4D1-6E81-4963-8F68-BC97E8A28F3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AB210-4DA5-4B54-80BD-5EE9AECE18B2}" type="datetimeFigureOut">
              <a:rPr lang="fr-FR" smtClean="0"/>
              <a:t>09/10/2012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CC4D1-6E81-4963-8F68-BC97E8A28F3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AB210-4DA5-4B54-80BD-5EE9AECE18B2}" type="datetimeFigureOut">
              <a:rPr lang="fr-FR" smtClean="0"/>
              <a:t>09/10/2012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CC4D1-6E81-4963-8F68-BC97E8A28F3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AB210-4DA5-4B54-80BD-5EE9AECE18B2}" type="datetimeFigureOut">
              <a:rPr lang="fr-FR" smtClean="0"/>
              <a:t>09/10/2012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CC4D1-6E81-4963-8F68-BC97E8A28F3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AB210-4DA5-4B54-80BD-5EE9AECE18B2}" type="datetimeFigureOut">
              <a:rPr lang="fr-FR" smtClean="0"/>
              <a:t>09/10/2012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CC4D1-6E81-4963-8F68-BC97E8A28F3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AB210-4DA5-4B54-80BD-5EE9AECE18B2}" type="datetimeFigureOut">
              <a:rPr lang="fr-FR" smtClean="0"/>
              <a:t>09/10/2012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CC4D1-6E81-4963-8F68-BC97E8A28F3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AB210-4DA5-4B54-80BD-5EE9AECE18B2}" type="datetimeFigureOut">
              <a:rPr lang="fr-FR" smtClean="0"/>
              <a:t>09/10/2012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CC4D1-6E81-4963-8F68-BC97E8A28F3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AB210-4DA5-4B54-80BD-5EE9AECE18B2}" type="datetimeFigureOut">
              <a:rPr lang="fr-FR" smtClean="0"/>
              <a:t>09/10/2012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CC4D1-6E81-4963-8F68-BC97E8A28F3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AB210-4DA5-4B54-80BD-5EE9AECE18B2}" type="datetimeFigureOut">
              <a:rPr lang="fr-FR" smtClean="0"/>
              <a:t>09/10/2012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CC4D1-6E81-4963-8F68-BC97E8A28F3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7AB210-4DA5-4B54-80BD-5EE9AECE18B2}" type="datetimeFigureOut">
              <a:rPr lang="fr-FR" smtClean="0"/>
              <a:t>09/10/2012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CC4D1-6E81-4963-8F68-BC97E8A28F3A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335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785794"/>
            <a:ext cx="8929718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1.</a:t>
            </a:r>
            <a:r>
              <a:rPr lang="fr-FR" sz="6000" dirty="0" err="1" smtClean="0">
                <a:latin typeface="Cambria" pitchFamily="18" charset="0"/>
              </a:rPr>
              <a:t>Tompo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tokana</a:t>
            </a:r>
            <a:r>
              <a:rPr lang="fr-FR" sz="6000" dirty="0" smtClean="0">
                <a:latin typeface="Cambria" pitchFamily="18" charset="0"/>
              </a:rPr>
              <a:t> no </a:t>
            </a:r>
            <a:r>
              <a:rPr lang="fr-FR" sz="6000" dirty="0" err="1" smtClean="0">
                <a:latin typeface="Cambria" pitchFamily="18" charset="0"/>
              </a:rPr>
              <a:t>ahy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ety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Hatraty</a:t>
            </a:r>
            <a:r>
              <a:rPr lang="fr-FR" sz="6000" dirty="0" smtClean="0">
                <a:latin typeface="Cambria" pitchFamily="18" charset="0"/>
              </a:rPr>
              <a:t> ka ho </a:t>
            </a:r>
            <a:r>
              <a:rPr lang="fr-FR" sz="6000" dirty="0" err="1" smtClean="0">
                <a:latin typeface="Cambria" pitchFamily="18" charset="0"/>
              </a:rPr>
              <a:t>doria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Tsy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mba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misy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roa</a:t>
            </a:r>
            <a:r>
              <a:rPr lang="fr-FR" sz="6000" dirty="0" smtClean="0">
                <a:latin typeface="Cambria" pitchFamily="18" charset="0"/>
              </a:rPr>
              <a:t> na </a:t>
            </a:r>
            <a:r>
              <a:rPr lang="fr-FR" sz="6000" dirty="0" err="1" smtClean="0">
                <a:latin typeface="Cambria" pitchFamily="18" charset="0"/>
              </a:rPr>
              <a:t>telo</a:t>
            </a:r>
            <a:r>
              <a:rPr lang="fr-FR" sz="6000" dirty="0" smtClean="0">
                <a:latin typeface="Cambria" pitchFamily="18" charset="0"/>
              </a:rPr>
              <a:t>  </a:t>
            </a:r>
            <a:r>
              <a:rPr lang="fr-FR" sz="6000" dirty="0" err="1" smtClean="0">
                <a:latin typeface="Cambria" pitchFamily="18" charset="0"/>
              </a:rPr>
              <a:t>hafa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Fa </a:t>
            </a:r>
            <a:r>
              <a:rPr lang="fr-FR" sz="6000" dirty="0" err="1" smtClean="0">
                <a:latin typeface="Cambria" pitchFamily="18" charset="0"/>
              </a:rPr>
              <a:t>tokana</a:t>
            </a:r>
            <a:r>
              <a:rPr lang="fr-FR" sz="6000" dirty="0" smtClean="0">
                <a:latin typeface="Cambria" pitchFamily="18" charset="0"/>
              </a:rPr>
              <a:t> no </a:t>
            </a:r>
            <a:r>
              <a:rPr lang="fr-FR" sz="6000" dirty="0" err="1" smtClean="0">
                <a:latin typeface="Cambria" pitchFamily="18" charset="0"/>
              </a:rPr>
              <a:t>ahy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ety</a:t>
            </a:r>
            <a:r>
              <a:rPr lang="fr-FR" sz="6000" dirty="0" smtClean="0">
                <a:latin typeface="Cambria" pitchFamily="18" charset="0"/>
              </a:rPr>
              <a:t>.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335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2. Dia </a:t>
            </a:r>
            <a:r>
              <a:rPr lang="fr-FR" sz="6000" dirty="0" err="1" smtClean="0">
                <a:latin typeface="Cambria" pitchFamily="18" charset="0"/>
              </a:rPr>
              <a:t>Jesosy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Kristy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Zanaka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>
                <a:latin typeface="Cambria" pitchFamily="18" charset="0"/>
              </a:rPr>
              <a:t>l</a:t>
            </a:r>
            <a:r>
              <a:rPr lang="fr-FR" sz="6000" dirty="0" err="1" smtClean="0">
                <a:latin typeface="Cambria" pitchFamily="18" charset="0"/>
              </a:rPr>
              <a:t>ahy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tokana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Tokana</a:t>
            </a:r>
            <a:r>
              <a:rPr lang="fr-FR" sz="6000" dirty="0" smtClean="0">
                <a:latin typeface="Cambria" pitchFamily="18" charset="0"/>
              </a:rPr>
              <a:t> no </a:t>
            </a:r>
            <a:r>
              <a:rPr lang="fr-FR" sz="6000" dirty="0" err="1" smtClean="0">
                <a:latin typeface="Cambria" pitchFamily="18" charset="0"/>
              </a:rPr>
              <a:t>ahy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Jesosy</a:t>
            </a:r>
            <a:r>
              <a:rPr lang="fr-FR" sz="6000" dirty="0" smtClean="0">
                <a:latin typeface="Cambria" pitchFamily="18" charset="0"/>
              </a:rPr>
              <a:t> no </a:t>
            </a:r>
            <a:r>
              <a:rPr lang="fr-FR" sz="6000" dirty="0" err="1" smtClean="0">
                <a:latin typeface="Cambria" pitchFamily="18" charset="0"/>
              </a:rPr>
              <a:t>ahy</a:t>
            </a:r>
            <a:r>
              <a:rPr lang="fr-FR" sz="6000" dirty="0" smtClean="0">
                <a:latin typeface="Cambria" pitchFamily="18" charset="0"/>
              </a:rPr>
              <a:t>, </a:t>
            </a:r>
            <a:r>
              <a:rPr lang="fr-FR" sz="6000" dirty="0" err="1" smtClean="0">
                <a:latin typeface="Cambria" pitchFamily="18" charset="0"/>
              </a:rPr>
              <a:t>Izy</a:t>
            </a:r>
            <a:r>
              <a:rPr lang="fr-FR" sz="6000" dirty="0" smtClean="0">
                <a:latin typeface="Cambria" pitchFamily="18" charset="0"/>
              </a:rPr>
              <a:t> no </a:t>
            </a:r>
            <a:r>
              <a:rPr lang="fr-FR" sz="6000" dirty="0" err="1" smtClean="0">
                <a:latin typeface="Cambria" pitchFamily="18" charset="0"/>
              </a:rPr>
              <a:t>ahy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Toky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Avo</a:t>
            </a:r>
            <a:r>
              <a:rPr lang="fr-FR" sz="6000" dirty="0" smtClean="0">
                <a:latin typeface="Cambria" pitchFamily="18" charset="0"/>
              </a:rPr>
              <a:t> ho </a:t>
            </a:r>
            <a:r>
              <a:rPr lang="fr-FR" sz="6000" dirty="0" err="1" smtClean="0">
                <a:latin typeface="Cambria" pitchFamily="18" charset="0"/>
              </a:rPr>
              <a:t>ahy</a:t>
            </a:r>
            <a:r>
              <a:rPr lang="fr-FR" sz="6000" dirty="0" smtClean="0">
                <a:latin typeface="Cambria" pitchFamily="18" charset="0"/>
              </a:rPr>
              <a:t>.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50</Words>
  <Application>Microsoft Office PowerPoint</Application>
  <PresentationFormat>Affichage à l'écran (4:3)</PresentationFormat>
  <Paragraphs>11</Paragraphs>
  <Slides>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3" baseType="lpstr">
      <vt:lpstr>Thème Office</vt:lpstr>
      <vt:lpstr>FIF 335</vt:lpstr>
      <vt:lpstr>FIF 335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335</dc:title>
  <dc:creator>M</dc:creator>
  <cp:lastModifiedBy>M</cp:lastModifiedBy>
  <cp:revision>2</cp:revision>
  <dcterms:created xsi:type="dcterms:W3CDTF">2012-10-09T19:16:39Z</dcterms:created>
  <dcterms:modified xsi:type="dcterms:W3CDTF">2012-10-09T19:26:57Z</dcterms:modified>
</cp:coreProperties>
</file>