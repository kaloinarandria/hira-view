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1" r:id="rId5"/>
    <p:sldId id="260" r:id="rId6"/>
    <p:sldId id="25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499" autoAdjust="0"/>
    <p:restoredTop sz="94660"/>
  </p:normalViewPr>
  <p:slideViewPr>
    <p:cSldViewPr>
      <p:cViewPr varScale="1">
        <p:scale>
          <a:sx n="71" d="100"/>
          <a:sy n="71" d="100"/>
        </p:scale>
        <p:origin x="-7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DD53D-1BB1-4BD9-9858-83E28DD33F27}" type="datetimeFigureOut">
              <a:rPr lang="fr-FR" smtClean="0"/>
              <a:pPr/>
              <a:t>26/10/2012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343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 marL="1143000" indent="-1143000">
              <a:buAutoNum type="arabicPeriod"/>
            </a:pPr>
            <a:r>
              <a:rPr lang="fr-FR" sz="6000" dirty="0" smtClean="0">
                <a:latin typeface="Cambria" pitchFamily="18" charset="0"/>
              </a:rPr>
              <a:t>Tao </a:t>
            </a:r>
            <a:r>
              <a:rPr lang="fr-FR" sz="6000" dirty="0" err="1" smtClean="0">
                <a:latin typeface="Cambria" pitchFamily="18" charset="0"/>
              </a:rPr>
              <a:t>anaty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aizina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notadiavinao</a:t>
            </a:r>
            <a:endParaRPr lang="fr-FR" sz="60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dirty="0" smtClean="0">
                <a:latin typeface="Cambria" pitchFamily="18" charset="0"/>
              </a:rPr>
              <a:t>Tao </a:t>
            </a:r>
            <a:r>
              <a:rPr lang="fr-FR" sz="6000" dirty="0" err="1" smtClean="0">
                <a:latin typeface="Cambria" pitchFamily="18" charset="0"/>
              </a:rPr>
              <a:t>anaty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lalina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nampiakarinao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343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anie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foko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Novelominao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potika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toro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namboarinao</a:t>
            </a: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343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Fo </a:t>
            </a:r>
            <a:r>
              <a:rPr lang="fr-FR" sz="6000" dirty="0" err="1" smtClean="0">
                <a:latin typeface="Cambria" pitchFamily="18" charset="0"/>
              </a:rPr>
              <a:t>mararin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tsento</a:t>
            </a:r>
            <a:r>
              <a:rPr lang="fr-FR" sz="6000" dirty="0" smtClean="0">
                <a:latin typeface="Cambria" pitchFamily="18" charset="0"/>
              </a:rPr>
              <a:t> lava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Nositraninao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Saiko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vizaky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ota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nohavaozinao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343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Teny</a:t>
            </a:r>
            <a:r>
              <a:rPr lang="fr-FR" sz="6000" dirty="0" smtClean="0">
                <a:latin typeface="Cambria" pitchFamily="18" charset="0"/>
              </a:rPr>
              <a:t> an-</a:t>
            </a:r>
            <a:r>
              <a:rPr lang="fr-FR" sz="6000" dirty="0" err="1" smtClean="0">
                <a:latin typeface="Cambria" pitchFamily="18" charset="0"/>
              </a:rPr>
              <a:t>dalan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tsitrapo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nosakananao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Tao </a:t>
            </a:r>
            <a:r>
              <a:rPr lang="fr-FR" sz="6000" dirty="0" err="1" smtClean="0">
                <a:latin typeface="Cambria" pitchFamily="18" charset="0"/>
              </a:rPr>
              <a:t>anaty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filibana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navoakanao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343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Indro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fa </a:t>
            </a:r>
            <a:r>
              <a:rPr lang="fr-FR" sz="6000" dirty="0" err="1" smtClean="0">
                <a:latin typeface="Cambria" pitchFamily="18" charset="0"/>
              </a:rPr>
              <a:t>omeko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Aina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tena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fanahy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Foiko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343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Ny </a:t>
            </a:r>
            <a:r>
              <a:rPr lang="fr-FR" sz="6000" dirty="0" err="1" smtClean="0">
                <a:latin typeface="Cambria" pitchFamily="18" charset="0"/>
              </a:rPr>
              <a:t>fiainako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rehetra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atolotro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ts’isy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fetra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doria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84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343</vt:lpstr>
      <vt:lpstr>FIF 343</vt:lpstr>
      <vt:lpstr>FIF 343</vt:lpstr>
      <vt:lpstr>FIF 343</vt:lpstr>
      <vt:lpstr>FIF 343</vt:lpstr>
      <vt:lpstr>FIF 343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144</dc:title>
  <dc:creator>MIARINTSOA</dc:creator>
  <cp:lastModifiedBy>M</cp:lastModifiedBy>
  <cp:revision>2</cp:revision>
  <dcterms:created xsi:type="dcterms:W3CDTF">2012-10-05T20:34:24Z</dcterms:created>
  <dcterms:modified xsi:type="dcterms:W3CDTF">2012-10-26T21:02:39Z</dcterms:modified>
</cp:coreProperties>
</file>