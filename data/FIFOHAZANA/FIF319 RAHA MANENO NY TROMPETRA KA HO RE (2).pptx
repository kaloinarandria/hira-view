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6" r:id="rId3"/>
    <p:sldId id="256" r:id="rId4"/>
    <p:sldId id="277" r:id="rId5"/>
    <p:sldId id="270" r:id="rId6"/>
    <p:sldId id="278" r:id="rId7"/>
    <p:sldId id="272" r:id="rId8"/>
    <p:sldId id="279" r:id="rId9"/>
    <p:sldId id="269" r:id="rId10"/>
    <p:sldId id="280" r:id="rId11"/>
    <p:sldId id="273" r:id="rId12"/>
    <p:sldId id="281" r:id="rId13"/>
    <p:sldId id="268" r:id="rId14"/>
    <p:sldId id="282" r:id="rId15"/>
    <p:sldId id="274" r:id="rId16"/>
    <p:sldId id="283" r:id="rId17"/>
    <p:sldId id="267" r:id="rId18"/>
    <p:sldId id="284" r:id="rId19"/>
    <p:sldId id="275" r:id="rId20"/>
    <p:sldId id="285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25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0162-61D2-48FB-8D94-030BE72B689D}" type="datetimeFigureOut">
              <a:rPr lang="fr-FR" smtClean="0"/>
              <a:pPr/>
              <a:t>19/11/2014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54C6E-CA15-49D1-846D-566578C4CD8A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trompetra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horohoron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Ka izao tontolo izao hangovitra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 ny mino ho faly sy finaritra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Miomàna  miambena 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 ho tampoka tokoa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 fotoana hisehoan’ny Tomponao</a:t>
            </a:r>
          </a:p>
          <a:p>
            <a:pPr>
              <a:buNone/>
            </a:pPr>
            <a:endParaRPr lang="fr-FR" sz="7200" b="1" dirty="0" err="1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714356"/>
            <a:ext cx="9144064" cy="61436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Toy ny tselatra mazava eny ambony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‘Zay no andro farany.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trompetra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masoandro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hanjary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haizimbe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kintana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hiraraka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Hikorontana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hanam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paharoa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Miomàna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tampoka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hisehoan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’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928670"/>
            <a:ext cx="9072626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tselatra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‘Zay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farany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935837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trompetra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hanafotra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ranomasim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935837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intsony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hiorona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Miomàna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tampoka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hisehoan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’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-32" y="928670"/>
            <a:ext cx="921550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tselatra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‘Zay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farany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trompetra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maty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hitsangana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Dia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ireo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hanavaka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‘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manoa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Miomàna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tampoka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hisehoan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’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70" y="928670"/>
            <a:ext cx="9144000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tselatra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‘Zay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farany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maneno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trompetra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ka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Dia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Ray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fitsarana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Hanontany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natao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tety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Miomàna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Fa ho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tampoka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hisehoan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’</a:t>
            </a:r>
          </a:p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319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71570"/>
            <a:ext cx="9144000" cy="621508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Toy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tselatra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‘Zay no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b="1" dirty="0" err="1" smtClean="0">
                <a:solidFill>
                  <a:srgbClr val="002060"/>
                </a:solidFill>
                <a:latin typeface="Cambria" pitchFamily="18" charset="0"/>
              </a:rPr>
              <a:t>farany</a:t>
            </a:r>
            <a:r>
              <a:rPr lang="fr-FR" sz="7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284</Words>
  <Application>Microsoft Office PowerPoint</Application>
  <PresentationFormat>Affichage à l'écran (4:3)</PresentationFormat>
  <Paragraphs>68</Paragraphs>
  <Slides>20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Thème Office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  <vt:lpstr>FIF 319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319</dc:title>
  <dc:creator>MIARINTSOA</dc:creator>
  <cp:lastModifiedBy>M</cp:lastModifiedBy>
  <cp:revision>7</cp:revision>
  <dcterms:created xsi:type="dcterms:W3CDTF">2012-10-07T19:52:07Z</dcterms:created>
  <dcterms:modified xsi:type="dcterms:W3CDTF">2014-11-19T11:36:04Z</dcterms:modified>
</cp:coreProperties>
</file>