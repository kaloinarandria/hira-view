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59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4524" autoAdjust="0"/>
    <p:restoredTop sz="94660"/>
  </p:normalViewPr>
  <p:slideViewPr>
    <p:cSldViewPr>
      <p:cViewPr varScale="1">
        <p:scale>
          <a:sx n="57" d="100"/>
          <a:sy n="57" d="100"/>
        </p:scale>
        <p:origin x="-90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1. </a:t>
            </a:r>
            <a:r>
              <a:rPr lang="en-US" sz="5400" dirty="0" err="1" smtClean="0">
                <a:latin typeface="Cambria" pitchFamily="18" charset="0"/>
              </a:rPr>
              <a:t>Misy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didy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tsara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Zay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nomen’ny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Tompo</a:t>
            </a:r>
            <a:r>
              <a:rPr lang="en-US" sz="5400" dirty="0" smtClean="0">
                <a:latin typeface="Cambria" pitchFamily="18" charset="0"/>
              </a:rPr>
              <a:t> hoe :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mifankatiava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tsara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Hianareo</a:t>
            </a:r>
            <a:r>
              <a:rPr lang="en-US" sz="5400" dirty="0" smtClean="0">
                <a:latin typeface="Cambria" pitchFamily="18" charset="0"/>
              </a:rPr>
              <a:t> ‘</a:t>
            </a:r>
            <a:r>
              <a:rPr lang="en-US" sz="5400" dirty="0" err="1" smtClean="0">
                <a:latin typeface="Cambria" pitchFamily="18" charset="0"/>
              </a:rPr>
              <a:t>zay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mino</a:t>
            </a:r>
            <a:r>
              <a:rPr lang="en-US" sz="5400" dirty="0" smtClean="0">
                <a:latin typeface="Cambria" pitchFamily="18" charset="0"/>
              </a:rPr>
              <a:t> e!</a:t>
            </a:r>
            <a:endParaRPr lang="fr-FR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Dera , </a:t>
            </a:r>
            <a:r>
              <a:rPr lang="fr-FR" sz="5400" dirty="0" err="1" smtClean="0">
                <a:latin typeface="Cambria" pitchFamily="18" charset="0"/>
              </a:rPr>
              <a:t>laza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Jesoa</a:t>
            </a:r>
            <a:r>
              <a:rPr lang="fr-FR" sz="54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2. Tonga </a:t>
            </a:r>
            <a:r>
              <a:rPr lang="en-US" sz="5400" dirty="0" err="1" smtClean="0">
                <a:latin typeface="Cambria" pitchFamily="18" charset="0"/>
              </a:rPr>
              <a:t>Jeso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hanompo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hampihavana</a:t>
            </a:r>
            <a:r>
              <a:rPr lang="en-US" sz="54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Tsy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mpanaraka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Tompo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‘</a:t>
            </a:r>
            <a:r>
              <a:rPr lang="en-US" sz="5400" dirty="0" err="1" smtClean="0">
                <a:latin typeface="Cambria" pitchFamily="18" charset="0"/>
              </a:rPr>
              <a:t>Zay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tia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namana</a:t>
            </a:r>
            <a:r>
              <a:rPr lang="en-US" sz="54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Dera , </a:t>
            </a:r>
            <a:r>
              <a:rPr lang="fr-FR" sz="5400" dirty="0" err="1" smtClean="0">
                <a:latin typeface="Cambria" pitchFamily="18" charset="0"/>
              </a:rPr>
              <a:t>laza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Jesoa</a:t>
            </a:r>
            <a:r>
              <a:rPr lang="fr-FR" sz="54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3. </a:t>
            </a:r>
            <a:r>
              <a:rPr lang="en-US" sz="5400" dirty="0" err="1" smtClean="0">
                <a:latin typeface="Cambria" pitchFamily="18" charset="0"/>
              </a:rPr>
              <a:t>Fa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iray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loha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Dia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Jesosy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Zanaka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Endriky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Ray </a:t>
            </a:r>
            <a:r>
              <a:rPr lang="en-US" sz="5400" dirty="0" err="1" smtClean="0">
                <a:latin typeface="Cambria" pitchFamily="18" charset="0"/>
              </a:rPr>
              <a:t>Tsitoha</a:t>
            </a:r>
            <a:r>
              <a:rPr lang="en-US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Izay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halaina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tahaka</a:t>
            </a:r>
            <a:endParaRPr lang="en-US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Dera , </a:t>
            </a:r>
            <a:r>
              <a:rPr lang="fr-FR" sz="5400" dirty="0" err="1" smtClean="0">
                <a:latin typeface="Cambria" pitchFamily="18" charset="0"/>
              </a:rPr>
              <a:t>laza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Jesoa</a:t>
            </a:r>
            <a:r>
              <a:rPr lang="fr-FR" sz="54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4. </a:t>
            </a:r>
            <a:r>
              <a:rPr lang="en-US" sz="5400" dirty="0" err="1" smtClean="0">
                <a:latin typeface="Cambria" pitchFamily="18" charset="0"/>
              </a:rPr>
              <a:t>Jeso</a:t>
            </a:r>
            <a:r>
              <a:rPr lang="en-US" sz="5400" dirty="0" smtClean="0">
                <a:latin typeface="Cambria" pitchFamily="18" charset="0"/>
              </a:rPr>
              <a:t> no ‘Lay </a:t>
            </a:r>
            <a:r>
              <a:rPr lang="en-US" sz="5400" dirty="0" err="1" smtClean="0">
                <a:latin typeface="Cambria" pitchFamily="18" charset="0"/>
              </a:rPr>
              <a:t>foto-kazo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voaloboka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sampana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halazo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Raha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tafasaraka</a:t>
            </a:r>
            <a:endParaRPr lang="en-US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347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Haleloia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Haleloia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Dera , </a:t>
            </a:r>
            <a:r>
              <a:rPr lang="fr-FR" sz="5400" dirty="0" err="1" smtClean="0">
                <a:latin typeface="Cambria" pitchFamily="18" charset="0"/>
              </a:rPr>
              <a:t>laza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Jesoa</a:t>
            </a:r>
            <a:r>
              <a:rPr lang="fr-FR" sz="54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FIF 347</vt:lpstr>
      <vt:lpstr>FIF 347</vt:lpstr>
      <vt:lpstr>FIF 347</vt:lpstr>
      <vt:lpstr>FIF 347</vt:lpstr>
      <vt:lpstr>FIF 347</vt:lpstr>
      <vt:lpstr>FIF 347</vt:lpstr>
      <vt:lpstr>FIF 347</vt:lpstr>
      <vt:lpstr>FIF 347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347</dc:title>
  <cp:lastModifiedBy>M</cp:lastModifiedBy>
  <cp:revision>2</cp:revision>
  <dcterms:modified xsi:type="dcterms:W3CDTF">2014-07-26T13:24:43Z</dcterms:modified>
</cp:coreProperties>
</file>