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72" r:id="rId5"/>
    <p:sldId id="260" r:id="rId6"/>
    <p:sldId id="267" r:id="rId7"/>
    <p:sldId id="270" r:id="rId8"/>
    <p:sldId id="271" r:id="rId9"/>
    <p:sldId id="268" r:id="rId10"/>
    <p:sldId id="264" r:id="rId11"/>
    <p:sldId id="269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451" autoAdjust="0"/>
    <p:restoredTop sz="94660"/>
  </p:normalViewPr>
  <p:slideViewPr>
    <p:cSldViewPr>
      <p:cViewPr varScale="1">
        <p:scale>
          <a:sx n="62" d="100"/>
          <a:sy n="62" d="100"/>
        </p:scale>
        <p:origin x="-1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14290"/>
            <a:ext cx="9358346" cy="6072230"/>
          </a:xfrm>
        </p:spPr>
        <p:txBody>
          <a:bodyPr>
            <a:noAutofit/>
          </a:bodyPr>
          <a:lstStyle/>
          <a:p>
            <a:pPr marL="108000" indent="0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?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mpivahiny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o?ho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e?</a:t>
            </a:r>
          </a:p>
          <a:p>
            <a:pPr marL="108000" indent="0">
              <a:spcBef>
                <a:spcPts val="0"/>
              </a:spcBef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 ny </a:t>
            </a:r>
            <a:r>
              <a:rPr lang="fr-FR" sz="6600" dirty="0" err="1" smtClean="0">
                <a:latin typeface="Cambria" pitchFamily="18" charset="0"/>
              </a:rPr>
              <a:t>fahazavagna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o!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14290"/>
            <a:ext cx="9358346" cy="6072230"/>
          </a:xfrm>
        </p:spPr>
        <p:txBody>
          <a:bodyPr>
            <a:noAutofit/>
          </a:bodyPr>
          <a:lstStyle/>
          <a:p>
            <a:pPr marL="108000" indent="0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?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mpivahiny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o?ho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e?</a:t>
            </a:r>
          </a:p>
          <a:p>
            <a:pPr marL="108000" indent="0">
              <a:spcBef>
                <a:spcPts val="0"/>
              </a:spcBef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 ny </a:t>
            </a:r>
            <a:r>
              <a:rPr lang="fr-FR" sz="6600" dirty="0" err="1" smtClean="0">
                <a:latin typeface="Cambria" pitchFamily="18" charset="0"/>
              </a:rPr>
              <a:t>fahazavagna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o!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hotsaraina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r>
              <a:rPr lang="fr-FR" sz="6600" dirty="0" smtClean="0">
                <a:latin typeface="Cambria" pitchFamily="18" charset="0"/>
              </a:rPr>
              <a:t> ô!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hotsaraina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r>
              <a:rPr lang="fr-FR" sz="6600" dirty="0" smtClean="0">
                <a:latin typeface="Cambria" pitchFamily="18" charset="0"/>
              </a:rPr>
              <a:t> ô!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85728"/>
            <a:ext cx="9144000" cy="61436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maniratsira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fivavahagna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magnano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Zanahary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tsisy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mitôrogno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aigna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mbola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matanjaka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mbola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tsaraina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ô!ô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hotsaraina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r>
              <a:rPr lang="fr-FR" sz="6600" dirty="0" smtClean="0">
                <a:latin typeface="Cambria" pitchFamily="18" charset="0"/>
              </a:rPr>
              <a:t> ô!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14290"/>
            <a:ext cx="9358346" cy="6072230"/>
          </a:xfrm>
        </p:spPr>
        <p:txBody>
          <a:bodyPr>
            <a:noAutofit/>
          </a:bodyPr>
          <a:lstStyle/>
          <a:p>
            <a:pPr marL="108000" indent="0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?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mpivahiny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o?ho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e?</a:t>
            </a:r>
          </a:p>
          <a:p>
            <a:pPr marL="108000" indent="0">
              <a:spcBef>
                <a:spcPts val="0"/>
              </a:spcBef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 ny </a:t>
            </a:r>
            <a:r>
              <a:rPr lang="fr-FR" sz="6600" dirty="0" err="1" smtClean="0">
                <a:latin typeface="Cambria" pitchFamily="18" charset="0"/>
              </a:rPr>
              <a:t>fahazavagna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o!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14290"/>
            <a:ext cx="9358346" cy="6072230"/>
          </a:xfrm>
        </p:spPr>
        <p:txBody>
          <a:bodyPr>
            <a:noAutofit/>
          </a:bodyPr>
          <a:lstStyle/>
          <a:p>
            <a:pPr marL="108000" indent="0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? Ho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mpivahiny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o?ho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aiza</a:t>
            </a:r>
            <a:r>
              <a:rPr lang="fr-FR" sz="6600" dirty="0" smtClean="0">
                <a:latin typeface="Cambria" pitchFamily="18" charset="0"/>
              </a:rPr>
              <a:t> e?</a:t>
            </a:r>
          </a:p>
          <a:p>
            <a:pPr marL="108000" indent="0">
              <a:spcBef>
                <a:spcPts val="0"/>
              </a:spcBef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tonga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 ny </a:t>
            </a:r>
            <a:r>
              <a:rPr lang="fr-FR" sz="6600" dirty="0" err="1" smtClean="0">
                <a:latin typeface="Cambria" pitchFamily="18" charset="0"/>
              </a:rPr>
              <a:t>fahazavagna</a:t>
            </a:r>
            <a:endParaRPr lang="fr-FR" sz="6600" dirty="0" smtClean="0">
              <a:latin typeface="Cambria" pitchFamily="18" charset="0"/>
            </a:endParaRPr>
          </a:p>
          <a:p>
            <a:pPr marL="108000" indent="0"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o!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hotsaraina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r>
              <a:rPr lang="fr-FR" sz="6600" dirty="0" smtClean="0">
                <a:latin typeface="Cambria" pitchFamily="18" charset="0"/>
              </a:rPr>
              <a:t> ô!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357166"/>
            <a:ext cx="9144000" cy="60722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maniratsira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fivavahagna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magnano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Zanahary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tsisy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mitôrogno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aigna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mbola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matanjaka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mbola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tsaraina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ô!ô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Na </a:t>
            </a:r>
            <a:r>
              <a:rPr lang="fr-FR" sz="5400" dirty="0" err="1" smtClean="0">
                <a:latin typeface="Cambria" pitchFamily="18" charset="0"/>
              </a:rPr>
              <a:t>miolakolaka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hotsaraina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ianao</a:t>
            </a:r>
            <a:r>
              <a:rPr lang="fr-FR" sz="6600" dirty="0" smtClean="0">
                <a:latin typeface="Cambria" pitchFamily="18" charset="0"/>
              </a:rPr>
              <a:t> ô!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232</Words>
  <PresentationFormat>Affichage à l'écran (4:3)</PresentationFormat>
  <Paragraphs>49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</dc:creator>
  <cp:lastModifiedBy>M</cp:lastModifiedBy>
  <cp:revision>10</cp:revision>
  <dcterms:created xsi:type="dcterms:W3CDTF">2012-10-27T07:56:06Z</dcterms:created>
  <dcterms:modified xsi:type="dcterms:W3CDTF">2014-10-05T14:50:11Z</dcterms:modified>
</cp:coreProperties>
</file>