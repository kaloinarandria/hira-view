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Override3.xml" ContentType="application/vnd.openxmlformats-officedocument.themeOverride+xml"/>
  <Override PartName="/ppt/theme/themeOverride4.xml" ContentType="application/vnd.openxmlformats-officedocument.themeOverrid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1" r:id="rId6"/>
    <p:sldId id="264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27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5340-6F50-47B6-922D-7CFB51329C38}" type="datetimeFigureOut">
              <a:rPr lang="fr-FR" smtClean="0"/>
              <a:pPr/>
              <a:t>12/06/2014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7EF13-7631-45E6-B71D-79B8A3ACE83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5340-6F50-47B6-922D-7CFB51329C38}" type="datetimeFigureOut">
              <a:rPr lang="fr-FR" smtClean="0"/>
              <a:pPr/>
              <a:t>12/06/2014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7EF13-7631-45E6-B71D-79B8A3ACE83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5340-6F50-47B6-922D-7CFB51329C38}" type="datetimeFigureOut">
              <a:rPr lang="fr-FR" smtClean="0"/>
              <a:pPr/>
              <a:t>12/06/2014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7EF13-7631-45E6-B71D-79B8A3ACE83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5340-6F50-47B6-922D-7CFB51329C38}" type="datetimeFigureOut">
              <a:rPr lang="fr-FR" smtClean="0"/>
              <a:pPr/>
              <a:t>12/06/2014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7EF13-7631-45E6-B71D-79B8A3ACE83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5340-6F50-47B6-922D-7CFB51329C38}" type="datetimeFigureOut">
              <a:rPr lang="fr-FR" smtClean="0"/>
              <a:pPr/>
              <a:t>12/06/2014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7EF13-7631-45E6-B71D-79B8A3ACE83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5340-6F50-47B6-922D-7CFB51329C38}" type="datetimeFigureOut">
              <a:rPr lang="fr-FR" smtClean="0"/>
              <a:pPr/>
              <a:t>12/06/2014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7EF13-7631-45E6-B71D-79B8A3ACE83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5340-6F50-47B6-922D-7CFB51329C38}" type="datetimeFigureOut">
              <a:rPr lang="fr-FR" smtClean="0"/>
              <a:pPr/>
              <a:t>12/06/2014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7EF13-7631-45E6-B71D-79B8A3ACE83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5340-6F50-47B6-922D-7CFB51329C38}" type="datetimeFigureOut">
              <a:rPr lang="fr-FR" smtClean="0"/>
              <a:pPr/>
              <a:t>12/06/2014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7EF13-7631-45E6-B71D-79B8A3ACE83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5340-6F50-47B6-922D-7CFB51329C38}" type="datetimeFigureOut">
              <a:rPr lang="fr-FR" smtClean="0"/>
              <a:pPr/>
              <a:t>12/06/2014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7EF13-7631-45E6-B71D-79B8A3ACE83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5340-6F50-47B6-922D-7CFB51329C38}" type="datetimeFigureOut">
              <a:rPr lang="fr-FR" smtClean="0"/>
              <a:pPr/>
              <a:t>12/06/2014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7EF13-7631-45E6-B71D-79B8A3ACE83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5340-6F50-47B6-922D-7CFB51329C38}" type="datetimeFigureOut">
              <a:rPr lang="fr-FR" smtClean="0"/>
              <a:pPr/>
              <a:t>12/06/2014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7EF13-7631-45E6-B71D-79B8A3ACE83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25340-6F50-47B6-922D-7CFB51329C38}" type="datetimeFigureOut">
              <a:rPr lang="fr-FR" smtClean="0"/>
              <a:pPr/>
              <a:t>12/06/2014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D7EF13-7631-45E6-B71D-79B8A3ACE83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70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844" y="785794"/>
            <a:ext cx="9001156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ambony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Irak'i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aty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dia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mila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vonjy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Hafanao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hatanjaho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428604"/>
            <a:ext cx="9501222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o! 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midina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Hanafana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hampahery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Izany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lazolazom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pahotana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O!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vonjeo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sao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very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8" name="Titre 3"/>
          <p:cNvSpPr>
            <a:spLocks noGrp="1"/>
          </p:cNvSpPr>
          <p:nvPr>
            <p:ph type="title"/>
          </p:nvPr>
        </p:nvSpPr>
        <p:spPr>
          <a:xfrm>
            <a:off x="457200" y="-71462"/>
            <a:ext cx="8229600" cy="714380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70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70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642918"/>
            <a:ext cx="914400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Masin-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Janahary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Hazavao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sainay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He!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fonay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osa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marary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sitrano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handresenay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, 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70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84" y="571480"/>
            <a:ext cx="914400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o!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midina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Hanafana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hampahery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Izany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lazolazom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pahotana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O!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vonjeo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sao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very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70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84" y="785794"/>
            <a:ext cx="9144000" cy="607220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3. O!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Afo-Masin'i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Jesosy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'Zay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irin'ny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firenena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Iasanao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ty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Nosy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handray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famonjena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70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346" y="714356"/>
            <a:ext cx="914400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8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58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8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fr-FR" sz="58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8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fr-FR" sz="5800" b="1" dirty="0" smtClean="0">
                <a:solidFill>
                  <a:srgbClr val="002060"/>
                </a:solidFill>
                <a:latin typeface="Cambria" pitchFamily="18" charset="0"/>
              </a:rPr>
              <a:t> o! </a:t>
            </a:r>
            <a:r>
              <a:rPr lang="fr-FR" sz="5800" b="1" dirty="0" err="1" smtClean="0">
                <a:solidFill>
                  <a:srgbClr val="002060"/>
                </a:solidFill>
                <a:latin typeface="Cambria" pitchFamily="18" charset="0"/>
              </a:rPr>
              <a:t>midina</a:t>
            </a:r>
            <a:r>
              <a:rPr lang="fr-FR" sz="58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800" b="1" dirty="0" err="1" smtClean="0">
                <a:solidFill>
                  <a:srgbClr val="002060"/>
                </a:solidFill>
                <a:latin typeface="Cambria" pitchFamily="18" charset="0"/>
              </a:rPr>
              <a:t>Hanafana</a:t>
            </a:r>
            <a:r>
              <a:rPr lang="fr-FR" sz="58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5800" b="1" dirty="0" err="1" smtClean="0">
                <a:solidFill>
                  <a:srgbClr val="002060"/>
                </a:solidFill>
                <a:latin typeface="Cambria" pitchFamily="18" charset="0"/>
              </a:rPr>
              <a:t>hampahery</a:t>
            </a:r>
            <a:r>
              <a:rPr lang="fr-FR" sz="58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5800" b="1" dirty="0" err="1" smtClean="0">
                <a:solidFill>
                  <a:srgbClr val="002060"/>
                </a:solidFill>
                <a:latin typeface="Cambria" pitchFamily="18" charset="0"/>
              </a:rPr>
              <a:t>Izany</a:t>
            </a:r>
            <a:r>
              <a:rPr lang="fr-FR" sz="58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8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fr-FR" sz="58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800" b="1" dirty="0" err="1" smtClean="0">
                <a:solidFill>
                  <a:srgbClr val="002060"/>
                </a:solidFill>
                <a:latin typeface="Cambria" pitchFamily="18" charset="0"/>
              </a:rPr>
              <a:t>lazolazom</a:t>
            </a:r>
            <a:r>
              <a:rPr lang="fr-FR" sz="5800" b="1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5800" b="1" dirty="0" err="1" smtClean="0">
                <a:solidFill>
                  <a:srgbClr val="002060"/>
                </a:solidFill>
                <a:latin typeface="Cambria" pitchFamily="18" charset="0"/>
              </a:rPr>
              <a:t>pahotana</a:t>
            </a:r>
            <a:r>
              <a:rPr lang="fr-FR" sz="58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800" b="1" dirty="0" smtClean="0">
                <a:solidFill>
                  <a:srgbClr val="002060"/>
                </a:solidFill>
                <a:latin typeface="Cambria" pitchFamily="18" charset="0"/>
              </a:rPr>
              <a:t>O! </a:t>
            </a:r>
            <a:r>
              <a:rPr lang="fr-FR" sz="5800" b="1" dirty="0" err="1" smtClean="0">
                <a:solidFill>
                  <a:srgbClr val="002060"/>
                </a:solidFill>
                <a:latin typeface="Cambria" pitchFamily="18" charset="0"/>
              </a:rPr>
              <a:t>vonjeo</a:t>
            </a:r>
            <a:r>
              <a:rPr lang="fr-FR" sz="58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5800" b="1" dirty="0" err="1" smtClean="0">
                <a:solidFill>
                  <a:srgbClr val="002060"/>
                </a:solidFill>
                <a:latin typeface="Cambria" pitchFamily="18" charset="0"/>
              </a:rPr>
              <a:t>sao</a:t>
            </a:r>
            <a:r>
              <a:rPr lang="fr-FR" sz="58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800" b="1" dirty="0" err="1" smtClean="0">
                <a:solidFill>
                  <a:srgbClr val="002060"/>
                </a:solidFill>
                <a:latin typeface="Cambria" pitchFamily="18" charset="0"/>
              </a:rPr>
              <a:t>very</a:t>
            </a:r>
            <a:r>
              <a:rPr lang="fr-FR" sz="58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58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Words>140</Words>
  <Application>Microsoft Office PowerPoint</Application>
  <PresentationFormat>Affichage à l'écran (4:3)</PresentationFormat>
  <Paragraphs>31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FIF 70</vt:lpstr>
      <vt:lpstr>FIF 70</vt:lpstr>
      <vt:lpstr>FIF 70</vt:lpstr>
      <vt:lpstr>FIF 70</vt:lpstr>
      <vt:lpstr>FIF 70</vt:lpstr>
      <vt:lpstr>FIF 70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70</dc:title>
  <dc:creator>MIARINTSOA</dc:creator>
  <cp:lastModifiedBy>M</cp:lastModifiedBy>
  <cp:revision>6</cp:revision>
  <dcterms:created xsi:type="dcterms:W3CDTF">2012-10-03T20:28:23Z</dcterms:created>
  <dcterms:modified xsi:type="dcterms:W3CDTF">2014-06-12T14:52:39Z</dcterms:modified>
</cp:coreProperties>
</file>