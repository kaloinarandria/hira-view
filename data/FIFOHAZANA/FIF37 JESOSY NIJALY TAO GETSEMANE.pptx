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68" r:id="rId6"/>
    <p:sldId id="271" r:id="rId7"/>
    <p:sldId id="267" r:id="rId8"/>
    <p:sldId id="272" r:id="rId9"/>
    <p:sldId id="273" r:id="rId10"/>
    <p:sldId id="274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019" autoAdjust="0"/>
    <p:restoredTop sz="94660"/>
  </p:normalViewPr>
  <p:slideViewPr>
    <p:cSldViewPr>
      <p:cViewPr varScale="1">
        <p:scale>
          <a:sx n="54" d="100"/>
          <a:sy n="54" d="100"/>
        </p:scale>
        <p:origin x="-58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AC842-6CF5-435D-895D-C18629B99E7C}" type="datetimeFigureOut">
              <a:rPr lang="fr-FR" smtClean="0"/>
              <a:pPr/>
              <a:t>10/11/2013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F453A-269A-410A-88DB-86AA65DA7D8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nijaly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Getsemane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hadinonao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va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dinitra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taminy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nitete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Nirotsaka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rà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?</a:t>
            </a:r>
          </a:p>
          <a:p>
            <a:pPr algn="l"/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niaritra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Hananan'ireo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mpianatra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vitsy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nanatrika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fantatrareo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rahateo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loza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mangidy'zay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sedrainy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natory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niaritra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Hananan'ireo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saha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manginan'i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Getsemane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fototr'oliva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lazao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nandre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avotra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?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niaritra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Hananan'ireo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714356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Fitiava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mpandre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mamin'Ilay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tànan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kavanana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no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manome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hitan'ny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tànan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kavia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niaritra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Hananan'ireo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714380"/>
            <a:ext cx="9144000" cy="6143644"/>
          </a:xfrm>
        </p:spPr>
        <p:txBody>
          <a:bodyPr>
            <a:noAutofit/>
          </a:bodyPr>
          <a:lstStyle/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hitan’ny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atolotro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vidin’ny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sento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tao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Getsemane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hitan’izao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00107"/>
          </a:xfrm>
        </p:spPr>
        <p:txBody>
          <a:bodyPr/>
          <a:lstStyle/>
          <a:p>
            <a:r>
              <a:rPr lang="fr-FR" dirty="0" smtClean="0"/>
              <a:t>FIF 37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Indrisy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niaritra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Irery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nanavotra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Hananan'ireo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olo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5400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54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54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5400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fr-FR" sz="54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203</Words>
  <Application>Microsoft Office PowerPoint</Application>
  <PresentationFormat>Affichage à l'écran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FIF 37</vt:lpstr>
      <vt:lpstr>FIF 37</vt:lpstr>
      <vt:lpstr>FIF 37</vt:lpstr>
      <vt:lpstr>FIF 37</vt:lpstr>
      <vt:lpstr>FIF 37</vt:lpstr>
      <vt:lpstr>FIF 37</vt:lpstr>
      <vt:lpstr>FIF 37</vt:lpstr>
      <vt:lpstr>FIF 37</vt:lpstr>
      <vt:lpstr>FIF 37</vt:lpstr>
      <vt:lpstr>FIF 37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37</dc:title>
  <dc:creator>MIARINTSOA</dc:creator>
  <cp:lastModifiedBy>M</cp:lastModifiedBy>
  <cp:revision>5</cp:revision>
  <dcterms:created xsi:type="dcterms:W3CDTF">2012-10-03T19:53:05Z</dcterms:created>
  <dcterms:modified xsi:type="dcterms:W3CDTF">2013-11-10T06:52:57Z</dcterms:modified>
</cp:coreProperties>
</file>