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7" r:id="rId9"/>
    <p:sldId id="261" r:id="rId10"/>
    <p:sldId id="262" r:id="rId11"/>
    <p:sldId id="263" r:id="rId1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6012" autoAdjust="0"/>
    <p:restoredTop sz="94660"/>
  </p:normalViewPr>
  <p:slideViewPr>
    <p:cSldViewPr>
      <p:cViewPr varScale="1">
        <p:scale>
          <a:sx n="86" d="100"/>
          <a:sy n="86" d="100"/>
        </p:scale>
        <p:origin x="-88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909A-7CB7-4D43-A79E-7BFE9AFDF452}" type="datetimeFigureOut">
              <a:rPr lang="fr-FR" smtClean="0"/>
              <a:pPr/>
              <a:t>17/02/2016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777-1F72-4AAC-814C-6305922D214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909A-7CB7-4D43-A79E-7BFE9AFDF452}" type="datetimeFigureOut">
              <a:rPr lang="fr-FR" smtClean="0"/>
              <a:pPr/>
              <a:t>17/02/2016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777-1F72-4AAC-814C-6305922D214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909A-7CB7-4D43-A79E-7BFE9AFDF452}" type="datetimeFigureOut">
              <a:rPr lang="fr-FR" smtClean="0"/>
              <a:pPr/>
              <a:t>17/02/2016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777-1F72-4AAC-814C-6305922D214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909A-7CB7-4D43-A79E-7BFE9AFDF452}" type="datetimeFigureOut">
              <a:rPr lang="fr-FR" smtClean="0"/>
              <a:pPr/>
              <a:t>17/02/2016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777-1F72-4AAC-814C-6305922D214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909A-7CB7-4D43-A79E-7BFE9AFDF452}" type="datetimeFigureOut">
              <a:rPr lang="fr-FR" smtClean="0"/>
              <a:pPr/>
              <a:t>17/02/2016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777-1F72-4AAC-814C-6305922D214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909A-7CB7-4D43-A79E-7BFE9AFDF452}" type="datetimeFigureOut">
              <a:rPr lang="fr-FR" smtClean="0"/>
              <a:pPr/>
              <a:t>17/02/2016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777-1F72-4AAC-814C-6305922D214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909A-7CB7-4D43-A79E-7BFE9AFDF452}" type="datetimeFigureOut">
              <a:rPr lang="fr-FR" smtClean="0"/>
              <a:pPr/>
              <a:t>17/02/2016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777-1F72-4AAC-814C-6305922D214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909A-7CB7-4D43-A79E-7BFE9AFDF452}" type="datetimeFigureOut">
              <a:rPr lang="fr-FR" smtClean="0"/>
              <a:pPr/>
              <a:t>17/02/2016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777-1F72-4AAC-814C-6305922D214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909A-7CB7-4D43-A79E-7BFE9AFDF452}" type="datetimeFigureOut">
              <a:rPr lang="fr-FR" smtClean="0"/>
              <a:pPr/>
              <a:t>17/02/2016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777-1F72-4AAC-814C-6305922D214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909A-7CB7-4D43-A79E-7BFE9AFDF452}" type="datetimeFigureOut">
              <a:rPr lang="fr-FR" smtClean="0"/>
              <a:pPr/>
              <a:t>17/02/2016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777-1F72-4AAC-814C-6305922D214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909A-7CB7-4D43-A79E-7BFE9AFDF452}" type="datetimeFigureOut">
              <a:rPr lang="fr-FR" smtClean="0"/>
              <a:pPr/>
              <a:t>17/02/2016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777-1F72-4AAC-814C-6305922D214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A4909A-7CB7-4D43-A79E-7BFE9AFDF452}" type="datetimeFigureOut">
              <a:rPr lang="fr-FR" smtClean="0"/>
              <a:pPr/>
              <a:t>17/02/2016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E10777-1F72-4AAC-814C-6305922D214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322</a:t>
            </a:r>
            <a:endParaRPr lang="fr-FR" b="1" dirty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marL="1143000" indent="-1143000">
              <a:buAutoNum type="arabicPeriod"/>
            </a:pP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Endrey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‘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fitiavan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-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dehibe</a:t>
            </a:r>
            <a:endParaRPr lang="fr-FR" sz="7200" b="1" dirty="0" smtClean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Nomenao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Jesoa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ho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ahy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re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322</a:t>
            </a:r>
            <a:endParaRPr lang="fr-FR" b="1" dirty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marL="1143000" indent="-1143000">
              <a:buNone/>
            </a:pP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rànao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latsaka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ho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fanavotana</a:t>
            </a:r>
            <a:endParaRPr lang="fr-FR" sz="7200" b="1" dirty="0" smtClean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Endrey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‘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fitiavan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-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dehibe</a:t>
            </a:r>
            <a:endParaRPr lang="fr-FR" sz="7200" b="1" dirty="0" smtClean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322</a:t>
            </a:r>
            <a:endParaRPr lang="fr-FR" b="1" dirty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marL="1143000" indent="-1143000">
              <a:buNone/>
            </a:pP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Jesoa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‘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lay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tia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tokoa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miantso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anao</a:t>
            </a:r>
            <a:endParaRPr lang="fr-FR" sz="7200" b="1" dirty="0" smtClean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Milaza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hoe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ota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avelao</a:t>
            </a:r>
            <a:endParaRPr lang="fr-FR" sz="7200" b="1" dirty="0" smtClean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322</a:t>
            </a:r>
            <a:endParaRPr lang="fr-FR" b="1" dirty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marL="1143000" indent="-1143000">
              <a:buNone/>
            </a:pP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làlanao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hazava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aizina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hisava</a:t>
            </a:r>
            <a:endParaRPr lang="fr-FR" sz="7200" b="1" dirty="0" smtClean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Jesoa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‘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lay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tia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tokoa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miantso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anao</a:t>
            </a:r>
            <a:endParaRPr lang="fr-FR" sz="7200" b="1" dirty="0" smtClean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322</a:t>
            </a:r>
            <a:endParaRPr lang="fr-FR" b="1" dirty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marL="1143000" indent="-1143000">
              <a:buNone/>
            </a:pP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O!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hevero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izao</a:t>
            </a:r>
            <a:endParaRPr lang="fr-FR" sz="7200" b="1" dirty="0" smtClean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‘Lay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Tompo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tia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mpamonjy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anao</a:t>
            </a:r>
            <a:endParaRPr lang="fr-FR" sz="7200" b="1" dirty="0" smtClean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ainy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natolony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hamonjy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olony</a:t>
            </a:r>
            <a:endParaRPr lang="fr-FR" sz="7200" b="1" dirty="0" smtClean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322</a:t>
            </a:r>
            <a:endParaRPr lang="fr-FR" b="1" dirty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rmAutofit lnSpcReduction="10000"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marL="1143000" indent="-1143000">
              <a:buNone/>
            </a:pP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2. Seigneur tu m’a aimé</a:t>
            </a:r>
          </a:p>
          <a:p>
            <a:pPr marL="1143000" indent="-1143000">
              <a:buNone/>
            </a:pP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Tel que je suis</a:t>
            </a:r>
          </a:p>
          <a:p>
            <a:pPr marL="1143000" indent="-1143000">
              <a:buNone/>
            </a:pP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Tu m’as illuminé ma pauvre vie</a:t>
            </a:r>
            <a:endParaRPr lang="fr-FR" sz="7200" b="1" dirty="0" smtClean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322</a:t>
            </a:r>
            <a:endParaRPr lang="fr-FR" b="1" dirty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rmAutofit lnSpcReduction="10000"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marL="1143000" indent="-1143000">
              <a:buNone/>
            </a:pP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Ma routé est éclairée</a:t>
            </a:r>
          </a:p>
          <a:p>
            <a:pPr marL="1143000" indent="-1143000">
              <a:buNone/>
            </a:pP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Mon âme est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liberé</a:t>
            </a:r>
            <a:endParaRPr lang="fr-FR" sz="7200" b="1" dirty="0" smtClean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Seigneur, oui tu m’as pris</a:t>
            </a:r>
          </a:p>
          <a:p>
            <a:pPr marL="1143000" indent="-1143000">
              <a:buNone/>
            </a:pP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Tel que je suis</a:t>
            </a:r>
            <a:endParaRPr lang="fr-FR" sz="7200" b="1" dirty="0" smtClean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322</a:t>
            </a:r>
            <a:endParaRPr lang="fr-FR" b="1" dirty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marL="1143000" indent="-1143000">
              <a:buNone/>
            </a:pP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O!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hevero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izao</a:t>
            </a:r>
            <a:endParaRPr lang="fr-FR" sz="7200" b="1" dirty="0" smtClean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‘Lay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Tompo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tia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mpamonjy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anao</a:t>
            </a:r>
            <a:endParaRPr lang="fr-FR" sz="7200" b="1" dirty="0" smtClean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ainy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natolony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hamonjy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olony</a:t>
            </a:r>
            <a:endParaRPr lang="fr-FR" sz="7200" b="1" dirty="0" smtClean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322</a:t>
            </a:r>
            <a:endParaRPr lang="fr-FR" b="1" dirty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marL="1143000" indent="-1143000">
              <a:buNone/>
            </a:pP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3.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Jesoa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raiso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fiainako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ho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Anao</a:t>
            </a:r>
            <a:endParaRPr lang="fr-FR" sz="7200" b="1" dirty="0" smtClean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foko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madio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sasao</a:t>
            </a:r>
            <a:endParaRPr lang="fr-FR" sz="7200" b="1" dirty="0" smtClean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322</a:t>
            </a:r>
            <a:endParaRPr lang="fr-FR" b="1" dirty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marL="1143000" indent="-1143000">
              <a:buNone/>
            </a:pP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Ho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lapanao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soa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mamiratra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tokoa</a:t>
            </a:r>
            <a:endParaRPr lang="fr-FR" sz="7200" b="1" dirty="0" smtClean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Jesoa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raiso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fiainako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ho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Anao</a:t>
            </a:r>
            <a:endParaRPr lang="fr-FR" sz="7200" b="1" dirty="0" smtClean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322</a:t>
            </a:r>
            <a:endParaRPr lang="fr-FR" b="1" dirty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marL="1143000" indent="-1143000">
              <a:buNone/>
            </a:pP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O!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hevero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izao</a:t>
            </a:r>
            <a:endParaRPr lang="fr-FR" sz="7200" b="1" dirty="0" smtClean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‘Lay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Tompo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tia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mpamonjy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anao</a:t>
            </a:r>
            <a:endParaRPr lang="fr-FR" sz="7200" b="1" dirty="0" smtClean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ainy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natolony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hamonjy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72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olony</a:t>
            </a:r>
            <a:endParaRPr lang="fr-FR" sz="7200" b="1" dirty="0" smtClean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182</Words>
  <Application>Microsoft Office PowerPoint</Application>
  <PresentationFormat>Affichage à l'écran (4:3)</PresentationFormat>
  <Paragraphs>39</Paragraphs>
  <Slides>11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2" baseType="lpstr">
      <vt:lpstr>Thème Office</vt:lpstr>
      <vt:lpstr>FIF 322</vt:lpstr>
      <vt:lpstr>FIF 322</vt:lpstr>
      <vt:lpstr>FIF 322</vt:lpstr>
      <vt:lpstr>FIF 322</vt:lpstr>
      <vt:lpstr>FIF 322</vt:lpstr>
      <vt:lpstr>FIF 322</vt:lpstr>
      <vt:lpstr>FIF 322</vt:lpstr>
      <vt:lpstr>FIF 322</vt:lpstr>
      <vt:lpstr>FIF 322</vt:lpstr>
      <vt:lpstr>FIF 322</vt:lpstr>
      <vt:lpstr>FIF 322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MIARINTSOA</dc:creator>
  <cp:lastModifiedBy>DRAKA</cp:lastModifiedBy>
  <cp:revision>10</cp:revision>
  <dcterms:created xsi:type="dcterms:W3CDTF">2012-10-06T14:25:59Z</dcterms:created>
  <dcterms:modified xsi:type="dcterms:W3CDTF">2016-02-17T13:50:27Z</dcterms:modified>
</cp:coreProperties>
</file>