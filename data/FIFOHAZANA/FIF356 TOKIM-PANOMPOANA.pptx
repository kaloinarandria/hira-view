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5" r:id="rId4"/>
    <p:sldId id="266" r:id="rId5"/>
    <p:sldId id="263" r:id="rId6"/>
    <p:sldId id="264" r:id="rId7"/>
    <p:sldId id="267" r:id="rId8"/>
    <p:sldId id="268" r:id="rId9"/>
    <p:sldId id="261" r:id="rId10"/>
    <p:sldId id="258" r:id="rId11"/>
    <p:sldId id="259" r:id="rId12"/>
    <p:sldId id="26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6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29/05/2014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/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358346" cy="6000792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Raiko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ô,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Izaho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nofidinao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mpiasanao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na dia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mendrika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Nomena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anjara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asanao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001156" cy="62151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Z’inona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Andriamanitra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Z’inona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tinendrinao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</a:p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Mpanota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mendrika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Nefa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toloranao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5716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357166"/>
            <a:ext cx="9215502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ambarako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fahafoizan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hanompo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Raiko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handrarak’ilo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an-doha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asanao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5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na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aiko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androko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hareko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fanahiko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manefa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fanompoako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714356"/>
            <a:ext cx="9001156" cy="6000792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ekeko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fitaovana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pelatananao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Hitoriana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famonjenao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Hanitarana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ambain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dainao</a:t>
            </a:r>
            <a:endParaRPr lang="fr-FR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001156" cy="62151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fadiko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hoe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Zava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mifanohitra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ami-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baikonao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hitondra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Fiangonanao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fanaon’izao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tontolo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85728"/>
            <a:ext cx="9215502" cy="6572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ambarako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fahafoizan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hanompo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Raiko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handrarak’ilo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an-doha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asanao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5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na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aiko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androko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hareko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fanahiko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manefa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fanompoako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642918"/>
            <a:ext cx="88392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Ray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Tsitoha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ô,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iriko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Fanahinao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hambomba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ahy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na asa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fivoriana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haroharoako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faharatsiana</a:t>
            </a:r>
            <a:endParaRPr lang="fr-FR" sz="5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92935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tovy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amiko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 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hahafoy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na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hahasaraka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ahy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miaraka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amiko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asa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efako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35716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2865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ambarako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fahafoizan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tenako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hanompo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Raiko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handrarak’ilo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an-doha</a:t>
            </a:r>
            <a:endParaRPr lang="fr-FR" sz="5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asanao</a:t>
            </a:r>
            <a:r>
              <a:rPr lang="fr-FR" sz="5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5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356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na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aiko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androko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hareko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fanahiko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manao</a:t>
            </a:r>
            <a:endParaRPr lang="fr-FR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manefa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fanompoako</a:t>
            </a:r>
            <a:r>
              <a:rPr lang="fr-FR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280</Words>
  <Application>Microsoft Office PowerPoint</Application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FIF 356</vt:lpstr>
      <vt:lpstr>FIF 356</vt:lpstr>
      <vt:lpstr>FIF 356</vt:lpstr>
      <vt:lpstr>FIF 356</vt:lpstr>
      <vt:lpstr>FIF 356</vt:lpstr>
      <vt:lpstr>FIF 356</vt:lpstr>
      <vt:lpstr>FIF 356</vt:lpstr>
      <vt:lpstr>FIF 356</vt:lpstr>
      <vt:lpstr>FIF 356</vt:lpstr>
      <vt:lpstr>FIF 356</vt:lpstr>
      <vt:lpstr>FIF 356</vt:lpstr>
      <vt:lpstr>FIF 356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M</cp:lastModifiedBy>
  <cp:revision>10</cp:revision>
  <dcterms:created xsi:type="dcterms:W3CDTF">2012-10-09T20:34:16Z</dcterms:created>
  <dcterms:modified xsi:type="dcterms:W3CDTF">2014-05-29T07:37:56Z</dcterms:modified>
</cp:coreProperties>
</file>