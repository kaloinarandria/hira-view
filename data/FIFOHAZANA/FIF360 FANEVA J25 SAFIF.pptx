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4" d="100"/>
          <a:sy n="54" d="100"/>
        </p:scale>
        <p:origin x="-96" y="-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27/07/2014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27/07/2014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27/07/2014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27/07/2014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27/07/2014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27/07/2014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27/07/2014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27/07/2014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27/07/2014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27/07/2014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27/07/2014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3886BE-A26E-4AAF-8A66-B3EABFBFAF07}" type="datetimeFigureOut">
              <a:rPr lang="fr-FR" smtClean="0"/>
              <a:pPr/>
              <a:t>27/07/2014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857916"/>
          </a:xfrm>
        </p:spPr>
        <p:txBody>
          <a:bodyPr>
            <a:normAutofit/>
          </a:bodyPr>
          <a:lstStyle/>
          <a:p>
            <a:pPr marL="914400" indent="-914400">
              <a:buNone/>
            </a:pPr>
            <a:r>
              <a:rPr lang="fr-FR" sz="6000" dirty="0" smtClean="0">
                <a:latin typeface="Cambria" pitchFamily="18" charset="0"/>
              </a:rPr>
              <a:t>1. </a:t>
            </a:r>
            <a:r>
              <a:rPr lang="fr-FR" sz="6000" dirty="0" err="1" smtClean="0">
                <a:latin typeface="Cambria" pitchFamily="18" charset="0"/>
              </a:rPr>
              <a:t>Isika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tsy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maintsy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miasa</a:t>
            </a:r>
            <a:r>
              <a:rPr lang="fr-FR" sz="6000" dirty="0" smtClean="0">
                <a:latin typeface="Cambria" pitchFamily="18" charset="0"/>
              </a:rPr>
              <a:t> </a:t>
            </a:r>
          </a:p>
          <a:p>
            <a:pPr marL="914400" indent="-914400">
              <a:buNone/>
            </a:pPr>
            <a:r>
              <a:rPr lang="fr-FR" sz="6000" dirty="0" err="1" smtClean="0">
                <a:latin typeface="Cambria" pitchFamily="18" charset="0"/>
              </a:rPr>
              <a:t>Raha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mbola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antoandro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koa</a:t>
            </a:r>
            <a:r>
              <a:rPr lang="fr-FR" sz="6000" dirty="0" smtClean="0">
                <a:latin typeface="Cambria" pitchFamily="18" charset="0"/>
              </a:rPr>
              <a:t> </a:t>
            </a:r>
          </a:p>
          <a:p>
            <a:pPr marL="914400" indent="-914400">
              <a:buNone/>
            </a:pPr>
            <a:r>
              <a:rPr lang="fr-FR" sz="6000" dirty="0" err="1" smtClean="0">
                <a:latin typeface="Cambria" pitchFamily="18" charset="0"/>
              </a:rPr>
              <a:t>Baikon’i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Jesoa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izany</a:t>
            </a:r>
            <a:endParaRPr lang="fr-FR" sz="60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smtClean="0">
                <a:latin typeface="Cambria" pitchFamily="18" charset="0"/>
              </a:rPr>
              <a:t>Ka </a:t>
            </a:r>
            <a:r>
              <a:rPr lang="fr-FR" sz="6000" dirty="0" err="1" smtClean="0">
                <a:latin typeface="Cambria" pitchFamily="18" charset="0"/>
              </a:rPr>
              <a:t>tanteraho</a:t>
            </a:r>
            <a:endParaRPr lang="fr-FR" sz="6000" dirty="0" smtClean="0">
              <a:latin typeface="Cambria" pitchFamily="18" charset="0"/>
            </a:endParaRPr>
          </a:p>
          <a:p>
            <a:pPr marL="914400" indent="-914400">
              <a:buNone/>
            </a:pPr>
            <a:endParaRPr lang="fr-FR" sz="6000" dirty="0">
              <a:latin typeface="Cambria" pitchFamily="18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857232"/>
          </a:xfrm>
        </p:spPr>
        <p:txBody>
          <a:bodyPr/>
          <a:lstStyle/>
          <a:p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FIF </a:t>
            </a:r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360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000792"/>
          </a:xfrm>
        </p:spPr>
        <p:txBody>
          <a:bodyPr>
            <a:normAutofit/>
          </a:bodyPr>
          <a:lstStyle/>
          <a:p>
            <a:pPr marL="914400" indent="-914400">
              <a:buNone/>
            </a:pPr>
            <a:r>
              <a:rPr lang="fr-FR" sz="6000" dirty="0" err="1" smtClean="0">
                <a:latin typeface="Cambria" pitchFamily="18" charset="0"/>
              </a:rPr>
              <a:t>Miasa</a:t>
            </a:r>
            <a:r>
              <a:rPr lang="fr-FR" sz="6000" dirty="0" smtClean="0">
                <a:latin typeface="Cambria" pitchFamily="18" charset="0"/>
              </a:rPr>
              <a:t>, </a:t>
            </a:r>
            <a:r>
              <a:rPr lang="fr-FR" sz="6000" dirty="0" err="1" smtClean="0">
                <a:latin typeface="Cambria" pitchFamily="18" charset="0"/>
              </a:rPr>
              <a:t>milofosa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tsara</a:t>
            </a:r>
            <a:endParaRPr lang="fr-FR" sz="60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 smtClean="0">
                <a:latin typeface="Cambria" pitchFamily="18" charset="0"/>
              </a:rPr>
              <a:t>Aza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mba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mangatak’andro</a:t>
            </a:r>
            <a:endParaRPr lang="fr-FR" sz="60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 smtClean="0">
                <a:latin typeface="Cambria" pitchFamily="18" charset="0"/>
              </a:rPr>
              <a:t>Raha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mbola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antoandro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koa</a:t>
            </a:r>
            <a:r>
              <a:rPr lang="fr-FR" sz="6000" dirty="0" smtClean="0">
                <a:latin typeface="Cambria" pitchFamily="18" charset="0"/>
              </a:rPr>
              <a:t> ny </a:t>
            </a:r>
            <a:r>
              <a:rPr lang="fr-FR" sz="6000" dirty="0" err="1" smtClean="0">
                <a:latin typeface="Cambria" pitchFamily="18" charset="0"/>
              </a:rPr>
              <a:t>andro</a:t>
            </a:r>
            <a:endParaRPr lang="fr-FR" sz="60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 smtClean="0">
                <a:latin typeface="Cambria" pitchFamily="18" charset="0"/>
              </a:rPr>
              <a:t>Dieny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mbola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mety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izao</a:t>
            </a:r>
            <a:endParaRPr lang="fr-FR" sz="6000" dirty="0">
              <a:latin typeface="Cambria" pitchFamily="18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FIF 360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5929354"/>
          </a:xfrm>
        </p:spPr>
        <p:txBody>
          <a:bodyPr>
            <a:normAutofit/>
          </a:bodyPr>
          <a:lstStyle/>
          <a:p>
            <a:pPr marL="914400" indent="-914400">
              <a:buNone/>
            </a:pPr>
            <a:r>
              <a:rPr lang="fr-FR" sz="6000" dirty="0" err="1" smtClean="0">
                <a:latin typeface="Cambria" pitchFamily="18" charset="0"/>
              </a:rPr>
              <a:t>Miasa</a:t>
            </a:r>
            <a:r>
              <a:rPr lang="fr-FR" sz="6000" dirty="0" smtClean="0">
                <a:latin typeface="Cambria" pitchFamily="18" charset="0"/>
              </a:rPr>
              <a:t>, </a:t>
            </a:r>
            <a:r>
              <a:rPr lang="fr-FR" sz="6000" dirty="0" err="1" smtClean="0">
                <a:latin typeface="Cambria" pitchFamily="18" charset="0"/>
              </a:rPr>
              <a:t>milofosa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tsara</a:t>
            </a:r>
            <a:endParaRPr lang="fr-FR" sz="60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 smtClean="0">
                <a:latin typeface="Cambria" pitchFamily="18" charset="0"/>
              </a:rPr>
              <a:t>Aza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mba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mangatak’andro</a:t>
            </a:r>
            <a:endParaRPr lang="fr-FR" sz="60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 smtClean="0">
                <a:latin typeface="Cambria" pitchFamily="18" charset="0"/>
              </a:rPr>
              <a:t>Raha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mbola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antoandro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koa</a:t>
            </a:r>
            <a:r>
              <a:rPr lang="fr-FR" sz="6000" dirty="0" smtClean="0">
                <a:latin typeface="Cambria" pitchFamily="18" charset="0"/>
              </a:rPr>
              <a:t> ny </a:t>
            </a:r>
            <a:r>
              <a:rPr lang="fr-FR" sz="6000" dirty="0" err="1" smtClean="0">
                <a:latin typeface="Cambria" pitchFamily="18" charset="0"/>
              </a:rPr>
              <a:t>andro</a:t>
            </a:r>
            <a:endParaRPr lang="fr-FR" sz="60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 smtClean="0">
                <a:latin typeface="Cambria" pitchFamily="18" charset="0"/>
              </a:rPr>
              <a:t>Dieny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mbola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mety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izao</a:t>
            </a:r>
            <a:endParaRPr lang="fr-FR" sz="6000" dirty="0">
              <a:latin typeface="Cambria" pitchFamily="18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857232"/>
          </a:xfrm>
        </p:spPr>
        <p:txBody>
          <a:bodyPr/>
          <a:lstStyle/>
          <a:p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FIF 360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9144000" cy="5929354"/>
          </a:xfrm>
        </p:spPr>
        <p:txBody>
          <a:bodyPr>
            <a:normAutofit/>
          </a:bodyPr>
          <a:lstStyle/>
          <a:p>
            <a:pPr marL="914400" indent="-914400">
              <a:buNone/>
            </a:pPr>
            <a:r>
              <a:rPr lang="fr-FR" sz="6000" dirty="0" smtClean="0">
                <a:latin typeface="Cambria" pitchFamily="18" charset="0"/>
              </a:rPr>
              <a:t>2. </a:t>
            </a:r>
            <a:r>
              <a:rPr lang="fr-FR" sz="6000" dirty="0" err="1" smtClean="0">
                <a:latin typeface="Cambria" pitchFamily="18" charset="0"/>
              </a:rPr>
              <a:t>Isika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tsy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maintsy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mitory</a:t>
            </a:r>
            <a:endParaRPr lang="fr-FR" sz="60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 smtClean="0">
                <a:latin typeface="Cambria" pitchFamily="18" charset="0"/>
              </a:rPr>
              <a:t>Raha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mbola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velona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koa</a:t>
            </a:r>
            <a:r>
              <a:rPr lang="fr-FR" sz="6000" dirty="0" smtClean="0">
                <a:latin typeface="Cambria" pitchFamily="18" charset="0"/>
              </a:rPr>
              <a:t> </a:t>
            </a:r>
          </a:p>
          <a:p>
            <a:pPr marL="914400" indent="-914400">
              <a:buNone/>
            </a:pPr>
            <a:r>
              <a:rPr lang="fr-FR" sz="6000" dirty="0" err="1" smtClean="0">
                <a:latin typeface="Cambria" pitchFamily="18" charset="0"/>
              </a:rPr>
              <a:t>Hanaitra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ireo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izay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matory</a:t>
            </a:r>
            <a:endParaRPr lang="fr-FR" sz="60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smtClean="0">
                <a:latin typeface="Cambria" pitchFamily="18" charset="0"/>
              </a:rPr>
              <a:t>Ho </a:t>
            </a:r>
            <a:r>
              <a:rPr lang="fr-FR" sz="6000" dirty="0" err="1" smtClean="0">
                <a:latin typeface="Cambria" pitchFamily="18" charset="0"/>
              </a:rPr>
              <a:t>olona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mifoha</a:t>
            </a:r>
            <a:endParaRPr lang="fr-FR" sz="6000" dirty="0">
              <a:latin typeface="Cambria" pitchFamily="18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FIF 360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5857916"/>
          </a:xfrm>
        </p:spPr>
        <p:txBody>
          <a:bodyPr>
            <a:normAutofit/>
          </a:bodyPr>
          <a:lstStyle/>
          <a:p>
            <a:pPr marL="914400" indent="-914400">
              <a:buNone/>
            </a:pPr>
            <a:r>
              <a:rPr lang="fr-FR" sz="6000" dirty="0" err="1" smtClean="0">
                <a:latin typeface="Cambria" pitchFamily="18" charset="0"/>
              </a:rPr>
              <a:t>Miasa</a:t>
            </a:r>
            <a:r>
              <a:rPr lang="fr-FR" sz="6000" dirty="0" smtClean="0">
                <a:latin typeface="Cambria" pitchFamily="18" charset="0"/>
              </a:rPr>
              <a:t>, </a:t>
            </a:r>
            <a:r>
              <a:rPr lang="fr-FR" sz="6000" dirty="0" err="1" smtClean="0">
                <a:latin typeface="Cambria" pitchFamily="18" charset="0"/>
              </a:rPr>
              <a:t>milofosa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tsara</a:t>
            </a:r>
            <a:endParaRPr lang="fr-FR" sz="60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 smtClean="0">
                <a:latin typeface="Cambria" pitchFamily="18" charset="0"/>
              </a:rPr>
              <a:t>Aza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mba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mangatak’andro</a:t>
            </a:r>
            <a:endParaRPr lang="fr-FR" sz="60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 smtClean="0">
                <a:latin typeface="Cambria" pitchFamily="18" charset="0"/>
              </a:rPr>
              <a:t>Raha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mbola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antoandro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koa</a:t>
            </a:r>
            <a:r>
              <a:rPr lang="fr-FR" sz="6000" dirty="0" smtClean="0">
                <a:latin typeface="Cambria" pitchFamily="18" charset="0"/>
              </a:rPr>
              <a:t> ny </a:t>
            </a:r>
            <a:r>
              <a:rPr lang="fr-FR" sz="6000" dirty="0" err="1" smtClean="0">
                <a:latin typeface="Cambria" pitchFamily="18" charset="0"/>
              </a:rPr>
              <a:t>andro</a:t>
            </a:r>
            <a:endParaRPr lang="fr-FR" sz="60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 smtClean="0">
                <a:latin typeface="Cambria" pitchFamily="18" charset="0"/>
              </a:rPr>
              <a:t>Dieny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mbola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mety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izao</a:t>
            </a:r>
            <a:endParaRPr lang="fr-FR" sz="6000" dirty="0">
              <a:latin typeface="Cambria" pitchFamily="18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FIF 360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5929354"/>
          </a:xfrm>
        </p:spPr>
        <p:txBody>
          <a:bodyPr>
            <a:normAutofit/>
          </a:bodyPr>
          <a:lstStyle/>
          <a:p>
            <a:pPr marL="914400" indent="-914400">
              <a:buNone/>
            </a:pPr>
            <a:r>
              <a:rPr lang="fr-FR" sz="6000" dirty="0" err="1" smtClean="0">
                <a:latin typeface="Cambria" pitchFamily="18" charset="0"/>
              </a:rPr>
              <a:t>Miasa</a:t>
            </a:r>
            <a:r>
              <a:rPr lang="fr-FR" sz="6000" dirty="0" smtClean="0">
                <a:latin typeface="Cambria" pitchFamily="18" charset="0"/>
              </a:rPr>
              <a:t>, </a:t>
            </a:r>
            <a:r>
              <a:rPr lang="fr-FR" sz="6000" dirty="0" err="1" smtClean="0">
                <a:latin typeface="Cambria" pitchFamily="18" charset="0"/>
              </a:rPr>
              <a:t>milofosa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tsara</a:t>
            </a:r>
            <a:endParaRPr lang="fr-FR" sz="60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 smtClean="0">
                <a:latin typeface="Cambria" pitchFamily="18" charset="0"/>
              </a:rPr>
              <a:t>Aza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mba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mangatak’andro</a:t>
            </a:r>
            <a:endParaRPr lang="fr-FR" sz="60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 smtClean="0">
                <a:latin typeface="Cambria" pitchFamily="18" charset="0"/>
              </a:rPr>
              <a:t>Raha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mbola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antoandro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koa</a:t>
            </a:r>
            <a:r>
              <a:rPr lang="fr-FR" sz="6000" dirty="0" smtClean="0">
                <a:latin typeface="Cambria" pitchFamily="18" charset="0"/>
              </a:rPr>
              <a:t> ny </a:t>
            </a:r>
            <a:r>
              <a:rPr lang="fr-FR" sz="6000" dirty="0" err="1" smtClean="0">
                <a:latin typeface="Cambria" pitchFamily="18" charset="0"/>
              </a:rPr>
              <a:t>andro</a:t>
            </a:r>
            <a:endParaRPr lang="fr-FR" sz="60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 smtClean="0">
                <a:latin typeface="Cambria" pitchFamily="18" charset="0"/>
              </a:rPr>
              <a:t>Dieny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mbola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mety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izao</a:t>
            </a:r>
            <a:endParaRPr lang="fr-FR" sz="6000" dirty="0">
              <a:latin typeface="Cambria" pitchFamily="18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857232"/>
          </a:xfrm>
        </p:spPr>
        <p:txBody>
          <a:bodyPr/>
          <a:lstStyle/>
          <a:p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FIF 360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5929354"/>
          </a:xfrm>
        </p:spPr>
        <p:txBody>
          <a:bodyPr>
            <a:normAutofit/>
          </a:bodyPr>
          <a:lstStyle/>
          <a:p>
            <a:pPr marL="914400" indent="-914400">
              <a:buNone/>
            </a:pPr>
            <a:r>
              <a:rPr lang="fr-FR" sz="6000" dirty="0" smtClean="0">
                <a:latin typeface="Cambria" pitchFamily="18" charset="0"/>
              </a:rPr>
              <a:t>3. </a:t>
            </a:r>
            <a:r>
              <a:rPr lang="fr-FR" sz="6000" dirty="0" err="1" smtClean="0">
                <a:latin typeface="Cambria" pitchFamily="18" charset="0"/>
              </a:rPr>
              <a:t>Isika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tsy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maintsy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mandeha</a:t>
            </a:r>
            <a:endParaRPr lang="fr-FR" sz="60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 smtClean="0">
                <a:latin typeface="Cambria" pitchFamily="18" charset="0"/>
              </a:rPr>
              <a:t>Mitondra</a:t>
            </a:r>
            <a:r>
              <a:rPr lang="fr-FR" sz="6000" dirty="0" smtClean="0">
                <a:latin typeface="Cambria" pitchFamily="18" charset="0"/>
              </a:rPr>
              <a:t> ny </a:t>
            </a:r>
            <a:r>
              <a:rPr lang="fr-FR" sz="6000" dirty="0" err="1" smtClean="0">
                <a:latin typeface="Cambria" pitchFamily="18" charset="0"/>
              </a:rPr>
              <a:t>mazava</a:t>
            </a:r>
            <a:r>
              <a:rPr lang="fr-FR" sz="6000" dirty="0" smtClean="0">
                <a:latin typeface="Cambria" pitchFamily="18" charset="0"/>
              </a:rPr>
              <a:t> </a:t>
            </a:r>
          </a:p>
          <a:p>
            <a:pPr marL="914400" indent="-914400">
              <a:buNone/>
            </a:pPr>
            <a:r>
              <a:rPr lang="fr-FR" sz="6000" dirty="0" err="1" smtClean="0">
                <a:latin typeface="Cambria" pitchFamily="18" charset="0"/>
              </a:rPr>
              <a:t>Hanaisotra</a:t>
            </a:r>
            <a:r>
              <a:rPr lang="fr-FR" sz="6000" dirty="0" smtClean="0">
                <a:latin typeface="Cambria" pitchFamily="18" charset="0"/>
              </a:rPr>
              <a:t> ny </a:t>
            </a:r>
            <a:r>
              <a:rPr lang="fr-FR" sz="6000" dirty="0" err="1" smtClean="0">
                <a:latin typeface="Cambria" pitchFamily="18" charset="0"/>
              </a:rPr>
              <a:t>aizina</a:t>
            </a:r>
            <a:endParaRPr lang="fr-FR" sz="60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 smtClean="0">
                <a:latin typeface="Cambria" pitchFamily="18" charset="0"/>
              </a:rPr>
              <a:t>Hampahiratra</a:t>
            </a:r>
            <a:r>
              <a:rPr lang="fr-FR" sz="6000" dirty="0" smtClean="0">
                <a:latin typeface="Cambria" pitchFamily="18" charset="0"/>
              </a:rPr>
              <a:t> ny </a:t>
            </a:r>
            <a:r>
              <a:rPr lang="fr-FR" sz="6000" dirty="0" err="1" smtClean="0">
                <a:latin typeface="Cambria" pitchFamily="18" charset="0"/>
              </a:rPr>
              <a:t>jamba</a:t>
            </a:r>
            <a:endParaRPr lang="fr-FR" sz="6000" dirty="0">
              <a:latin typeface="Cambria" pitchFamily="18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FIF 360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5857916"/>
          </a:xfrm>
        </p:spPr>
        <p:txBody>
          <a:bodyPr>
            <a:normAutofit/>
          </a:bodyPr>
          <a:lstStyle/>
          <a:p>
            <a:pPr marL="914400" indent="-914400">
              <a:buNone/>
            </a:pPr>
            <a:r>
              <a:rPr lang="fr-FR" sz="6000" dirty="0" err="1" smtClean="0">
                <a:latin typeface="Cambria" pitchFamily="18" charset="0"/>
              </a:rPr>
              <a:t>Miasa</a:t>
            </a:r>
            <a:r>
              <a:rPr lang="fr-FR" sz="6000" dirty="0" smtClean="0">
                <a:latin typeface="Cambria" pitchFamily="18" charset="0"/>
              </a:rPr>
              <a:t>, </a:t>
            </a:r>
            <a:r>
              <a:rPr lang="fr-FR" sz="6000" dirty="0" err="1" smtClean="0">
                <a:latin typeface="Cambria" pitchFamily="18" charset="0"/>
              </a:rPr>
              <a:t>milofosa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tsara</a:t>
            </a:r>
            <a:endParaRPr lang="fr-FR" sz="60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 smtClean="0">
                <a:latin typeface="Cambria" pitchFamily="18" charset="0"/>
              </a:rPr>
              <a:t>Aza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mba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mangatak’andro</a:t>
            </a:r>
            <a:endParaRPr lang="fr-FR" sz="60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 smtClean="0">
                <a:latin typeface="Cambria" pitchFamily="18" charset="0"/>
              </a:rPr>
              <a:t>Raha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mbola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antoandro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koa</a:t>
            </a:r>
            <a:r>
              <a:rPr lang="fr-FR" sz="6000" dirty="0" smtClean="0">
                <a:latin typeface="Cambria" pitchFamily="18" charset="0"/>
              </a:rPr>
              <a:t> ny </a:t>
            </a:r>
            <a:r>
              <a:rPr lang="fr-FR" sz="6000" dirty="0" err="1" smtClean="0">
                <a:latin typeface="Cambria" pitchFamily="18" charset="0"/>
              </a:rPr>
              <a:t>andro</a:t>
            </a:r>
            <a:endParaRPr lang="fr-FR" sz="60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 smtClean="0">
                <a:latin typeface="Cambria" pitchFamily="18" charset="0"/>
              </a:rPr>
              <a:t>Dieny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mbola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mety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izao</a:t>
            </a:r>
            <a:endParaRPr lang="fr-FR" sz="6000" dirty="0">
              <a:latin typeface="Cambria" pitchFamily="18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928670"/>
          </a:xfrm>
        </p:spPr>
        <p:txBody>
          <a:bodyPr/>
          <a:lstStyle/>
          <a:p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FIF 360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5929354"/>
          </a:xfrm>
        </p:spPr>
        <p:txBody>
          <a:bodyPr>
            <a:normAutofit/>
          </a:bodyPr>
          <a:lstStyle/>
          <a:p>
            <a:pPr marL="914400" indent="-914400">
              <a:buNone/>
            </a:pPr>
            <a:r>
              <a:rPr lang="fr-FR" sz="6000" dirty="0" err="1" smtClean="0">
                <a:latin typeface="Cambria" pitchFamily="18" charset="0"/>
              </a:rPr>
              <a:t>Miasa</a:t>
            </a:r>
            <a:r>
              <a:rPr lang="fr-FR" sz="6000" dirty="0" smtClean="0">
                <a:latin typeface="Cambria" pitchFamily="18" charset="0"/>
              </a:rPr>
              <a:t>, </a:t>
            </a:r>
            <a:r>
              <a:rPr lang="fr-FR" sz="6000" dirty="0" err="1" smtClean="0">
                <a:latin typeface="Cambria" pitchFamily="18" charset="0"/>
              </a:rPr>
              <a:t>milofosa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tsara</a:t>
            </a:r>
            <a:endParaRPr lang="fr-FR" sz="60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 smtClean="0">
                <a:latin typeface="Cambria" pitchFamily="18" charset="0"/>
              </a:rPr>
              <a:t>Aza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mba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mangatak’andro</a:t>
            </a:r>
            <a:endParaRPr lang="fr-FR" sz="60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 smtClean="0">
                <a:latin typeface="Cambria" pitchFamily="18" charset="0"/>
              </a:rPr>
              <a:t>Raha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mbola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antoandro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koa</a:t>
            </a:r>
            <a:r>
              <a:rPr lang="fr-FR" sz="6000" dirty="0" smtClean="0">
                <a:latin typeface="Cambria" pitchFamily="18" charset="0"/>
              </a:rPr>
              <a:t> ny </a:t>
            </a:r>
            <a:r>
              <a:rPr lang="fr-FR" sz="6000" dirty="0" err="1" smtClean="0">
                <a:latin typeface="Cambria" pitchFamily="18" charset="0"/>
              </a:rPr>
              <a:t>andro</a:t>
            </a:r>
            <a:endParaRPr lang="fr-FR" sz="60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 smtClean="0">
                <a:latin typeface="Cambria" pitchFamily="18" charset="0"/>
              </a:rPr>
              <a:t>Dieny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mbola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mety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izao</a:t>
            </a:r>
            <a:endParaRPr lang="fr-FR" sz="6000" dirty="0">
              <a:latin typeface="Cambria" pitchFamily="18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928670"/>
          </a:xfrm>
        </p:spPr>
        <p:txBody>
          <a:bodyPr/>
          <a:lstStyle/>
          <a:p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FIF 360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167</Words>
  <Application>Microsoft Office PowerPoint</Application>
  <PresentationFormat>Affichage à l'écran (4:3)</PresentationFormat>
  <Paragraphs>45</Paragraphs>
  <Slides>9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0" baseType="lpstr">
      <vt:lpstr>Thème Office</vt:lpstr>
      <vt:lpstr>FIF 360</vt:lpstr>
      <vt:lpstr>FIF 360</vt:lpstr>
      <vt:lpstr>FIF 360</vt:lpstr>
      <vt:lpstr>FIF 360</vt:lpstr>
      <vt:lpstr>FIF 360</vt:lpstr>
      <vt:lpstr>FIF 360</vt:lpstr>
      <vt:lpstr>FIF 360</vt:lpstr>
      <vt:lpstr>FIF 360</vt:lpstr>
      <vt:lpstr>FIF 360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 355</dc:title>
  <dc:creator>M</dc:creator>
  <cp:lastModifiedBy>M</cp:lastModifiedBy>
  <cp:revision>11</cp:revision>
  <dcterms:created xsi:type="dcterms:W3CDTF">2012-10-09T20:34:16Z</dcterms:created>
  <dcterms:modified xsi:type="dcterms:W3CDTF">2014-07-27T10:24:06Z</dcterms:modified>
</cp:coreProperties>
</file>