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71" r:id="rId5"/>
    <p:sldId id="258" r:id="rId6"/>
    <p:sldId id="272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20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2912-3C5D-4659-B9AE-C65064F14CB8}" type="datetimeFigureOut">
              <a:rPr lang="fr-FR" smtClean="0"/>
              <a:pPr/>
              <a:t>08/03/2015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1720-C433-4AFC-8B89-D381A550F1B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2912-3C5D-4659-B9AE-C65064F14CB8}" type="datetimeFigureOut">
              <a:rPr lang="fr-FR" smtClean="0"/>
              <a:pPr/>
              <a:t>08/03/2015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1720-C433-4AFC-8B89-D381A550F1B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2912-3C5D-4659-B9AE-C65064F14CB8}" type="datetimeFigureOut">
              <a:rPr lang="fr-FR" smtClean="0"/>
              <a:pPr/>
              <a:t>08/03/2015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1720-C433-4AFC-8B89-D381A550F1B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2912-3C5D-4659-B9AE-C65064F14CB8}" type="datetimeFigureOut">
              <a:rPr lang="fr-FR" smtClean="0"/>
              <a:pPr/>
              <a:t>08/03/2015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1720-C433-4AFC-8B89-D381A550F1B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2912-3C5D-4659-B9AE-C65064F14CB8}" type="datetimeFigureOut">
              <a:rPr lang="fr-FR" smtClean="0"/>
              <a:pPr/>
              <a:t>08/03/2015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1720-C433-4AFC-8B89-D381A550F1B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2912-3C5D-4659-B9AE-C65064F14CB8}" type="datetimeFigureOut">
              <a:rPr lang="fr-FR" smtClean="0"/>
              <a:pPr/>
              <a:t>08/03/2015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1720-C433-4AFC-8B89-D381A550F1B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2912-3C5D-4659-B9AE-C65064F14CB8}" type="datetimeFigureOut">
              <a:rPr lang="fr-FR" smtClean="0"/>
              <a:pPr/>
              <a:t>08/03/2015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1720-C433-4AFC-8B89-D381A550F1B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2912-3C5D-4659-B9AE-C65064F14CB8}" type="datetimeFigureOut">
              <a:rPr lang="fr-FR" smtClean="0"/>
              <a:pPr/>
              <a:t>08/03/2015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1720-C433-4AFC-8B89-D381A550F1B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2912-3C5D-4659-B9AE-C65064F14CB8}" type="datetimeFigureOut">
              <a:rPr lang="fr-FR" smtClean="0"/>
              <a:pPr/>
              <a:t>08/03/2015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1720-C433-4AFC-8B89-D381A550F1B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2912-3C5D-4659-B9AE-C65064F14CB8}" type="datetimeFigureOut">
              <a:rPr lang="fr-FR" smtClean="0"/>
              <a:pPr/>
              <a:t>08/03/2015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1720-C433-4AFC-8B89-D381A550F1B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2912-3C5D-4659-B9AE-C65064F14CB8}" type="datetimeFigureOut">
              <a:rPr lang="fr-FR" smtClean="0"/>
              <a:pPr/>
              <a:t>08/03/2015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1720-C433-4AFC-8B89-D381A550F1B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E2912-3C5D-4659-B9AE-C65064F14CB8}" type="datetimeFigureOut">
              <a:rPr lang="fr-FR" smtClean="0"/>
              <a:pPr/>
              <a:t>08/03/2015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9D1720-C433-4AFC-8B89-D381A550F1B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348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628" y="428604"/>
            <a:ext cx="9429784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</a:t>
            </a: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Vatolampy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tromba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tsiny</a:t>
            </a:r>
            <a:endParaRPr lang="fr-FR" sz="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Zanahary</a:t>
            </a:r>
            <a:endParaRPr lang="fr-FR" sz="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Kalanôro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razana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mahavita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Ialao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daholo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ireo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sampy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sampy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Zanahary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aro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manampy</a:t>
            </a:r>
            <a:r>
              <a:rPr lang="fr-FR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  <a:endParaRPr lang="fr-FR" sz="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348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ô !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       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zoky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zandry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Andao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hivavaka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zoky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,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zandry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 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Andao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hivavaka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zoky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,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zandry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Andao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rahavako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Zanahary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manampy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  <a:endParaRPr lang="fr-FR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348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84" y="642918"/>
            <a:ext cx="914400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henoy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havako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Feo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miantso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Ialao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ditranao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tian-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Janahary</a:t>
            </a:r>
            <a:endParaRPr lang="fr-FR" sz="4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Ialao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daholo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ireo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endParaRPr lang="fr-FR" sz="4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sampy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,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sampy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Zanahary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manampy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  <a:endParaRPr lang="fr-FR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348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346" y="642918"/>
            <a:ext cx="914400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ô !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       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zoky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zandry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Andao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hivavaka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zoky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,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zandry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 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Andao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hivavaka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zoky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,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zandry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Andao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rahavako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Zanahary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manampy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  <a:endParaRPr lang="fr-FR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348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84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Zanahary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mifidy</a:t>
            </a:r>
            <a:endParaRPr lang="fr-FR" sz="4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Tavan'olo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ratsy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mpandainga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mpamono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olo</a:t>
            </a:r>
            <a:endParaRPr lang="fr-FR" sz="4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toetra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ratsy</a:t>
            </a:r>
            <a:endParaRPr lang="fr-FR" sz="4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mpimasy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be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malaza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manatona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Zanahary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manampy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  <a:endParaRPr lang="fr-FR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348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346" y="642918"/>
            <a:ext cx="914400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ô !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       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zoky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zandry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Andao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hivavaka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zoky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,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zandry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 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Andao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hivavaka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zoky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,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zandry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Andao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rahavako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Zanahary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aro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manampy</a:t>
            </a:r>
            <a:r>
              <a:rPr lang="fr-FR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  <a:endParaRPr lang="fr-FR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213</Words>
  <Application>Microsoft Office PowerPoint</Application>
  <PresentationFormat>Affichage à l'écran (4:3)</PresentationFormat>
  <Paragraphs>48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348</vt:lpstr>
      <vt:lpstr>FIF 348</vt:lpstr>
      <vt:lpstr>FIF 348</vt:lpstr>
      <vt:lpstr>FIF 348</vt:lpstr>
      <vt:lpstr>FIF 348</vt:lpstr>
      <vt:lpstr>FIF 348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348</dc:title>
  <dc:creator>MIARINTSOA</dc:creator>
  <cp:lastModifiedBy>M</cp:lastModifiedBy>
  <cp:revision>9</cp:revision>
  <dcterms:created xsi:type="dcterms:W3CDTF">2012-10-06T21:09:52Z</dcterms:created>
  <dcterms:modified xsi:type="dcterms:W3CDTF">2015-03-08T05:44:11Z</dcterms:modified>
</cp:coreProperties>
</file>