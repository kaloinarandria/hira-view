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61" r:id="rId4"/>
    <p:sldId id="267" r:id="rId5"/>
    <p:sldId id="265" r:id="rId6"/>
    <p:sldId id="268" r:id="rId7"/>
    <p:sldId id="264" r:id="rId8"/>
    <p:sldId id="269" r:id="rId9"/>
    <p:sldId id="263" r:id="rId10"/>
    <p:sldId id="270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BF106-2FA0-4D0D-BAF6-6F6B6839664E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61982-F21A-4FC5-AF27-A075AF0216C7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1. Moa </a:t>
            </a:r>
            <a:r>
              <a:rPr lang="fr-FR" sz="5400" dirty="0" err="1" smtClean="0">
                <a:latin typeface="Cambria" pitchFamily="18" charset="0"/>
              </a:rPr>
              <a:t>inona</a:t>
            </a:r>
            <a:r>
              <a:rPr lang="fr-FR" sz="5400" dirty="0" smtClean="0">
                <a:latin typeface="Cambria" pitchFamily="18" charset="0"/>
              </a:rPr>
              <a:t> ange no </a:t>
            </a: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vitako</a:t>
            </a:r>
            <a:r>
              <a:rPr lang="fr-FR" sz="5400" dirty="0" smtClean="0"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Hatrizay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nahaveloman’izay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Sao dia </a:t>
            </a:r>
            <a:r>
              <a:rPr lang="fr-FR" sz="5400" dirty="0" err="1" smtClean="0">
                <a:latin typeface="Cambria" pitchFamily="18" charset="0"/>
              </a:rPr>
              <a:t>laniko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foana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androko</a:t>
            </a:r>
            <a:r>
              <a:rPr lang="fr-FR" sz="5400" dirty="0" smtClean="0">
                <a:latin typeface="Cambria" pitchFamily="18" charset="0"/>
              </a:rPr>
              <a:t> va,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nahavitana</a:t>
            </a:r>
            <a:r>
              <a:rPr lang="fr-FR" sz="5400" dirty="0" smtClean="0">
                <a:latin typeface="Cambria" pitchFamily="18" charset="0"/>
              </a:rPr>
              <a:t> asa </a:t>
            </a:r>
            <a:r>
              <a:rPr lang="fr-FR" sz="5400" dirty="0" err="1" smtClean="0">
                <a:latin typeface="Cambria" pitchFamily="18" charset="0"/>
              </a:rPr>
              <a:t>soa</a:t>
            </a:r>
            <a:r>
              <a:rPr lang="fr-FR" sz="5400" dirty="0" smtClean="0">
                <a:latin typeface="Cambria" pitchFamily="18" charset="0"/>
              </a:rPr>
              <a:t>?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O! </a:t>
            </a: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honerana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‘</a:t>
            </a:r>
            <a:r>
              <a:rPr lang="fr-FR" sz="6000" dirty="0" err="1" smtClean="0">
                <a:latin typeface="Cambria" pitchFamily="18" charset="0"/>
              </a:rPr>
              <a:t>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fotoam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bery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adidy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miavosa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varimbariana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2. O! </a:t>
            </a: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saino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hevero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namako</a:t>
            </a:r>
            <a:r>
              <a:rPr lang="fr-FR" sz="54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‘Tony </a:t>
            </a:r>
            <a:r>
              <a:rPr lang="fr-FR" sz="5400" dirty="0" err="1" smtClean="0">
                <a:latin typeface="Cambria" pitchFamily="18" charset="0"/>
              </a:rPr>
              <a:t>androm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piainana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aty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mandalo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mihelina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andronao</a:t>
            </a:r>
            <a:r>
              <a:rPr lang="fr-FR" sz="54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Moa </a:t>
            </a: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hararaotina</a:t>
            </a:r>
            <a:r>
              <a:rPr lang="fr-FR" sz="5400" dirty="0" smtClean="0">
                <a:latin typeface="Cambria" pitchFamily="18" charset="0"/>
              </a:rPr>
              <a:t> va? 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O! </a:t>
            </a: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honerana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‘</a:t>
            </a:r>
            <a:r>
              <a:rPr lang="fr-FR" sz="6000" dirty="0" err="1" smtClean="0">
                <a:latin typeface="Cambria" pitchFamily="18" charset="0"/>
              </a:rPr>
              <a:t>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fotoam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bery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adidy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miavosa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varimbariana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3. Asa </a:t>
            </a:r>
            <a:r>
              <a:rPr lang="fr-FR" sz="5400" dirty="0" err="1" smtClean="0">
                <a:latin typeface="Cambria" pitchFamily="18" charset="0"/>
              </a:rPr>
              <a:t>maro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indro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miandry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Mila </a:t>
            </a:r>
            <a:r>
              <a:rPr lang="fr-FR" sz="5400" dirty="0" err="1" smtClean="0">
                <a:latin typeface="Cambria" pitchFamily="18" charset="0"/>
              </a:rPr>
              <a:t>tanjaka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herim</a:t>
            </a:r>
            <a:r>
              <a:rPr lang="fr-FR" sz="5400" dirty="0" smtClean="0">
                <a:latin typeface="Cambria" pitchFamily="18" charset="0"/>
              </a:rPr>
              <a:t>-po,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Fanasoavan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taranaka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firenenao</a:t>
            </a:r>
            <a:r>
              <a:rPr lang="fr-FR" sz="54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Io no </a:t>
            </a:r>
            <a:r>
              <a:rPr lang="fr-FR" sz="5400" dirty="0" err="1" smtClean="0">
                <a:latin typeface="Cambria" pitchFamily="18" charset="0"/>
              </a:rPr>
              <a:t>andrin’ny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fanaovan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tsoa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O! </a:t>
            </a: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honerana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‘</a:t>
            </a:r>
            <a:r>
              <a:rPr lang="fr-FR" sz="6000" dirty="0" err="1" smtClean="0">
                <a:latin typeface="Cambria" pitchFamily="18" charset="0"/>
              </a:rPr>
              <a:t>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fotoam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bery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adidy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miavosa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varimbariana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dirty="0" smtClean="0">
                <a:latin typeface="Cambria" pitchFamily="18" charset="0"/>
              </a:rPr>
              <a:t>FIF 251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4. </a:t>
            </a:r>
            <a:r>
              <a:rPr lang="fr-FR" sz="5400" dirty="0" err="1" smtClean="0">
                <a:latin typeface="Cambria" pitchFamily="18" charset="0"/>
              </a:rPr>
              <a:t>Miezaha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miaina</a:t>
            </a:r>
            <a:r>
              <a:rPr lang="fr-FR" sz="5400" dirty="0" smtClean="0">
                <a:latin typeface="Cambria" pitchFamily="18" charset="0"/>
              </a:rPr>
              <a:t>! </a:t>
            </a:r>
            <a:r>
              <a:rPr lang="fr-FR" sz="5400" dirty="0" err="1" smtClean="0">
                <a:latin typeface="Cambria" pitchFamily="18" charset="0"/>
              </a:rPr>
              <a:t>Miasà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dieny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r>
              <a:rPr lang="fr-FR" sz="54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Be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asa </a:t>
            </a:r>
            <a:r>
              <a:rPr lang="fr-FR" sz="5400" dirty="0" err="1" smtClean="0">
                <a:latin typeface="Cambria" pitchFamily="18" charset="0"/>
              </a:rPr>
              <a:t>tandrify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Aza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avela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very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ireo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andronao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Sao </a:t>
            </a:r>
            <a:r>
              <a:rPr lang="fr-FR" sz="5400" dirty="0" err="1" smtClean="0">
                <a:latin typeface="Cambria" pitchFamily="18" charset="0"/>
              </a:rPr>
              <a:t>manenina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ambony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O! </a:t>
            </a: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honerana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‘</a:t>
            </a:r>
            <a:r>
              <a:rPr lang="fr-FR" sz="6000" dirty="0" err="1" smtClean="0">
                <a:latin typeface="Cambria" pitchFamily="18" charset="0"/>
              </a:rPr>
              <a:t>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fotoam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bery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adidy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miavosa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varimbariana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5. </a:t>
            </a:r>
            <a:r>
              <a:rPr lang="fr-FR" sz="5400" dirty="0" err="1" smtClean="0">
                <a:latin typeface="Cambria" pitchFamily="18" charset="0"/>
              </a:rPr>
              <a:t>Enga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anie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asa </a:t>
            </a:r>
            <a:r>
              <a:rPr lang="fr-FR" sz="5400" dirty="0" err="1" smtClean="0">
                <a:latin typeface="Cambria" pitchFamily="18" charset="0"/>
              </a:rPr>
              <a:t>kely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vitako</a:t>
            </a:r>
            <a:r>
              <a:rPr lang="fr-FR" sz="5400" dirty="0" smtClean="0"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Ho </a:t>
            </a:r>
            <a:r>
              <a:rPr lang="fr-FR" sz="5400" dirty="0" err="1" smtClean="0">
                <a:latin typeface="Cambria" pitchFamily="18" charset="0"/>
              </a:rPr>
              <a:t>ambinina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mbola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sitraka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enti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matory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anie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Hovaliana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tsarovana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ery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251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O! </a:t>
            </a:r>
            <a:r>
              <a:rPr lang="fr-FR" sz="6000" dirty="0" err="1" smtClean="0">
                <a:latin typeface="Cambria" pitchFamily="18" charset="0"/>
              </a:rPr>
              <a:t>andeha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honerana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‘</a:t>
            </a:r>
            <a:r>
              <a:rPr lang="fr-FR" sz="6000" dirty="0" err="1" smtClean="0">
                <a:latin typeface="Cambria" pitchFamily="18" charset="0"/>
              </a:rPr>
              <a:t>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fotoam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bery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adidy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anie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miavosa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varimbariana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251</Words>
  <Application>Microsoft Office PowerPoint</Application>
  <PresentationFormat>Affichage à l'écran (4:3)</PresentationFormat>
  <Paragraphs>52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FIF 251</vt:lpstr>
      <vt:lpstr>FIF 251</vt:lpstr>
      <vt:lpstr>FIF 251</vt:lpstr>
      <vt:lpstr>FIF 251</vt:lpstr>
      <vt:lpstr>FIF 251</vt:lpstr>
      <vt:lpstr>FIF 251</vt:lpstr>
      <vt:lpstr>FIF 251</vt:lpstr>
      <vt:lpstr>FIF 251</vt:lpstr>
      <vt:lpstr>FIF 251</vt:lpstr>
      <vt:lpstr>FIF 251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251</dc:title>
  <dc:creator>MIARINTSOA</dc:creator>
  <cp:lastModifiedBy>MIARINTSOA</cp:lastModifiedBy>
  <cp:revision>3</cp:revision>
  <dcterms:created xsi:type="dcterms:W3CDTF">2012-10-07T18:31:23Z</dcterms:created>
  <dcterms:modified xsi:type="dcterms:W3CDTF">2012-10-07T18:52:31Z</dcterms:modified>
</cp:coreProperties>
</file>