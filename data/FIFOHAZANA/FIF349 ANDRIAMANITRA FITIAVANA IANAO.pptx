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3" r:id="rId4"/>
    <p:sldId id="272" r:id="rId5"/>
    <p:sldId id="275" r:id="rId6"/>
    <p:sldId id="276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B540F-69F0-4442-9AC7-64BC67EB6899}" type="datetimeFigureOut">
              <a:rPr lang="fr-FR" smtClean="0"/>
              <a:pPr/>
              <a:t>27/07/2014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E4D5A-915B-4299-877C-6FE26AD7661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Autofit/>
          </a:bodyPr>
          <a:lstStyle/>
          <a:p>
            <a:r>
              <a:rPr lang="fr-FR" sz="3200" dirty="0" smtClean="0">
                <a:latin typeface="Cambria" pitchFamily="18" charset="0"/>
              </a:rPr>
              <a:t>FIF 349</a:t>
            </a:r>
            <a:endParaRPr lang="fr-FR" sz="32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smtClean="0">
                <a:latin typeface="Cambria" pitchFamily="18" charset="0"/>
              </a:rPr>
              <a:t>1. </a:t>
            </a:r>
            <a:r>
              <a:rPr lang="fr-FR" sz="5000" dirty="0" err="1" smtClean="0">
                <a:latin typeface="Cambria" pitchFamily="18" charset="0"/>
              </a:rPr>
              <a:t>Andriamanitra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Fitiavana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I</a:t>
            </a:r>
            <a:r>
              <a:rPr lang="fr-FR" sz="5000" dirty="0" err="1" smtClean="0">
                <a:latin typeface="Cambria" pitchFamily="18" charset="0"/>
              </a:rPr>
              <a:t>anao</a:t>
            </a:r>
            <a:endParaRPr lang="fr-FR" sz="5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000" dirty="0" smtClean="0">
                <a:latin typeface="Cambria" pitchFamily="18" charset="0"/>
              </a:rPr>
              <a:t>Ka </a:t>
            </a:r>
            <a:r>
              <a:rPr lang="fr-FR" sz="5000" dirty="0" err="1" smtClean="0">
                <a:latin typeface="Cambria" pitchFamily="18" charset="0"/>
              </a:rPr>
              <a:t>mihevitra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ny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momba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anay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ety</a:t>
            </a:r>
            <a:endParaRPr lang="fr-FR" sz="5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000" dirty="0" err="1" smtClean="0">
                <a:latin typeface="Cambria" pitchFamily="18" charset="0"/>
              </a:rPr>
              <a:t>Raha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mifoha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maraina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izahay</a:t>
            </a:r>
            <a:endParaRPr lang="fr-FR" sz="5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000" dirty="0" smtClean="0">
                <a:latin typeface="Cambria" pitchFamily="18" charset="0"/>
              </a:rPr>
              <a:t>Dia </a:t>
            </a:r>
            <a:r>
              <a:rPr lang="fr-FR" sz="5000" dirty="0" err="1" smtClean="0">
                <a:latin typeface="Cambria" pitchFamily="18" charset="0"/>
              </a:rPr>
              <a:t>tsy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afaka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am</a:t>
            </a:r>
            <a:r>
              <a:rPr lang="fr-FR" sz="5000" dirty="0" smtClean="0">
                <a:latin typeface="Cambria" pitchFamily="18" charset="0"/>
              </a:rPr>
              <a:t>-</a:t>
            </a:r>
            <a:r>
              <a:rPr lang="fr-FR" sz="5000" dirty="0" err="1" smtClean="0">
                <a:latin typeface="Cambria" pitchFamily="18" charset="0"/>
              </a:rPr>
              <a:t>bavanay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hoe</a:t>
            </a:r>
            <a:r>
              <a:rPr lang="fr-FR" sz="50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000" dirty="0" err="1" smtClean="0">
                <a:latin typeface="Cambria" pitchFamily="18" charset="0"/>
              </a:rPr>
              <a:t>Ampy</a:t>
            </a:r>
            <a:r>
              <a:rPr lang="fr-FR" sz="5000" dirty="0" smtClean="0">
                <a:latin typeface="Cambria" pitchFamily="18" charset="0"/>
              </a:rPr>
              <a:t> ho </a:t>
            </a:r>
            <a:r>
              <a:rPr lang="fr-FR" sz="5000" dirty="0" err="1" smtClean="0">
                <a:latin typeface="Cambria" pitchFamily="18" charset="0"/>
              </a:rPr>
              <a:t>anay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ny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fahasoavanao</a:t>
            </a:r>
            <a:endParaRPr lang="fr-FR" sz="5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prstClr val="black"/>
                </a:solidFill>
                <a:latin typeface="Cambria" pitchFamily="18" charset="0"/>
              </a:rPr>
              <a:t>FIF 349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maraina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mibaliaka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andronay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masoandro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niaviany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alin’ny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ririnina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handalo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prstClr val="black"/>
                </a:solidFill>
                <a:latin typeface="Cambria" pitchFamily="18" charset="0"/>
              </a:rPr>
              <a:t>FIF 349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kintana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hitantana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dia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vavaka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atao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mipololotra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am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ponay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hoe</a:t>
            </a:r>
            <a:r>
              <a:rPr lang="fr-FR" sz="5400" dirty="0" smtClean="0">
                <a:latin typeface="Cambria" pitchFamily="18" charset="0"/>
              </a:rPr>
              <a:t>: </a:t>
            </a:r>
            <a:r>
              <a:rPr lang="fr-FR" sz="5400" dirty="0" err="1" smtClean="0">
                <a:latin typeface="Cambria" pitchFamily="18" charset="0"/>
              </a:rPr>
              <a:t>Izahay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anie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hatoky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3200" dirty="0" smtClean="0">
                <a:solidFill>
                  <a:prstClr val="black"/>
                </a:solidFill>
                <a:latin typeface="Cambria" pitchFamily="18" charset="0"/>
              </a:rPr>
              <a:t>FIF 349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571480"/>
            <a:ext cx="9001156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smtClean="0">
                <a:latin typeface="Cambria" pitchFamily="18" charset="0"/>
              </a:rPr>
              <a:t>2.</a:t>
            </a:r>
            <a:r>
              <a:rPr lang="fr-FR" sz="5000" dirty="0" err="1" smtClean="0">
                <a:latin typeface="Cambria" pitchFamily="18" charset="0"/>
              </a:rPr>
              <a:t>Andriamanitra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Fitiavana</a:t>
            </a:r>
            <a:endParaRPr lang="fr-FR" sz="5000" dirty="0">
              <a:latin typeface="Cambria" pitchFamily="18" charset="0"/>
            </a:endParaRPr>
          </a:p>
          <a:p>
            <a:pPr>
              <a:buNone/>
            </a:pPr>
            <a:r>
              <a:rPr lang="fr-FR" sz="5000" dirty="0" err="1" smtClean="0">
                <a:latin typeface="Cambria" pitchFamily="18" charset="0"/>
              </a:rPr>
              <a:t>I</a:t>
            </a:r>
            <a:r>
              <a:rPr lang="fr-FR" sz="5000" dirty="0" err="1" smtClean="0">
                <a:latin typeface="Cambria" pitchFamily="18" charset="0"/>
              </a:rPr>
              <a:t>anao</a:t>
            </a:r>
            <a:endParaRPr lang="fr-FR" sz="5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000" dirty="0" smtClean="0">
                <a:latin typeface="Cambria" pitchFamily="18" charset="0"/>
              </a:rPr>
              <a:t>Ka </a:t>
            </a:r>
            <a:r>
              <a:rPr lang="fr-FR" sz="5000" dirty="0" err="1" smtClean="0">
                <a:latin typeface="Cambria" pitchFamily="18" charset="0"/>
              </a:rPr>
              <a:t>mitantana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ny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dianay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ety</a:t>
            </a:r>
            <a:endParaRPr lang="fr-FR" sz="5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000" dirty="0" err="1" smtClean="0">
                <a:latin typeface="Cambria" pitchFamily="18" charset="0"/>
              </a:rPr>
              <a:t>Raha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mandimby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ny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andro</a:t>
            </a:r>
            <a:r>
              <a:rPr lang="fr-FR" sz="5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000" dirty="0" err="1" smtClean="0">
                <a:latin typeface="Cambria" pitchFamily="18" charset="0"/>
              </a:rPr>
              <a:t>ny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alina</a:t>
            </a:r>
            <a:endParaRPr lang="fr-FR" sz="5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000" dirty="0" err="1" smtClean="0">
                <a:latin typeface="Cambria" pitchFamily="18" charset="0"/>
              </a:rPr>
              <a:t>Mbola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tokana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ny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deranay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hoe</a:t>
            </a:r>
            <a:r>
              <a:rPr lang="fr-FR" sz="50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000" dirty="0" err="1" smtClean="0">
                <a:latin typeface="Cambria" pitchFamily="18" charset="0"/>
              </a:rPr>
              <a:t>Ampy</a:t>
            </a:r>
            <a:r>
              <a:rPr lang="fr-FR" sz="5000" dirty="0" smtClean="0">
                <a:latin typeface="Cambria" pitchFamily="18" charset="0"/>
              </a:rPr>
              <a:t> ho </a:t>
            </a:r>
            <a:r>
              <a:rPr lang="fr-FR" sz="5000" dirty="0" err="1" smtClean="0">
                <a:latin typeface="Cambria" pitchFamily="18" charset="0"/>
              </a:rPr>
              <a:t>anay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ny</a:t>
            </a:r>
            <a:r>
              <a:rPr lang="fr-FR" sz="5000" dirty="0" smtClean="0">
                <a:latin typeface="Cambria" pitchFamily="18" charset="0"/>
              </a:rPr>
              <a:t> </a:t>
            </a:r>
            <a:r>
              <a:rPr lang="fr-FR" sz="5000" dirty="0" err="1" smtClean="0">
                <a:latin typeface="Cambria" pitchFamily="18" charset="0"/>
              </a:rPr>
              <a:t>fahasoavanao</a:t>
            </a:r>
            <a:endParaRPr lang="fr-FR" sz="5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prstClr val="black"/>
                </a:solidFill>
                <a:latin typeface="Cambria" pitchFamily="18" charset="0"/>
              </a:rPr>
              <a:t>FIF 349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maraina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mibaliaka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andronay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masoandro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niaviany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alin’ny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ririnina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handalo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prstClr val="black"/>
                </a:solidFill>
                <a:latin typeface="Cambria" pitchFamily="18" charset="0"/>
              </a:rPr>
              <a:t>FIF 349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kintana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hitantana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dia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vavaka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atao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mipololotra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am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ponay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hoe</a:t>
            </a:r>
            <a:r>
              <a:rPr lang="fr-FR" sz="5400" dirty="0" smtClean="0">
                <a:latin typeface="Cambria" pitchFamily="18" charset="0"/>
              </a:rPr>
              <a:t>: </a:t>
            </a:r>
            <a:r>
              <a:rPr lang="fr-FR" sz="5400" dirty="0" err="1" smtClean="0">
                <a:latin typeface="Cambria" pitchFamily="18" charset="0"/>
              </a:rPr>
              <a:t>Izahay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anie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hatoky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137</Words>
  <Application>Microsoft Office PowerPoint</Application>
  <PresentationFormat>Affichage à l'écran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349</vt:lpstr>
      <vt:lpstr>FIF 349</vt:lpstr>
      <vt:lpstr>FIF 349</vt:lpstr>
      <vt:lpstr>FIF 349</vt:lpstr>
      <vt:lpstr>FIF 349</vt:lpstr>
      <vt:lpstr>FIF 349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349</dc:title>
  <dc:creator>M</dc:creator>
  <cp:lastModifiedBy>M</cp:lastModifiedBy>
  <cp:revision>5</cp:revision>
  <dcterms:created xsi:type="dcterms:W3CDTF">2012-10-09T20:02:57Z</dcterms:created>
  <dcterms:modified xsi:type="dcterms:W3CDTF">2014-07-27T09:36:00Z</dcterms:modified>
</cp:coreProperties>
</file>