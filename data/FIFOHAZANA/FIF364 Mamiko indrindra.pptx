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6" r:id="rId2"/>
    <p:sldId id="277" r:id="rId3"/>
    <p:sldId id="278" r:id="rId4"/>
    <p:sldId id="279" r:id="rId5"/>
    <p:sldId id="280" r:id="rId6"/>
    <p:sldId id="284" r:id="rId7"/>
    <p:sldId id="294" r:id="rId8"/>
    <p:sldId id="282" r:id="rId9"/>
    <p:sldId id="291" r:id="rId10"/>
    <p:sldId id="281" r:id="rId11"/>
    <p:sldId id="283" r:id="rId12"/>
    <p:sldId id="285" r:id="rId13"/>
    <p:sldId id="286" r:id="rId14"/>
    <p:sldId id="295" r:id="rId15"/>
    <p:sldId id="292" r:id="rId16"/>
    <p:sldId id="293" r:id="rId17"/>
    <p:sldId id="287" r:id="rId18"/>
    <p:sldId id="288" r:id="rId19"/>
    <p:sldId id="289" r:id="rId20"/>
    <p:sldId id="290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6600"/>
    <a:srgbClr val="46CE87"/>
    <a:srgbClr val="6E2F9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560" y="-4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D9D54-B3AC-4081-8096-1FC84CD60F24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A3F1D-80BD-4059-9447-98C89C50262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230078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702535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978767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476522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213180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013015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104183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254377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966778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787270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545287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04770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427F5-33A3-41C0-8317-FBE861D8C89E}" type="datetimeFigureOut">
              <a:rPr lang="fr-FR" smtClean="0"/>
              <a:pPr/>
              <a:t>17/02/2016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D1C98-796F-4DD7-80E7-3CDF7C8392C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60640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61863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Mamiko indrindra Jesosy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Mamiko indrindra Ianao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 Ianao tsy miova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Mamaly vavaka.</a:t>
            </a:r>
            <a:endParaRPr lang="fr-FR" sz="66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61863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Mamiko indrindra Jesosy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Mamiko indrindra Ianao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 Ianao tsy miova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Mamaly vavaka.</a:t>
            </a:r>
            <a:endParaRPr lang="fr-FR" sz="66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Tompo ô !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Ino raha avaliko Anao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Amin’ny soa rehetra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Izay nataonao ho ahy</a:t>
            </a: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Hatramin’ny kely indrindra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Jesosy ô, Misaotra </a:t>
            </a:r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Anao.</a:t>
            </a:r>
            <a:endParaRPr lang="fr-FR" sz="6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Tompo ô !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Ino raha avaliko Anao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Amin’ny soa rehetra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Izay nataonao ho ahy</a:t>
            </a: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Hatramin’ny kely indrindra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Jesosy ô, Misaotra </a:t>
            </a:r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Anao.</a:t>
            </a:r>
            <a:endParaRPr lang="fr-FR" sz="6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43108" y="910880"/>
            <a:ext cx="532383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8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FEON-KIRA</a:t>
            </a:r>
            <a:endParaRPr lang="fr-FR" sz="8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86512" y="1787902"/>
            <a:ext cx="13972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9600" b="1" cap="none" spc="0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ebdings"/>
              </a:rPr>
              <a:t></a:t>
            </a:r>
            <a:endParaRPr lang="fr-FR" sz="9600" b="1" cap="none" spc="0" dirty="0">
              <a:ln w="11430">
                <a:solidFill>
                  <a:sysClr val="windowText" lastClr="000000"/>
                </a:solidFill>
              </a:ln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03861" y="1216398"/>
            <a:ext cx="13972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9600" b="1" cap="none" spc="0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ebdings"/>
              </a:rPr>
              <a:t></a:t>
            </a:r>
            <a:endParaRPr lang="fr-FR" sz="9600" b="1" cap="none" spc="0" dirty="0">
              <a:ln w="11430">
                <a:solidFill>
                  <a:sysClr val="windowText" lastClr="000000"/>
                </a:solidFill>
              </a:ln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03069" y="1071546"/>
            <a:ext cx="13972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9600" b="1" cap="none" spc="0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ebdings"/>
              </a:rPr>
              <a:t></a:t>
            </a:r>
            <a:endParaRPr lang="fr-FR" sz="9600" b="1" cap="none" spc="0" dirty="0">
              <a:ln w="11430">
                <a:solidFill>
                  <a:sysClr val="windowText" lastClr="000000"/>
                </a:solidFill>
              </a:ln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1472" y="714356"/>
            <a:ext cx="13972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9600" b="1" cap="none" spc="0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ebdings"/>
              </a:rPr>
              <a:t></a:t>
            </a:r>
            <a:endParaRPr lang="fr-FR" sz="9600" b="1" cap="none" spc="0" dirty="0">
              <a:ln w="11430">
                <a:solidFill>
                  <a:sysClr val="windowText" lastClr="000000"/>
                </a:solidFill>
              </a:ln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C:\Users\Draka\Downloads\3266964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7290" y="3500438"/>
            <a:ext cx="2857520" cy="285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Draka\Downloads\3266964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57818" y="3500438"/>
            <a:ext cx="2857520" cy="285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791461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5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Tsy manana vola aho</a:t>
            </a:r>
          </a:p>
          <a:p>
            <a:r>
              <a:rPr lang="it-IT" sz="5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Tsy manana harena be</a:t>
            </a:r>
          </a:p>
          <a:p>
            <a:r>
              <a:rPr lang="it-IT" sz="5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Tsy manan-javatsoa azoko antenaina</a:t>
            </a:r>
          </a:p>
          <a:p>
            <a:r>
              <a:rPr lang="it-IT" sz="5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 ampy ahy ny fahasoavanao</a:t>
            </a:r>
            <a:endParaRPr lang="fr-FR" sz="58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5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Tsy manana vola aho</a:t>
            </a:r>
          </a:p>
          <a:p>
            <a:r>
              <a:rPr lang="it-IT" sz="5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Tsy manana harena be</a:t>
            </a:r>
          </a:p>
          <a:p>
            <a:r>
              <a:rPr lang="it-IT" sz="5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Tsy manan-javatsoa azoko antenaina</a:t>
            </a:r>
          </a:p>
          <a:p>
            <a:r>
              <a:rPr lang="it-IT" sz="5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 ampy ahy ny fahasoavanao</a:t>
            </a:r>
            <a:endParaRPr lang="fr-FR" sz="58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Tompo ô !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Ino raha avaliko Anao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Amin’ny soa rehetra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Izay nataonao ho ahy</a:t>
            </a: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Hatramin’ny kely indrindra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Jesosy ô, Misaotra </a:t>
            </a:r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Anao.</a:t>
            </a:r>
            <a:endParaRPr lang="fr-FR" sz="6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Tompo ô !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Ino raha avaliko Anao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Amin’ny soa rehetra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Izay nataonao ho ahy</a:t>
            </a: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Hatramin’ny kely indrindra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Jesosy ô, Misaotra </a:t>
            </a:r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Anao.</a:t>
            </a:r>
            <a:endParaRPr lang="fr-FR" sz="6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43108" y="910880"/>
            <a:ext cx="532383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8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FEON-KIRA</a:t>
            </a:r>
            <a:endParaRPr lang="fr-FR" sz="8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86512" y="1787902"/>
            <a:ext cx="13972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9600" b="1" cap="none" spc="0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ebdings"/>
              </a:rPr>
              <a:t></a:t>
            </a:r>
            <a:endParaRPr lang="fr-FR" sz="9600" b="1" cap="none" spc="0" dirty="0">
              <a:ln w="11430">
                <a:solidFill>
                  <a:sysClr val="windowText" lastClr="000000"/>
                </a:solidFill>
              </a:ln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03861" y="1216398"/>
            <a:ext cx="13972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9600" b="1" cap="none" spc="0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ebdings"/>
              </a:rPr>
              <a:t></a:t>
            </a:r>
            <a:endParaRPr lang="fr-FR" sz="9600" b="1" cap="none" spc="0" dirty="0">
              <a:ln w="11430">
                <a:solidFill>
                  <a:sysClr val="windowText" lastClr="000000"/>
                </a:solidFill>
              </a:ln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03069" y="1071546"/>
            <a:ext cx="13972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9600" b="1" cap="none" spc="0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ebdings"/>
              </a:rPr>
              <a:t></a:t>
            </a:r>
            <a:endParaRPr lang="fr-FR" sz="9600" b="1" cap="none" spc="0" dirty="0">
              <a:ln w="11430">
                <a:solidFill>
                  <a:sysClr val="windowText" lastClr="000000"/>
                </a:solidFill>
              </a:ln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1472" y="714356"/>
            <a:ext cx="13972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9600" b="1" cap="none" spc="0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ebdings"/>
              </a:rPr>
              <a:t></a:t>
            </a:r>
            <a:endParaRPr lang="fr-FR" sz="9600" b="1" cap="none" spc="0" dirty="0">
              <a:ln w="11430">
                <a:solidFill>
                  <a:sysClr val="windowText" lastClr="000000"/>
                </a:solidFill>
              </a:ln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C:\Users\Draka\Downloads\3266964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7290" y="3500438"/>
            <a:ext cx="2857520" cy="285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Draka\Downloads\3266964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57818" y="3500438"/>
            <a:ext cx="2857520" cy="285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791461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Haleloia, haleloia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Haleloia, haleloia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Haleloia, haleloia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Haleloia</a:t>
            </a:r>
            <a:endParaRPr lang="it-IT" sz="6600" b="1" dirty="0" smtClean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Haleloia, haleloia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Haleloia, haleloia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Haleloia, haleloia</a:t>
            </a:r>
          </a:p>
          <a:p>
            <a:r>
              <a:rPr lang="it-IT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Haleloia</a:t>
            </a:r>
            <a:endParaRPr lang="it-IT" sz="6600" b="1" dirty="0" smtClean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Tompo ô !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Ino raha avaliko Anao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Amin’ny soa rehetra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Izay nataonao ho ahy</a:t>
            </a: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Hatramin’ny kely indrindra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Jesosy ô, Misaotra </a:t>
            </a:r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Anao.</a:t>
            </a:r>
            <a:endParaRPr lang="fr-FR" sz="6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Tompo ô !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Ino raha avaliko Anao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Amin’ny soa rehetra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Izay nataonao ho ahy</a:t>
            </a: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44" y="-71462"/>
            <a:ext cx="88583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800" b="1" dirty="0" smtClean="0">
                <a:ln w="11430">
                  <a:solidFill>
                    <a:sysClr val="windowText" lastClr="000000"/>
                  </a:solidFill>
                </a:ln>
                <a:solidFill>
                  <a:srgbClr val="000066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/>
              </a:rPr>
              <a:t>MAMIKO INDRINDRA</a:t>
            </a:r>
            <a:endParaRPr lang="fr-FR" sz="4800" b="1" dirty="0" smtClean="0">
              <a:ln w="11430">
                <a:solidFill>
                  <a:sysClr val="windowText" lastClr="000000"/>
                </a:solidFill>
              </a:ln>
              <a:solidFill>
                <a:srgbClr val="000066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sym typeface="Wingding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196" y="671715"/>
            <a:ext cx="88924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Hatramin’ny kely indrindra</a:t>
            </a:r>
          </a:p>
          <a:p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Jesosy ô, Misaotra </a:t>
            </a:r>
            <a:r>
              <a:rPr lang="it-IT" sz="60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Anao.</a:t>
            </a:r>
            <a:endParaRPr lang="fr-FR" sz="6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79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264</Words>
  <Application>Microsoft Office PowerPoint</Application>
  <PresentationFormat>Affichage à l'écran (4:3)</PresentationFormat>
  <Paragraphs>88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Dtoa Lova</dc:creator>
  <cp:lastModifiedBy>DRAKA</cp:lastModifiedBy>
  <cp:revision>122</cp:revision>
  <dcterms:created xsi:type="dcterms:W3CDTF">2015-11-14T14:27:45Z</dcterms:created>
  <dcterms:modified xsi:type="dcterms:W3CDTF">2016-02-17T13:39:56Z</dcterms:modified>
</cp:coreProperties>
</file>