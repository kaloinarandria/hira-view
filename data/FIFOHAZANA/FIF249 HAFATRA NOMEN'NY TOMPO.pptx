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75" r:id="rId4"/>
    <p:sldId id="269" r:id="rId5"/>
    <p:sldId id="276" r:id="rId6"/>
    <p:sldId id="277" r:id="rId7"/>
    <p:sldId id="268" r:id="rId8"/>
    <p:sldId id="278" r:id="rId9"/>
    <p:sldId id="279" r:id="rId10"/>
    <p:sldId id="267" r:id="rId11"/>
    <p:sldId id="280" r:id="rId12"/>
    <p:sldId id="281" r:id="rId13"/>
    <p:sldId id="266" r:id="rId14"/>
    <p:sldId id="282" r:id="rId15"/>
    <p:sldId id="283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1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5A7F-64CF-460B-ABFB-F3974ED20A97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1B3F-1CCD-46A7-8160-A8492B9BB40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5A7F-64CF-460B-ABFB-F3974ED20A97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1B3F-1CCD-46A7-8160-A8492B9BB40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5A7F-64CF-460B-ABFB-F3974ED20A97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1B3F-1CCD-46A7-8160-A8492B9BB40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5A7F-64CF-460B-ABFB-F3974ED20A97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1B3F-1CCD-46A7-8160-A8492B9BB40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5A7F-64CF-460B-ABFB-F3974ED20A97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1B3F-1CCD-46A7-8160-A8492B9BB40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5A7F-64CF-460B-ABFB-F3974ED20A97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1B3F-1CCD-46A7-8160-A8492B9BB40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5A7F-64CF-460B-ABFB-F3974ED20A97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1B3F-1CCD-46A7-8160-A8492B9BB40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5A7F-64CF-460B-ABFB-F3974ED20A97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1B3F-1CCD-46A7-8160-A8492B9BB40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5A7F-64CF-460B-ABFB-F3974ED20A97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1B3F-1CCD-46A7-8160-A8492B9BB40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5A7F-64CF-460B-ABFB-F3974ED20A97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1B3F-1CCD-46A7-8160-A8492B9BB40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35A7F-64CF-460B-ABFB-F3974ED20A97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31B3F-1CCD-46A7-8160-A8492B9BB40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35A7F-64CF-460B-ABFB-F3974ED20A97}" type="datetimeFigureOut">
              <a:rPr lang="fr-FR" smtClean="0"/>
              <a:pPr/>
              <a:t>26/07/2014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31B3F-1CCD-46A7-8160-A8492B9BB406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642918"/>
            <a:ext cx="8858280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1. </a:t>
            </a:r>
            <a:r>
              <a:rPr lang="fr-FR" sz="6000" dirty="0" err="1" smtClean="0">
                <a:latin typeface="Cambria" pitchFamily="18" charset="0"/>
              </a:rPr>
              <a:t>Hafatra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nomen’ny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hoe</a:t>
            </a:r>
            <a:r>
              <a:rPr lang="fr-FR" sz="6000" dirty="0" smtClean="0"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namanao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ilazao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koa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ireo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pielezana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Sao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tafiditr’ao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miaingà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mitoria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Sao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tratranao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farany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76" y="714356"/>
            <a:ext cx="900112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Aza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mba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mangatak’andro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hianao</a:t>
            </a:r>
            <a:r>
              <a:rPr lang="fr-FR" sz="5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Fa </a:t>
            </a:r>
            <a:r>
              <a:rPr lang="fr-FR" sz="5800" dirty="0" err="1" smtClean="0">
                <a:latin typeface="Cambria" pitchFamily="18" charset="0"/>
              </a:rPr>
              <a:t>hararaoty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hatramin’izao</a:t>
            </a:r>
            <a:r>
              <a:rPr lang="fr-FR" sz="5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Sao </a:t>
            </a:r>
            <a:r>
              <a:rPr lang="fr-FR" sz="5800" dirty="0" err="1" smtClean="0">
                <a:latin typeface="Cambria" pitchFamily="18" charset="0"/>
              </a:rPr>
              <a:t>hanadinana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anao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indray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Ilay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ora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farany</a:t>
            </a: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Efa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be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niantsoana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manatona</a:t>
            </a:r>
            <a:r>
              <a:rPr lang="fr-FR" sz="6600" dirty="0" smtClean="0"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ireo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anilanao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>
                <a:latin typeface="Cambria" pitchFamily="18" charset="0"/>
              </a:rPr>
              <a:t> </a:t>
            </a:r>
            <a:r>
              <a:rPr lang="fr-FR" sz="6600" dirty="0" smtClean="0">
                <a:latin typeface="Cambria" pitchFamily="18" charset="0"/>
              </a:rPr>
              <a:t>Moa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tsaroanao</a:t>
            </a:r>
            <a:r>
              <a:rPr lang="fr-FR" sz="6600" dirty="0" smtClean="0">
                <a:latin typeface="Cambria" pitchFamily="18" charset="0"/>
              </a:rPr>
              <a:t> va?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miaingà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mitoria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Sao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tratranao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farany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76" y="714356"/>
            <a:ext cx="900112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Aza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mba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mangatak’andro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hianao</a:t>
            </a:r>
            <a:r>
              <a:rPr lang="fr-FR" sz="5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Fa </a:t>
            </a:r>
            <a:r>
              <a:rPr lang="fr-FR" sz="5800" dirty="0" err="1" smtClean="0">
                <a:latin typeface="Cambria" pitchFamily="18" charset="0"/>
              </a:rPr>
              <a:t>hararaoty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hatramin’izao</a:t>
            </a:r>
            <a:r>
              <a:rPr lang="fr-FR" sz="5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Sao </a:t>
            </a:r>
            <a:r>
              <a:rPr lang="fr-FR" sz="5800" dirty="0" err="1" smtClean="0">
                <a:latin typeface="Cambria" pitchFamily="18" charset="0"/>
              </a:rPr>
              <a:t>hanadinana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anao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indray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Ilay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ora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farany</a:t>
            </a: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3. Marina </a:t>
            </a:r>
            <a:r>
              <a:rPr lang="fr-FR" sz="6000" dirty="0" err="1" smtClean="0">
                <a:latin typeface="Cambria" pitchFamily="18" charset="0"/>
              </a:rPr>
              <a:t>tokoa</a:t>
            </a:r>
            <a:r>
              <a:rPr lang="fr-FR" sz="6000" dirty="0" smtClean="0">
                <a:latin typeface="Cambria" pitchFamily="18" charset="0"/>
              </a:rPr>
              <a:t> va </a:t>
            </a:r>
            <a:r>
              <a:rPr lang="fr-FR" sz="6000" dirty="0" err="1" smtClean="0">
                <a:latin typeface="Cambria" pitchFamily="18" charset="0"/>
              </a:rPr>
              <a:t>hianao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No </a:t>
            </a:r>
            <a:r>
              <a:rPr lang="fr-FR" sz="6000" dirty="0" err="1" smtClean="0">
                <a:latin typeface="Cambria" pitchFamily="18" charset="0"/>
              </a:rPr>
              <a:t>miandry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miomana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hanisy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tsiny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Tomponao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Amin’ny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farany</a:t>
            </a:r>
            <a:r>
              <a:rPr lang="fr-FR" sz="6000" dirty="0" smtClean="0">
                <a:latin typeface="Cambria" pitchFamily="18" charset="0"/>
              </a:rPr>
              <a:t>?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miaingà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mitoria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Sao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tratranao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farany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76" y="714356"/>
            <a:ext cx="900112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Aza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mba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mangatak’andro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hianao</a:t>
            </a:r>
            <a:r>
              <a:rPr lang="fr-FR" sz="5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Fa </a:t>
            </a:r>
            <a:r>
              <a:rPr lang="fr-FR" sz="5800" dirty="0" err="1" smtClean="0">
                <a:latin typeface="Cambria" pitchFamily="18" charset="0"/>
              </a:rPr>
              <a:t>hararaoty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hatramin’izao</a:t>
            </a:r>
            <a:r>
              <a:rPr lang="fr-FR" sz="5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Sao </a:t>
            </a:r>
            <a:r>
              <a:rPr lang="fr-FR" sz="5800" dirty="0" err="1" smtClean="0">
                <a:latin typeface="Cambria" pitchFamily="18" charset="0"/>
              </a:rPr>
              <a:t>hanadinana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anao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indray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Ilay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ora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farany</a:t>
            </a: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1000108"/>
            <a:ext cx="9144000" cy="585789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4. </a:t>
            </a:r>
            <a:r>
              <a:rPr lang="fr-FR" sz="6000" dirty="0" err="1" smtClean="0">
                <a:latin typeface="Cambria" pitchFamily="18" charset="0"/>
              </a:rPr>
              <a:t>Raha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tsiron’ny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tany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foy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smtClean="0">
                <a:latin typeface="Cambria" pitchFamily="18" charset="0"/>
              </a:rPr>
              <a:t>Sao dia </a:t>
            </a:r>
            <a:r>
              <a:rPr lang="fr-FR" sz="6000" dirty="0" err="1" smtClean="0">
                <a:latin typeface="Cambria" pitchFamily="18" charset="0"/>
              </a:rPr>
              <a:t>mamatotra</a:t>
            </a:r>
            <a:r>
              <a:rPr lang="fr-FR" sz="6000" dirty="0" smtClean="0"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Dia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lanitra</a:t>
            </a:r>
            <a:r>
              <a:rPr lang="fr-FR" sz="6000" dirty="0" smtClean="0">
                <a:latin typeface="Cambria" pitchFamily="18" charset="0"/>
              </a:rPr>
              <a:t> no </a:t>
            </a:r>
            <a:r>
              <a:rPr lang="fr-FR" sz="6000" dirty="0" err="1" smtClean="0">
                <a:latin typeface="Cambria" pitchFamily="18" charset="0"/>
              </a:rPr>
              <a:t>sisa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hafoy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ho </a:t>
            </a:r>
            <a:r>
              <a:rPr lang="fr-FR" sz="6000" dirty="0" err="1" smtClean="0">
                <a:latin typeface="Cambria" pitchFamily="18" charset="0"/>
              </a:rPr>
              <a:t>hitanao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miaingà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mitoria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Sao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tratranao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farany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76" y="714356"/>
            <a:ext cx="900112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Aza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mba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mangatak’andro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hianao</a:t>
            </a:r>
            <a:r>
              <a:rPr lang="fr-FR" sz="5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Fa </a:t>
            </a:r>
            <a:r>
              <a:rPr lang="fr-FR" sz="5800" dirty="0" err="1" smtClean="0">
                <a:latin typeface="Cambria" pitchFamily="18" charset="0"/>
              </a:rPr>
              <a:t>hararaoty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hatramin’izao</a:t>
            </a:r>
            <a:r>
              <a:rPr lang="fr-FR" sz="5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Sao </a:t>
            </a:r>
            <a:r>
              <a:rPr lang="fr-FR" sz="5800" dirty="0" err="1" smtClean="0">
                <a:latin typeface="Cambria" pitchFamily="18" charset="0"/>
              </a:rPr>
              <a:t>hanadinana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anao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indray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Ilay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ora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farany</a:t>
            </a: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42918"/>
          </a:xfrm>
        </p:spPr>
        <p:txBody>
          <a:bodyPr>
            <a:normAutofit fontScale="90000"/>
          </a:bodyPr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571480"/>
            <a:ext cx="9072626" cy="628652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5. </a:t>
            </a:r>
            <a:r>
              <a:rPr lang="fr-FR" sz="6000" dirty="0" err="1" smtClean="0">
                <a:latin typeface="Cambria" pitchFamily="18" charset="0"/>
              </a:rPr>
              <a:t>Koa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miomana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re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hatrizao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Jeso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mitarika</a:t>
            </a:r>
            <a:r>
              <a:rPr lang="fr-FR" sz="6000" dirty="0" smtClean="0"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torio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ilay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fitiavam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baovao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hiadananao</a:t>
            </a:r>
            <a:r>
              <a:rPr lang="fr-FR" sz="6000" dirty="0" smtClean="0">
                <a:latin typeface="Cambria" pitchFamily="18" charset="0"/>
              </a:rPr>
              <a:t>.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O! </a:t>
            </a:r>
            <a:r>
              <a:rPr lang="fr-FR" sz="6600" dirty="0" err="1" smtClean="0">
                <a:latin typeface="Cambria" pitchFamily="18" charset="0"/>
              </a:rPr>
              <a:t>miaingà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smtClean="0">
                <a:latin typeface="Cambria" pitchFamily="18" charset="0"/>
              </a:rPr>
              <a:t>ka </a:t>
            </a:r>
            <a:r>
              <a:rPr lang="fr-FR" sz="6600" dirty="0" err="1" smtClean="0">
                <a:latin typeface="Cambria" pitchFamily="18" charset="0"/>
              </a:rPr>
              <a:t>mitoria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Sao </a:t>
            </a: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tratranao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Ilay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ora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farany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dirty="0" smtClean="0">
                <a:latin typeface="Cambria" pitchFamily="18" charset="0"/>
              </a:rPr>
              <a:t>FIF 249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142876" y="714356"/>
            <a:ext cx="9001124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Aza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mba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mangatak’andro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hianao</a:t>
            </a:r>
            <a:r>
              <a:rPr lang="fr-FR" sz="5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Fa </a:t>
            </a:r>
            <a:r>
              <a:rPr lang="fr-FR" sz="5800" dirty="0" err="1" smtClean="0">
                <a:latin typeface="Cambria" pitchFamily="18" charset="0"/>
              </a:rPr>
              <a:t>hararaoty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hatramin’izao</a:t>
            </a:r>
            <a:r>
              <a:rPr lang="fr-FR" sz="58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800" dirty="0" smtClean="0">
                <a:latin typeface="Cambria" pitchFamily="18" charset="0"/>
              </a:rPr>
              <a:t>Sao </a:t>
            </a:r>
            <a:r>
              <a:rPr lang="fr-FR" sz="5800" dirty="0" err="1" smtClean="0">
                <a:latin typeface="Cambria" pitchFamily="18" charset="0"/>
              </a:rPr>
              <a:t>hanadinana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anao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indray</a:t>
            </a:r>
            <a:endParaRPr lang="fr-FR" sz="58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800" dirty="0" err="1" smtClean="0">
                <a:latin typeface="Cambria" pitchFamily="18" charset="0"/>
              </a:rPr>
              <a:t>Ilay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ora</a:t>
            </a:r>
            <a:r>
              <a:rPr lang="fr-FR" sz="5800" dirty="0" smtClean="0">
                <a:latin typeface="Cambria" pitchFamily="18" charset="0"/>
              </a:rPr>
              <a:t> </a:t>
            </a:r>
            <a:r>
              <a:rPr lang="fr-FR" sz="5800" dirty="0" err="1" smtClean="0">
                <a:latin typeface="Cambria" pitchFamily="18" charset="0"/>
              </a:rPr>
              <a:t>farany</a:t>
            </a:r>
            <a:endParaRPr lang="fr-FR" sz="58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292</Words>
  <Application>Microsoft Office PowerPoint</Application>
  <PresentationFormat>Affichage à l'écran (4:3)</PresentationFormat>
  <Paragraphs>70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Thème Office</vt:lpstr>
      <vt:lpstr>FIF 249</vt:lpstr>
      <vt:lpstr>FIF 249</vt:lpstr>
      <vt:lpstr>FIF 249</vt:lpstr>
      <vt:lpstr>FIF 249</vt:lpstr>
      <vt:lpstr>FIF 249</vt:lpstr>
      <vt:lpstr>FIF 249</vt:lpstr>
      <vt:lpstr>FIF 249</vt:lpstr>
      <vt:lpstr>FIF 249</vt:lpstr>
      <vt:lpstr>FIF 249</vt:lpstr>
      <vt:lpstr>FIF 249</vt:lpstr>
      <vt:lpstr>FIF 249</vt:lpstr>
      <vt:lpstr>FIF 249</vt:lpstr>
      <vt:lpstr>FIF 249</vt:lpstr>
      <vt:lpstr>FIF 249</vt:lpstr>
      <vt:lpstr>FIF 249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249</dc:title>
  <dc:creator>MIARINTSOA</dc:creator>
  <cp:lastModifiedBy>M</cp:lastModifiedBy>
  <cp:revision>6</cp:revision>
  <dcterms:created xsi:type="dcterms:W3CDTF">2012-10-07T18:11:41Z</dcterms:created>
  <dcterms:modified xsi:type="dcterms:W3CDTF">2014-07-26T12:36:16Z</dcterms:modified>
</cp:coreProperties>
</file>