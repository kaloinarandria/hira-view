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3" r:id="rId6"/>
    <p:sldId id="262" r:id="rId7"/>
    <p:sldId id="261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8CF33-108E-4ACE-9AFF-140A16B8011A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9A022-97AB-4905-B0A6-2C44A928889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namako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hivavaka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fantatrao</a:t>
            </a:r>
            <a:r>
              <a:rPr lang="fr-FR" sz="5400" dirty="0" smtClean="0">
                <a:latin typeface="Cambria" pitchFamily="18" charset="0"/>
              </a:rPr>
              <a:t> fa </a:t>
            </a:r>
            <a:r>
              <a:rPr lang="fr-FR" sz="5400" dirty="0" err="1" smtClean="0">
                <a:latin typeface="Cambria" pitchFamily="18" charset="0"/>
              </a:rPr>
              <a:t>mandalo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androntsika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tanora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voninkazo</a:t>
            </a:r>
            <a:r>
              <a:rPr lang="fr-FR" sz="5400" dirty="0" smtClean="0">
                <a:latin typeface="Cambria" pitchFamily="18" charset="0"/>
              </a:rPr>
              <a:t> ka </a:t>
            </a:r>
            <a:r>
              <a:rPr lang="fr-FR" sz="5400" dirty="0" err="1" smtClean="0">
                <a:latin typeface="Cambria" pitchFamily="18" charset="0"/>
              </a:rPr>
              <a:t>hihintsana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rivotra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mihelina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koa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Henoy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henoy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havako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Henoy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henoy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trompetra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Miantso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mafy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olona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revon'ny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manambara</a:t>
            </a:r>
            <a:r>
              <a:rPr lang="fr-FR" sz="5400" dirty="0" smtClean="0">
                <a:latin typeface="Cambria" pitchFamily="18" charset="0"/>
              </a:rPr>
              <a:t> fa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hafoy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hita</a:t>
            </a:r>
            <a:r>
              <a:rPr lang="fr-FR" sz="5400" dirty="0" smtClean="0">
                <a:latin typeface="Cambria" pitchFamily="18" charset="0"/>
              </a:rPr>
              <a:t> maso </a:t>
            </a: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tiana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tokoa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Jereo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jereo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namako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Jereo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jereo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taola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maina</a:t>
            </a:r>
            <a:r>
              <a:rPr lang="fr-FR" sz="6000" dirty="0" smtClean="0">
                <a:latin typeface="Cambria" pitchFamily="18" charset="0"/>
              </a:rPr>
              <a:t> no ho </a:t>
            </a:r>
            <a:r>
              <a:rPr lang="fr-FR" sz="6000" dirty="0" err="1" smtClean="0">
                <a:latin typeface="Cambria" pitchFamily="18" charset="0"/>
              </a:rPr>
              <a:t>hitanao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olona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nitovy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taminao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mandiniha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sitrapo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Sao dia </a:t>
            </a:r>
            <a:r>
              <a:rPr lang="fr-FR" sz="6000" dirty="0" err="1" smtClean="0">
                <a:latin typeface="Cambria" pitchFamily="18" charset="0"/>
              </a:rPr>
              <a:t>hanenina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115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namako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andao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hivavaka</a:t>
            </a:r>
            <a:r>
              <a:rPr lang="fr-FR" sz="6000" dirty="0" smtClean="0">
                <a:latin typeface="Cambria" pitchFamily="18" charset="0"/>
              </a:rPr>
              <a:t>!  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132</Words>
  <Application>Microsoft Office PowerPoint</Application>
  <PresentationFormat>Affichage à l'écran (4:3)</PresentationFormat>
  <Paragraphs>37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FIF 115</vt:lpstr>
      <vt:lpstr>FIF 115</vt:lpstr>
      <vt:lpstr>FIF 115</vt:lpstr>
      <vt:lpstr>FIF 115</vt:lpstr>
      <vt:lpstr>FIF 115</vt:lpstr>
      <vt:lpstr>FIF 115</vt:lpstr>
      <vt:lpstr>FIF 115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115</dc:title>
  <dc:creator>MIARINTSOA</dc:creator>
  <cp:lastModifiedBy>MIARINTSOA</cp:lastModifiedBy>
  <cp:revision>1</cp:revision>
  <dcterms:created xsi:type="dcterms:W3CDTF">2012-10-05T19:46:49Z</dcterms:created>
  <dcterms:modified xsi:type="dcterms:W3CDTF">2012-10-05T19:55:08Z</dcterms:modified>
</cp:coreProperties>
</file>