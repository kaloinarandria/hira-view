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5" r:id="rId5"/>
    <p:sldId id="263" r:id="rId6"/>
    <p:sldId id="266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2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7A795-85EF-4BAC-9D05-137826194606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BA104-5F3B-4531-B1D5-37D4E222FC4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358346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ondriko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very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an'efitra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mety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irako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hitady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ireo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hiandry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327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Andraso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ondriko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Fahano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ondriko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na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hoatrinona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laninao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honerako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rehefa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miverina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327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35795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Maro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bibi-dia no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mandratra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hamonjy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hitsabo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ireo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hamonjy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ireo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vala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iray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3600" b="1" dirty="0" smtClean="0">
                <a:solidFill>
                  <a:srgbClr val="0070C0"/>
                </a:solidFill>
                <a:latin typeface="Cambria" pitchFamily="18" charset="0"/>
              </a:rPr>
              <a:t>FIF 327</a:t>
            </a:r>
            <a:endParaRPr lang="fr-FR" sz="36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Andraso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ondriko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Fahano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ondriko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na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hoatrinona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laninao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honerako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rehefa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miverina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3600" b="1" dirty="0" smtClean="0">
                <a:solidFill>
                  <a:srgbClr val="0070C0"/>
                </a:solidFill>
                <a:latin typeface="Cambria" pitchFamily="18" charset="0"/>
              </a:rPr>
              <a:t>FIF 327</a:t>
            </a:r>
            <a:endParaRPr lang="fr-FR" sz="36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Mandehana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ianao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ka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vonjeo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ireo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Lala-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mafy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efitra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izoranao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hitady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ireo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hamonjy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3600" b="1" dirty="0" smtClean="0">
                <a:solidFill>
                  <a:srgbClr val="0070C0"/>
                </a:solidFill>
                <a:latin typeface="Cambria" pitchFamily="18" charset="0"/>
              </a:rPr>
              <a:t>FIF 327</a:t>
            </a:r>
            <a:endParaRPr lang="fr-FR" sz="36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Andraso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ondriko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Fahano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ondriko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na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hoatrinona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laninao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honerako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rehefa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miverina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170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327</vt:lpstr>
      <vt:lpstr>FIF 327</vt:lpstr>
      <vt:lpstr>FIF 327</vt:lpstr>
      <vt:lpstr>FIF 327</vt:lpstr>
      <vt:lpstr>FIF 327</vt:lpstr>
      <vt:lpstr>FIF 327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327</dc:title>
  <dc:creator>MIARINTSOA</dc:creator>
  <cp:lastModifiedBy>M</cp:lastModifiedBy>
  <cp:revision>2</cp:revision>
  <dcterms:created xsi:type="dcterms:W3CDTF">2012-10-06T14:42:21Z</dcterms:created>
  <dcterms:modified xsi:type="dcterms:W3CDTF">2014-11-19T11:45:56Z</dcterms:modified>
</cp:coreProperties>
</file>