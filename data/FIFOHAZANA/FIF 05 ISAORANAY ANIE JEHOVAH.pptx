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7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C20E5-46E1-4443-93F4-BA3C4C206CCD}" type="datetimeFigureOut">
              <a:rPr lang="fr-FR" smtClean="0"/>
              <a:pPr/>
              <a:t>16/05/2013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3E0A6-E7C0-4299-AFF6-498E52D18D2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85793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 "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Isaorana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anie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Jehovah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Noho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soa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nomeny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antsika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tapaka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isan'andro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fanomezan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-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tsoa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;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85793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taona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volana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samy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voalahatra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;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andro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alina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samy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diso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fitahiana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"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85793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"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lohataona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ririnina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'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koa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fararano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fahavaratra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Dia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feno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fahasoavana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785793"/>
          </a:xfrm>
        </p:spPr>
        <p:txBody>
          <a:bodyPr/>
          <a:lstStyle/>
          <a:p>
            <a:r>
              <a:rPr lang="fr-FR" dirty="0" smtClean="0"/>
              <a:t>FIF </a:t>
            </a:r>
            <a:r>
              <a:rPr lang="fr-FR" dirty="0" smtClean="0"/>
              <a:t>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785794"/>
            <a:ext cx="9358378" cy="6072206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tena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mbola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salama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Finaritra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miadana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Fa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voky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soa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betsaka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tambo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tononina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.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1406" y="0"/>
            <a:ext cx="9358378" cy="6858000"/>
          </a:xfrm>
        </p:spPr>
        <p:txBody>
          <a:bodyPr>
            <a:noAutofit/>
          </a:bodyPr>
          <a:lstStyle/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Asandrato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feo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hidera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be</a:t>
            </a:r>
            <a:endParaRPr lang="fr-FR" sz="6000" dirty="0" smtClean="0">
              <a:solidFill>
                <a:schemeClr val="tx1"/>
              </a:solidFill>
              <a:latin typeface="Cambria" pitchFamily="18" charset="0"/>
            </a:endParaRP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indrafo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Voninahitra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Anao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anie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avo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indrindra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ô,</a:t>
            </a:r>
          </a:p>
          <a:p>
            <a:pPr algn="l"/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Mpamonjy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be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chemeClr val="tx1"/>
                </a:solidFill>
                <a:latin typeface="Cambria" pitchFamily="18" charset="0"/>
              </a:rPr>
              <a:t>fitia</a:t>
            </a:r>
            <a:r>
              <a:rPr lang="fr-FR" sz="6000" dirty="0" smtClean="0">
                <a:solidFill>
                  <a:schemeClr val="tx1"/>
                </a:solidFill>
                <a:latin typeface="Cambria" pitchFamily="18" charset="0"/>
              </a:rPr>
              <a:t>" -</a:t>
            </a:r>
            <a:endParaRPr lang="fr-FR" sz="6000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110</Words>
  <Application>Microsoft Office PowerPoint</Application>
  <PresentationFormat>Affichage à l'écran (4:3)</PresentationFormat>
  <Paragraphs>28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FIF 5</vt:lpstr>
      <vt:lpstr>FIF 5</vt:lpstr>
      <vt:lpstr>FIF 5</vt:lpstr>
      <vt:lpstr>FIF 5</vt:lpstr>
      <vt:lpstr>Diapositive 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MIARINTSOA</dc:creator>
  <cp:lastModifiedBy>M</cp:lastModifiedBy>
  <cp:revision>6</cp:revision>
  <dcterms:created xsi:type="dcterms:W3CDTF">2012-10-05T20:56:28Z</dcterms:created>
  <dcterms:modified xsi:type="dcterms:W3CDTF">2013-05-16T18:53:30Z</dcterms:modified>
</cp:coreProperties>
</file>