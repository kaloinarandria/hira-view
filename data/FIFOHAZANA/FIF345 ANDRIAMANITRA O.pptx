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7" r:id="rId4"/>
    <p:sldId id="268" r:id="rId5"/>
    <p:sldId id="258" r:id="rId6"/>
    <p:sldId id="267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61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490E2-2C19-4DA8-81EB-EA3C65BCA92B}" type="datetimeFigureOut">
              <a:rPr lang="fr-FR" smtClean="0"/>
              <a:pPr/>
              <a:t>12/01/2014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10DD1-3459-4EB9-B8D6-7DE68845EA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FIF 345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Andriamanitra</a:t>
            </a:r>
            <a:r>
              <a:rPr lang="fr-FR" sz="7200" dirty="0" smtClean="0">
                <a:latin typeface="Cambria" pitchFamily="18" charset="0"/>
              </a:rPr>
              <a:t> o! o!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Rainay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Mpamorona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henoy</a:t>
            </a:r>
            <a:r>
              <a:rPr lang="fr-FR" sz="7200" dirty="0" smtClean="0">
                <a:latin typeface="Cambria" pitchFamily="18" charset="0"/>
              </a:rPr>
              <a:t> ange e! e!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fivavahanay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FIF 345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571480"/>
            <a:ext cx="8715404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Dera, laza e!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Atolotro ho Anao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(Ho Anao)</a:t>
            </a:r>
            <a:endParaRPr lang="it-IT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Ho Anao ry Ray o!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voninahitra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FIF 345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00042"/>
            <a:ext cx="957266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fahoriana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Rehefa</a:t>
            </a:r>
            <a:r>
              <a:rPr lang="en-US" sz="6600" dirty="0" smtClean="0">
                <a:latin typeface="Cambria" pitchFamily="18" charset="0"/>
              </a:rPr>
              <a:t> any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any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finaritra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FIF 345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571480"/>
            <a:ext cx="8715404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Dera, laza e!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Atolotro ho Anao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(Ho Anao)</a:t>
            </a:r>
            <a:endParaRPr lang="it-IT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Ho Anao ry Ray o!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voninahitra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FIF 345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Raha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eo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anilanao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Miadana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tokoa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Mandrakizay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doria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smtClean="0">
                <a:latin typeface="Cambria" pitchFamily="18" charset="0"/>
              </a:rPr>
              <a:t>amena!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FIF 345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571480"/>
            <a:ext cx="8715404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Dera, laza e!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Atolotro ho Anao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(Ho Anao)</a:t>
            </a:r>
            <a:endParaRPr lang="it-IT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Ho Anao ry Ray o!</a:t>
            </a:r>
          </a:p>
          <a:p>
            <a:pPr>
              <a:buNone/>
            </a:pPr>
            <a:r>
              <a:rPr lang="it-IT" sz="6600" dirty="0" smtClean="0">
                <a:latin typeface="Cambria" pitchFamily="18" charset="0"/>
              </a:rPr>
              <a:t>Ny voninahitra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118</Words>
  <Application>Microsoft Office PowerPoint</Application>
  <PresentationFormat>Affichage à l'écran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345</vt:lpstr>
      <vt:lpstr>FIF 345</vt:lpstr>
      <vt:lpstr>FIF 345</vt:lpstr>
      <vt:lpstr>FIF 345</vt:lpstr>
      <vt:lpstr>FIF 345</vt:lpstr>
      <vt:lpstr>FIF 345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345</dc:title>
  <dc:creator>MIARINTSOA</dc:creator>
  <cp:lastModifiedBy>M</cp:lastModifiedBy>
  <cp:revision>5</cp:revision>
  <dcterms:created xsi:type="dcterms:W3CDTF">2012-10-06T20:47:30Z</dcterms:created>
  <dcterms:modified xsi:type="dcterms:W3CDTF">2014-01-12T05:38:35Z</dcterms:modified>
</cp:coreProperties>
</file>