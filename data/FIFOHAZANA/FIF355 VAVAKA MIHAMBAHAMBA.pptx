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58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12/10/2014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285728"/>
            <a:ext cx="9001156" cy="65722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b="1" dirty="0" smtClean="0">
                <a:latin typeface="Cambria" pitchFamily="18" charset="0"/>
              </a:rPr>
              <a:t>1. </a:t>
            </a:r>
            <a:r>
              <a:rPr lang="fr-FR" sz="5400" b="1" dirty="0" err="1" smtClean="0">
                <a:latin typeface="Cambria" pitchFamily="18" charset="0"/>
              </a:rPr>
              <a:t>Vavaka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mihambahamba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sasany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Tsy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mba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tsaroany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andro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alahady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Miasa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tany</a:t>
            </a:r>
            <a:r>
              <a:rPr lang="fr-FR" sz="5400" b="1" dirty="0" smtClean="0">
                <a:latin typeface="Cambria" pitchFamily="18" charset="0"/>
              </a:rPr>
              <a:t>, </a:t>
            </a:r>
            <a:r>
              <a:rPr lang="fr-FR" sz="5400" b="1" dirty="0" err="1" smtClean="0">
                <a:latin typeface="Cambria" pitchFamily="18" charset="0"/>
              </a:rPr>
              <a:t>mibalady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mandray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angady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latin typeface="Cambria" pitchFamily="18" charset="0"/>
              </a:rPr>
              <a:t>Ka </a:t>
            </a:r>
            <a:r>
              <a:rPr lang="fr-FR" sz="5400" b="1" dirty="0" err="1" smtClean="0">
                <a:latin typeface="Cambria" pitchFamily="18" charset="0"/>
              </a:rPr>
              <a:t>izany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ve</a:t>
            </a:r>
            <a:r>
              <a:rPr lang="fr-FR" sz="5400" b="1" dirty="0" smtClean="0">
                <a:latin typeface="Cambria" pitchFamily="18" charset="0"/>
              </a:rPr>
              <a:t> no </a:t>
            </a:r>
            <a:r>
              <a:rPr lang="fr-FR" sz="5400" b="1" dirty="0" err="1" smtClean="0">
                <a:latin typeface="Cambria" pitchFamily="18" charset="0"/>
              </a:rPr>
              <a:t>mivavaka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endParaRPr lang="fr-FR" sz="54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velively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mivavaka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Vakio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Soratra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mahita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Tavan’i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amin’ny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finoana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2844" y="428604"/>
            <a:ext cx="9001156" cy="59093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5400" b="1" dirty="0" smtClean="0">
                <a:latin typeface="Cambria" pitchFamily="18" charset="0"/>
              </a:rPr>
              <a:t>2. </a:t>
            </a:r>
            <a:r>
              <a:rPr lang="fr-FR" sz="5400" b="1" dirty="0" err="1" smtClean="0">
                <a:latin typeface="Cambria" pitchFamily="18" charset="0"/>
              </a:rPr>
              <a:t>Vavaka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mihambahamba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>
                <a:latin typeface="Cambria" pitchFamily="18" charset="0"/>
              </a:rPr>
              <a:t>n</a:t>
            </a:r>
            <a:r>
              <a:rPr lang="fr-FR" sz="5400" b="1" dirty="0" err="1" smtClean="0">
                <a:latin typeface="Cambria" pitchFamily="18" charset="0"/>
              </a:rPr>
              <a:t>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sasany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Tsy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sitraky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fony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mandeha</a:t>
            </a:r>
            <a:r>
              <a:rPr lang="fr-FR" sz="5400" b="1" dirty="0">
                <a:latin typeface="Cambria" pitchFamily="18" charset="0"/>
              </a:rPr>
              <a:t> </a:t>
            </a:r>
            <a:r>
              <a:rPr lang="fr-FR" sz="5400" b="1" dirty="0" smtClean="0">
                <a:latin typeface="Cambria" pitchFamily="18" charset="0"/>
              </a:rPr>
              <a:t>l’</a:t>
            </a:r>
            <a:r>
              <a:rPr lang="fr-FR" sz="5400" b="1" dirty="0" err="1" smtClean="0">
                <a:latin typeface="Cambria" pitchFamily="18" charset="0"/>
              </a:rPr>
              <a:t>Eglizy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Miaraka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amin’ny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namany</a:t>
            </a:r>
            <a:r>
              <a:rPr lang="fr-FR" sz="5400" b="1" dirty="0" smtClean="0">
                <a:latin typeface="Cambria" pitchFamily="18" charset="0"/>
              </a:rPr>
              <a:t> no </a:t>
            </a:r>
            <a:r>
              <a:rPr lang="fr-FR" sz="5400" b="1" dirty="0" err="1" smtClean="0">
                <a:latin typeface="Cambria" pitchFamily="18" charset="0"/>
              </a:rPr>
              <a:t>tena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anton</a:t>
            </a:r>
            <a:r>
              <a:rPr lang="fr-FR" sz="5400" b="1" dirty="0" smtClean="0">
                <a:latin typeface="Cambria" pitchFamily="18" charset="0"/>
              </a:rPr>
              <a:t>-</a:t>
            </a:r>
            <a:r>
              <a:rPr lang="fr-FR" sz="5400" b="1" dirty="0" err="1" smtClean="0">
                <a:latin typeface="Cambria" pitchFamily="18" charset="0"/>
              </a:rPr>
              <a:t>diany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smtClean="0">
                <a:latin typeface="Cambria" pitchFamily="18" charset="0"/>
              </a:rPr>
              <a:t>Ka </a:t>
            </a:r>
            <a:r>
              <a:rPr lang="fr-FR" sz="5400" b="1" dirty="0" err="1" smtClean="0">
                <a:latin typeface="Cambria" pitchFamily="18" charset="0"/>
              </a:rPr>
              <a:t>izany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ve</a:t>
            </a:r>
            <a:r>
              <a:rPr lang="fr-FR" sz="5400" b="1" dirty="0" smtClean="0">
                <a:latin typeface="Cambria" pitchFamily="18" charset="0"/>
              </a:rPr>
              <a:t> no </a:t>
            </a:r>
            <a:r>
              <a:rPr lang="fr-FR" sz="5400" b="1" dirty="0" err="1" smtClean="0">
                <a:latin typeface="Cambria" pitchFamily="18" charset="0"/>
              </a:rPr>
              <a:t>mivavaka</a:t>
            </a:r>
            <a:endParaRPr lang="fr-FR" sz="54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velively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mivavaka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Vakio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Soratra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mahita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Tavan’i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amin’ny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finoana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357166"/>
            <a:ext cx="8929718" cy="650083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b="1" dirty="0" smtClean="0">
                <a:latin typeface="Cambria" pitchFamily="18" charset="0"/>
              </a:rPr>
              <a:t>3. </a:t>
            </a:r>
            <a:r>
              <a:rPr lang="fr-FR" sz="5400" b="1" dirty="0" err="1" smtClean="0">
                <a:latin typeface="Cambria" pitchFamily="18" charset="0"/>
              </a:rPr>
              <a:t>Vavaka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mihambahamba</a:t>
            </a:r>
            <a:r>
              <a:rPr lang="fr-FR" sz="54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ny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sasany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Mamonjy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fivoriana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fandalinana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Mijery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tovolahy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sy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tovovavy</a:t>
            </a:r>
            <a:r>
              <a:rPr lang="fr-FR" sz="5400" b="1" dirty="0" smtClean="0">
                <a:latin typeface="Cambria" pitchFamily="18" charset="0"/>
              </a:rPr>
              <a:t>, </a:t>
            </a:r>
            <a:r>
              <a:rPr lang="fr-FR" sz="5400" b="1" dirty="0" err="1" smtClean="0">
                <a:latin typeface="Cambria" pitchFamily="18" charset="0"/>
              </a:rPr>
              <a:t>mipozipozy</a:t>
            </a:r>
            <a:endParaRPr lang="fr-FR" sz="54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b="1" dirty="0" err="1" smtClean="0">
                <a:latin typeface="Cambria" pitchFamily="18" charset="0"/>
              </a:rPr>
              <a:t>Kristiana</a:t>
            </a:r>
            <a:r>
              <a:rPr lang="fr-FR" sz="5400" b="1" dirty="0" smtClean="0">
                <a:latin typeface="Cambria" pitchFamily="18" charset="0"/>
              </a:rPr>
              <a:t> </a:t>
            </a:r>
            <a:r>
              <a:rPr lang="fr-FR" sz="5400" b="1" dirty="0" err="1" smtClean="0">
                <a:latin typeface="Cambria" pitchFamily="18" charset="0"/>
              </a:rPr>
              <a:t>ve</a:t>
            </a:r>
            <a:r>
              <a:rPr lang="fr-FR" sz="5400" b="1" dirty="0" smtClean="0">
                <a:latin typeface="Cambria" pitchFamily="18" charset="0"/>
              </a:rPr>
              <a:t> no </a:t>
            </a:r>
            <a:r>
              <a:rPr lang="fr-FR" sz="5400" b="1" dirty="0" err="1" smtClean="0">
                <a:latin typeface="Cambria" pitchFamily="18" charset="0"/>
              </a:rPr>
              <a:t>anarany</a:t>
            </a:r>
            <a:endParaRPr lang="fr-FR" sz="54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355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velively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mivavaka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Vakio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Soratra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Masina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aro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mahita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Tavan’i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endParaRPr lang="fr-FR" sz="5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Raha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tsy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amin’ny</a:t>
            </a:r>
            <a:r>
              <a:rPr lang="fr-FR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fr-FR" sz="5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finoana</a:t>
            </a:r>
            <a:endParaRPr lang="fr-FR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156</Words>
  <Application>Microsoft Office PowerPoint</Application>
  <PresentationFormat>Affichage à l'écran (4:3)</PresentationFormat>
  <Paragraphs>39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355</vt:lpstr>
      <vt:lpstr>FIF 355</vt:lpstr>
      <vt:lpstr>FIF 355</vt:lpstr>
      <vt:lpstr>FIF 355</vt:lpstr>
      <vt:lpstr>FIF 355</vt:lpstr>
      <vt:lpstr>FIF 355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M</cp:lastModifiedBy>
  <cp:revision>6</cp:revision>
  <dcterms:created xsi:type="dcterms:W3CDTF">2012-10-09T20:34:16Z</dcterms:created>
  <dcterms:modified xsi:type="dcterms:W3CDTF">2014-10-12T07:18:19Z</dcterms:modified>
</cp:coreProperties>
</file>