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C20E5-46E1-4443-93F4-BA3C4C206CCD}" type="datetimeFigureOut">
              <a:rPr lang="fr-FR" smtClean="0"/>
              <a:pPr/>
              <a:t>03/10/2018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1.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Saotra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dera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asandratray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Andriamanitra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ô!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ainao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nanavotana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  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famindram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-po no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namonjena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anay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raisonao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Ray, </a:t>
            </a: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saotra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atolotray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voninahitrao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mandrakizay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raisonao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Ray,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saotra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atolotray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voninahitrao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mandrakizay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Jesosy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ô,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henoy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vavakay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Ataonay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amin'ny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anaranao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9144064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Omeo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hery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entimanao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asa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eo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an-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tanimbolinao</a:t>
            </a:r>
            <a:endParaRPr lang="fr-FR" sz="66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9144064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asa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atao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iraka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re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voninahitrao</a:t>
            </a:r>
            <a:endParaRPr lang="fr-FR" sz="66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9144064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asa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atao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iraka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hanao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re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voninahitrao</a:t>
            </a:r>
            <a:endParaRPr lang="fr-FR" sz="66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9144064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Fanahy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ô,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tantanonao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'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zahay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Sao dia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very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dàlana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izahay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9144064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tano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mafy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hanaraka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avela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hiala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aminao</a:t>
            </a:r>
            <a:endParaRPr lang="fr-FR" sz="66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9144064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Irinay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fatratra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sambatra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finaritra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mandrakizay</a:t>
            </a:r>
            <a:endParaRPr lang="fr-FR" sz="66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857231"/>
          </a:xfrm>
        </p:spPr>
        <p:txBody>
          <a:bodyPr/>
          <a:lstStyle/>
          <a:p>
            <a:r>
              <a:rPr lang="fr-FR" dirty="0" smtClean="0"/>
              <a:t>FIF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9144064" cy="6072206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Irinay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fatratra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sambatra</a:t>
            </a:r>
            <a:endParaRPr lang="fr-FR" sz="66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finaritra</a:t>
            </a:r>
            <a:r>
              <a:rPr lang="fr-FR" sz="66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chemeClr val="tx1"/>
                </a:solidFill>
                <a:latin typeface="Cambria" pitchFamily="18" charset="0"/>
              </a:rPr>
              <a:t>mandrakizay</a:t>
            </a:r>
            <a:endParaRPr lang="fr-FR" sz="66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161</Words>
  <Application>Microsoft Office PowerPoint</Application>
  <PresentationFormat>Affichage à l'écran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Thème Office</vt:lpstr>
      <vt:lpstr>FIF 2</vt:lpstr>
      <vt:lpstr>FIF 2</vt:lpstr>
      <vt:lpstr>FIF 2</vt:lpstr>
      <vt:lpstr>FIF 2</vt:lpstr>
      <vt:lpstr>FIF 2</vt:lpstr>
      <vt:lpstr>FIF 2</vt:lpstr>
      <vt:lpstr>FIF 2</vt:lpstr>
      <vt:lpstr>FIF 2</vt:lpstr>
      <vt:lpstr>FIF 2</vt:lpstr>
      <vt:lpstr>FIF 2</vt:lpstr>
      <vt:lpstr>FIF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Lenovo</cp:lastModifiedBy>
  <cp:revision>6</cp:revision>
  <dcterms:created xsi:type="dcterms:W3CDTF">2012-10-05T20:56:28Z</dcterms:created>
  <dcterms:modified xsi:type="dcterms:W3CDTF">2018-10-03T16:45:17Z</dcterms:modified>
</cp:coreProperties>
</file>