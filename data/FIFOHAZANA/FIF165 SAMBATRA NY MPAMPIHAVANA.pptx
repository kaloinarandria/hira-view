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5" autoAdjust="0"/>
    <p:restoredTop sz="94689" autoAdjust="0"/>
  </p:normalViewPr>
  <p:slideViewPr>
    <p:cSldViewPr>
      <p:cViewPr varScale="1">
        <p:scale>
          <a:sx n="61" d="100"/>
          <a:sy n="61" d="100"/>
        </p:scale>
        <p:origin x="-21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55194-837B-4152-B3BF-DBB934FC662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000" b="1" dirty="0" smtClean="0">
                <a:latin typeface="Cambria" pitchFamily="18" charset="0"/>
              </a:rPr>
              <a:t>1. </a:t>
            </a:r>
            <a:r>
              <a:rPr lang="fr-FR" sz="6000" b="1" dirty="0" err="1" smtClean="0">
                <a:latin typeface="Cambria" pitchFamily="18" charset="0"/>
              </a:rPr>
              <a:t>Sambatra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                 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smtClean="0">
                <a:latin typeface="Cambria" pitchFamily="18" charset="0"/>
              </a:rPr>
              <a:t>     </a:t>
            </a:r>
            <a:r>
              <a:rPr lang="fr-FR" sz="6000" b="1" dirty="0" err="1" smtClean="0">
                <a:latin typeface="Cambria" pitchFamily="18" charset="0"/>
              </a:rPr>
              <a:t>mpampihavana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Mamin'ny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tany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sy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lanitra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Tretrika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be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Fitiavana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Izy</a:t>
            </a:r>
            <a:r>
              <a:rPr lang="fr-FR" sz="6000" b="1" dirty="0" smtClean="0">
                <a:latin typeface="Cambria" pitchFamily="18" charset="0"/>
              </a:rPr>
              <a:t> no </a:t>
            </a:r>
            <a:r>
              <a:rPr lang="fr-FR" sz="6000" b="1" dirty="0" err="1" smtClean="0">
                <a:latin typeface="Cambria" pitchFamily="18" charset="0"/>
              </a:rPr>
              <a:t>tena</a:t>
            </a:r>
            <a:r>
              <a:rPr lang="fr-FR" sz="6000" b="1" dirty="0" smtClean="0">
                <a:latin typeface="Cambria" pitchFamily="18" charset="0"/>
              </a:rPr>
              <a:t>     </a:t>
            </a:r>
            <a:r>
              <a:rPr lang="fr-FR" sz="6000" b="1" dirty="0" err="1" smtClean="0">
                <a:latin typeface="Cambria" pitchFamily="18" charset="0"/>
              </a:rPr>
              <a:t>Zanak'Andriamanitra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Endriky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Ravaky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ery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Sambatra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mpampihavana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Zanak'Andriamanitra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b="1" dirty="0" smtClean="0">
                <a:latin typeface="Cambria" pitchFamily="18" charset="0"/>
              </a:rPr>
              <a:t>2. </a:t>
            </a:r>
            <a:r>
              <a:rPr lang="fr-FR" sz="5600" b="1" dirty="0" err="1" smtClean="0">
                <a:latin typeface="Cambria" pitchFamily="18" charset="0"/>
              </a:rPr>
              <a:t>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teny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izay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lazain'ny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vavany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Toa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vatosoa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mangarangarana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olona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izay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lalovany</a:t>
            </a:r>
            <a:r>
              <a:rPr lang="fr-FR" sz="5600" b="1" dirty="0" smtClean="0">
                <a:latin typeface="Cambria" pitchFamily="18" charset="0"/>
              </a:rPr>
              <a:t>,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Toa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mahatsinjo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lanitra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miserana</a:t>
            </a:r>
            <a:r>
              <a:rPr lang="fr-FR" sz="5600" b="1" dirty="0" smtClean="0">
                <a:latin typeface="Cambria" pitchFamily="18" charset="0"/>
              </a:rPr>
              <a:t>!</a:t>
            </a:r>
            <a:endParaRPr lang="fr-FR" sz="56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Endriky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tany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ety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Ravaky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lanitra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ery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Sambatra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mpampihavana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Izy</a:t>
            </a:r>
            <a:r>
              <a:rPr lang="fr-FR" sz="6000" b="1" dirty="0" smtClean="0">
                <a:latin typeface="Cambria" pitchFamily="18" charset="0"/>
              </a:rPr>
              <a:t> no </a:t>
            </a:r>
            <a:r>
              <a:rPr lang="fr-FR" sz="6000" b="1" dirty="0" err="1" smtClean="0">
                <a:latin typeface="Cambria" pitchFamily="18" charset="0"/>
              </a:rPr>
              <a:t>tena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Zanak'Andriamanitra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b="1" dirty="0" smtClean="0">
                <a:latin typeface="Cambria" pitchFamily="18" charset="0"/>
              </a:rPr>
              <a:t>3.  </a:t>
            </a:r>
            <a:r>
              <a:rPr lang="fr-FR" sz="5600" b="1" dirty="0" err="1" smtClean="0">
                <a:latin typeface="Cambria" pitchFamily="18" charset="0"/>
              </a:rPr>
              <a:t>Izy</a:t>
            </a:r>
            <a:r>
              <a:rPr lang="fr-FR" sz="5600" b="1" dirty="0" smtClean="0">
                <a:latin typeface="Cambria" pitchFamily="18" charset="0"/>
              </a:rPr>
              <a:t> no </a:t>
            </a:r>
            <a:r>
              <a:rPr lang="fr-FR" sz="5600" b="1" dirty="0" err="1" smtClean="0">
                <a:latin typeface="Cambria" pitchFamily="18" charset="0"/>
              </a:rPr>
              <a:t>honina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an-</a:t>
            </a:r>
            <a:r>
              <a:rPr lang="fr-FR" sz="5600" b="1" dirty="0" err="1" smtClean="0">
                <a:latin typeface="Cambria" pitchFamily="18" charset="0"/>
              </a:rPr>
              <a:t>danitra</a:t>
            </a:r>
            <a:r>
              <a:rPr lang="fr-FR" sz="5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Hamantana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anjely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marobe</a:t>
            </a:r>
            <a:r>
              <a:rPr lang="fr-FR" sz="5600" b="1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600" b="1" dirty="0" smtClean="0">
                <a:latin typeface="Cambria" pitchFamily="18" charset="0"/>
              </a:rPr>
              <a:t>Ho </a:t>
            </a:r>
            <a:r>
              <a:rPr lang="fr-FR" sz="5600" b="1" dirty="0" err="1" smtClean="0">
                <a:latin typeface="Cambria" pitchFamily="18" charset="0"/>
              </a:rPr>
              <a:t>toy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ditin</a:t>
            </a:r>
            <a:r>
              <a:rPr lang="fr-FR" sz="5600" b="1" dirty="0" smtClean="0">
                <a:latin typeface="Cambria" pitchFamily="18" charset="0"/>
              </a:rPr>
              <a:t>-</a:t>
            </a:r>
            <a:r>
              <a:rPr lang="fr-FR" sz="5600" b="1" dirty="0" err="1" smtClean="0">
                <a:latin typeface="Cambria" pitchFamily="18" charset="0"/>
              </a:rPr>
              <a:t>kazo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manitra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Ankasitrahan'ny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Mpanjaka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lehibe</a:t>
            </a:r>
            <a:r>
              <a:rPr lang="fr-FR" sz="5600" b="1" dirty="0" smtClean="0">
                <a:latin typeface="Cambria" pitchFamily="18" charset="0"/>
              </a:rPr>
              <a:t>.</a:t>
            </a:r>
            <a:endParaRPr lang="fr-FR" sz="56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Endriky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tany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ety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Ravaky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lanitra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ery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Sambatra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mpampihavana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Izy</a:t>
            </a:r>
            <a:r>
              <a:rPr lang="fr-FR" sz="6000" b="1" dirty="0" smtClean="0">
                <a:latin typeface="Cambria" pitchFamily="18" charset="0"/>
              </a:rPr>
              <a:t> no </a:t>
            </a:r>
            <a:r>
              <a:rPr lang="fr-FR" sz="6000" b="1" dirty="0" err="1" smtClean="0">
                <a:latin typeface="Cambria" pitchFamily="18" charset="0"/>
              </a:rPr>
              <a:t>tena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Zanak'Andriamanitra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122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165</vt:lpstr>
      <vt:lpstr>FIF 165</vt:lpstr>
      <vt:lpstr>FIF 165</vt:lpstr>
      <vt:lpstr>FIF 165</vt:lpstr>
      <vt:lpstr>FIF 165</vt:lpstr>
      <vt:lpstr>FIF 165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165</dc:title>
  <dc:creator>MIARINTSOA</dc:creator>
  <cp:lastModifiedBy>M</cp:lastModifiedBy>
  <cp:revision>4</cp:revision>
  <dcterms:created xsi:type="dcterms:W3CDTF">2012-10-06T13:31:23Z</dcterms:created>
  <dcterms:modified xsi:type="dcterms:W3CDTF">2014-10-12T08:08:50Z</dcterms:modified>
</cp:coreProperties>
</file>