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9" r:id="rId4"/>
    <p:sldId id="274" r:id="rId5"/>
    <p:sldId id="269" r:id="rId6"/>
    <p:sldId id="275" r:id="rId7"/>
    <p:sldId id="281" r:id="rId8"/>
    <p:sldId id="276" r:id="rId9"/>
    <p:sldId id="268" r:id="rId10"/>
    <p:sldId id="277" r:id="rId11"/>
    <p:sldId id="282" r:id="rId12"/>
    <p:sldId id="278" r:id="rId13"/>
    <p:sldId id="267" r:id="rId14"/>
    <p:sldId id="279" r:id="rId15"/>
    <p:sldId id="283" r:id="rId16"/>
    <p:sldId id="280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3" autoAdjust="0"/>
    <p:restoredTop sz="94660"/>
  </p:normalViewPr>
  <p:slideViewPr>
    <p:cSldViewPr>
      <p:cViewPr varScale="1">
        <p:scale>
          <a:sx n="86" d="100"/>
          <a:sy n="86" d="100"/>
        </p:scale>
        <p:origin x="-10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BE718-CFC1-404C-B3BB-B4AD71FE279E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6554D-6AAA-4738-848D-8BE6360964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1. Moa ho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vita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ihany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ve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‘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adidy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lehibe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‘Zay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napetraky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?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havoana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aleha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Lohasaha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mangina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maro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‘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manerana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Nosy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8942"/>
            <a:ext cx="8929718" cy="5306362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ô !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?,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meteza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hitantana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dia</a:t>
            </a: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misafidy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maniraka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mandidy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48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sz="4800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fahaizana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va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anananay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anie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hafatrao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ihany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lazaina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sz="48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sz="4800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Votsa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vava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Kely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hery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mahay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Fanahy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Masina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andrandraina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8942"/>
            <a:ext cx="8929718" cy="5306362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ô !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?,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meteza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hitantana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dia</a:t>
            </a: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1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misafidy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maniraka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mandidy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eo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imasonao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tontolo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Tsinontsinona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Nefa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naranao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Reharehanay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oninahitrao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momba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anay</a:t>
            </a:r>
            <a:r>
              <a:rPr lang="fr-FR" sz="60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8942"/>
            <a:ext cx="8929718" cy="5306362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ô !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?,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meteza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hitantana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dia</a:t>
            </a: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1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misafidy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maniraka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mandidy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4.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avelanay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tokoa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momba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mitahy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hitombo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hamoa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asanao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mpanompo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mahatoky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‘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zahay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8942"/>
            <a:ext cx="8929718" cy="5306362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ô !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?,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meteza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hitantana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dia</a:t>
            </a: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1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254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izahay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misafidy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Fa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maniraka</a:t>
            </a: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fr-FR" sz="66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mandidy</a:t>
            </a:r>
            <a:r>
              <a:rPr lang="fr-FR" sz="6600" b="1" dirty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6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262</Words>
  <Application>Microsoft Office PowerPoint</Application>
  <PresentationFormat>Affichage à l'écran (4:3)</PresentationFormat>
  <Paragraphs>67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  <vt:lpstr>FIF 254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254</dc:title>
  <dc:creator>MIARINTSOA</dc:creator>
  <cp:lastModifiedBy>Dtoa LOVA</cp:lastModifiedBy>
  <cp:revision>11</cp:revision>
  <dcterms:created xsi:type="dcterms:W3CDTF">2012-10-07T18:52:51Z</dcterms:created>
  <dcterms:modified xsi:type="dcterms:W3CDTF">2016-01-15T07:16:28Z</dcterms:modified>
</cp:coreProperties>
</file>