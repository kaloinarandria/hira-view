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53" d="100"/>
          <a:sy n="53" d="100"/>
        </p:scale>
        <p:origin x="-35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16/02/2014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16/02/2014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16/02/2014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16/02/2014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16/02/2014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16/02/2014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16/02/2014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16/02/2014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16/02/2014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16/02/2014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16/02/2014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AC20E5-46E1-4443-93F4-BA3C4C206CCD}" type="datetimeFigureOut">
              <a:rPr lang="fr-FR" smtClean="0"/>
              <a:pPr/>
              <a:t>16/02/2014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571479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FIF </a:t>
            </a:r>
            <a:r>
              <a:rPr lang="fr-FR" dirty="0" smtClean="0"/>
              <a:t>7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71406" y="785794"/>
            <a:ext cx="9358378" cy="6072206"/>
          </a:xfrm>
        </p:spPr>
        <p:txBody>
          <a:bodyPr>
            <a:noAutofit/>
          </a:bodyPr>
          <a:lstStyle/>
          <a:p>
            <a:pPr marL="1143000" indent="-1143000" algn="l"/>
            <a:r>
              <a:rPr lang="fr-FR" sz="7200" dirty="0" err="1" smtClean="0">
                <a:solidFill>
                  <a:schemeClr val="tx1"/>
                </a:solidFill>
                <a:latin typeface="Cambria" pitchFamily="18" charset="0"/>
              </a:rPr>
              <a:t>Mifohaza</a:t>
            </a:r>
            <a:r>
              <a:rPr lang="fr-FR" sz="72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</a:p>
          <a:p>
            <a:pPr marL="1143000" indent="-1143000" algn="l"/>
            <a:r>
              <a:rPr lang="fr-FR" sz="7200" dirty="0" err="1" smtClean="0">
                <a:solidFill>
                  <a:schemeClr val="tx1"/>
                </a:solidFill>
                <a:latin typeface="Cambria" pitchFamily="18" charset="0"/>
              </a:rPr>
              <a:t>Mifohaza</a:t>
            </a:r>
            <a:r>
              <a:rPr lang="fr-FR" sz="7200" dirty="0" smtClean="0">
                <a:solidFill>
                  <a:schemeClr val="tx1"/>
                </a:solidFill>
                <a:latin typeface="Cambria" pitchFamily="18" charset="0"/>
              </a:rPr>
              <a:t> ka </a:t>
            </a:r>
            <a:r>
              <a:rPr lang="fr-FR" sz="7200" dirty="0" err="1" smtClean="0">
                <a:solidFill>
                  <a:schemeClr val="tx1"/>
                </a:solidFill>
                <a:latin typeface="Cambria" pitchFamily="18" charset="0"/>
              </a:rPr>
              <a:t>mihirà</a:t>
            </a:r>
            <a:endParaRPr lang="fr-FR" sz="7200" dirty="0" smtClean="0">
              <a:solidFill>
                <a:schemeClr val="tx1"/>
              </a:solidFill>
              <a:latin typeface="Cambria" pitchFamily="18" charset="0"/>
            </a:endParaRPr>
          </a:p>
          <a:p>
            <a:pPr marL="1143000" indent="-1143000" algn="l"/>
            <a:r>
              <a:rPr lang="fr-FR" sz="7200" dirty="0" smtClean="0">
                <a:solidFill>
                  <a:schemeClr val="tx1"/>
                </a:solidFill>
                <a:latin typeface="Cambria" pitchFamily="18" charset="0"/>
              </a:rPr>
              <a:t>Dera ho </a:t>
            </a:r>
            <a:r>
              <a:rPr lang="fr-FR" sz="7200" dirty="0" err="1" smtClean="0">
                <a:solidFill>
                  <a:schemeClr val="tx1"/>
                </a:solidFill>
                <a:latin typeface="Cambria" pitchFamily="18" charset="0"/>
              </a:rPr>
              <a:t>an’i</a:t>
            </a:r>
            <a:r>
              <a:rPr lang="fr-FR" sz="72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chemeClr val="tx1"/>
                </a:solidFill>
                <a:latin typeface="Cambria" pitchFamily="18" charset="0"/>
              </a:rPr>
              <a:t>Jehovah</a:t>
            </a:r>
            <a:endParaRPr lang="fr-FR" sz="7200" dirty="0">
              <a:solidFill>
                <a:schemeClr val="tx1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571479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FIF </a:t>
            </a:r>
            <a:r>
              <a:rPr lang="fr-FR" dirty="0" smtClean="0"/>
              <a:t>7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71406" y="785794"/>
            <a:ext cx="9358378" cy="6072206"/>
          </a:xfrm>
        </p:spPr>
        <p:txBody>
          <a:bodyPr>
            <a:noAutofit/>
          </a:bodyPr>
          <a:lstStyle/>
          <a:p>
            <a:pPr marL="1143000" indent="-1143000" algn="l"/>
            <a:r>
              <a:rPr lang="fr-FR" sz="7200" dirty="0" err="1" smtClean="0">
                <a:solidFill>
                  <a:schemeClr val="tx1"/>
                </a:solidFill>
                <a:latin typeface="Cambria" pitchFamily="18" charset="0"/>
              </a:rPr>
              <a:t>Mifohaza</a:t>
            </a:r>
            <a:r>
              <a:rPr lang="fr-FR" sz="7200" dirty="0" smtClean="0">
                <a:solidFill>
                  <a:schemeClr val="tx1"/>
                </a:solidFill>
                <a:latin typeface="Cambria" pitchFamily="18" charset="0"/>
              </a:rPr>
              <a:t> marina!</a:t>
            </a:r>
          </a:p>
          <a:p>
            <a:pPr marL="1143000" indent="-1143000" algn="l"/>
            <a:r>
              <a:rPr lang="fr-FR" sz="7200" dirty="0" err="1" smtClean="0">
                <a:solidFill>
                  <a:schemeClr val="tx1"/>
                </a:solidFill>
                <a:latin typeface="Cambria" pitchFamily="18" charset="0"/>
              </a:rPr>
              <a:t>Mifohaza</a:t>
            </a:r>
            <a:r>
              <a:rPr lang="fr-FR" sz="7200" dirty="0" smtClean="0">
                <a:solidFill>
                  <a:schemeClr val="tx1"/>
                </a:solidFill>
                <a:latin typeface="Cambria" pitchFamily="18" charset="0"/>
              </a:rPr>
              <a:t>, </a:t>
            </a:r>
            <a:r>
              <a:rPr lang="fr-FR" sz="7200" dirty="0" err="1" smtClean="0">
                <a:solidFill>
                  <a:schemeClr val="tx1"/>
                </a:solidFill>
                <a:latin typeface="Cambria" pitchFamily="18" charset="0"/>
              </a:rPr>
              <a:t>mifohaza</a:t>
            </a:r>
            <a:r>
              <a:rPr lang="fr-FR" sz="7200" dirty="0" smtClean="0">
                <a:solidFill>
                  <a:schemeClr val="tx1"/>
                </a:solidFill>
                <a:latin typeface="Cambria" pitchFamily="18" charset="0"/>
              </a:rPr>
              <a:t> marina</a:t>
            </a:r>
          </a:p>
          <a:p>
            <a:pPr marL="1143000" indent="-1143000" algn="l"/>
            <a:r>
              <a:rPr lang="fr-FR" sz="7200" dirty="0" smtClean="0">
                <a:solidFill>
                  <a:schemeClr val="tx1"/>
                </a:solidFill>
                <a:latin typeface="Cambria" pitchFamily="18" charset="0"/>
              </a:rPr>
              <a:t>Ka </a:t>
            </a:r>
            <a:r>
              <a:rPr lang="fr-FR" sz="7200" dirty="0" err="1" smtClean="0">
                <a:solidFill>
                  <a:schemeClr val="tx1"/>
                </a:solidFill>
                <a:latin typeface="Cambria" pitchFamily="18" charset="0"/>
              </a:rPr>
              <a:t>aza</a:t>
            </a:r>
            <a:r>
              <a:rPr lang="fr-FR" sz="72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chemeClr val="tx1"/>
                </a:solidFill>
                <a:latin typeface="Cambria" pitchFamily="18" charset="0"/>
              </a:rPr>
              <a:t>manota</a:t>
            </a:r>
            <a:endParaRPr lang="fr-FR" sz="7200" dirty="0" smtClean="0">
              <a:solidFill>
                <a:schemeClr val="tx1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571479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FIF </a:t>
            </a:r>
            <a:r>
              <a:rPr lang="fr-FR" dirty="0" smtClean="0"/>
              <a:t>7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71406" y="785794"/>
            <a:ext cx="9358378" cy="6072206"/>
          </a:xfrm>
        </p:spPr>
        <p:txBody>
          <a:bodyPr>
            <a:noAutofit/>
          </a:bodyPr>
          <a:lstStyle/>
          <a:p>
            <a:pPr marL="1143000" indent="-1143000" algn="l"/>
            <a:r>
              <a:rPr lang="fr-FR" sz="7200" dirty="0" err="1" smtClean="0">
                <a:solidFill>
                  <a:schemeClr val="tx1"/>
                </a:solidFill>
                <a:latin typeface="Cambria" pitchFamily="18" charset="0"/>
              </a:rPr>
              <a:t>Mifohaza</a:t>
            </a:r>
            <a:r>
              <a:rPr lang="fr-FR" sz="7200" dirty="0" smtClean="0">
                <a:solidFill>
                  <a:schemeClr val="tx1"/>
                </a:solidFill>
                <a:latin typeface="Cambria" pitchFamily="18" charset="0"/>
              </a:rPr>
              <a:t> marina!</a:t>
            </a:r>
          </a:p>
          <a:p>
            <a:pPr marL="1143000" indent="-1143000" algn="l"/>
            <a:r>
              <a:rPr lang="fr-FR" sz="7200" dirty="0" err="1" smtClean="0">
                <a:solidFill>
                  <a:schemeClr val="tx1"/>
                </a:solidFill>
                <a:latin typeface="Cambria" pitchFamily="18" charset="0"/>
              </a:rPr>
              <a:t>Mifohaza</a:t>
            </a:r>
            <a:r>
              <a:rPr lang="fr-FR" sz="7200" dirty="0" smtClean="0">
                <a:solidFill>
                  <a:schemeClr val="tx1"/>
                </a:solidFill>
                <a:latin typeface="Cambria" pitchFamily="18" charset="0"/>
              </a:rPr>
              <a:t>, </a:t>
            </a:r>
            <a:r>
              <a:rPr lang="fr-FR" sz="7200" dirty="0" err="1" smtClean="0">
                <a:solidFill>
                  <a:schemeClr val="tx1"/>
                </a:solidFill>
                <a:latin typeface="Cambria" pitchFamily="18" charset="0"/>
              </a:rPr>
              <a:t>mifohaza</a:t>
            </a:r>
            <a:r>
              <a:rPr lang="fr-FR" sz="7200" dirty="0" smtClean="0">
                <a:solidFill>
                  <a:schemeClr val="tx1"/>
                </a:solidFill>
                <a:latin typeface="Cambria" pitchFamily="18" charset="0"/>
              </a:rPr>
              <a:t> marina</a:t>
            </a:r>
          </a:p>
          <a:p>
            <a:pPr marL="1143000" indent="-1143000" algn="l"/>
            <a:r>
              <a:rPr lang="fr-FR" sz="7200" dirty="0" smtClean="0">
                <a:solidFill>
                  <a:schemeClr val="tx1"/>
                </a:solidFill>
                <a:latin typeface="Cambria" pitchFamily="18" charset="0"/>
              </a:rPr>
              <a:t>Ka </a:t>
            </a:r>
            <a:r>
              <a:rPr lang="fr-FR" sz="7200" dirty="0" err="1" smtClean="0">
                <a:solidFill>
                  <a:schemeClr val="tx1"/>
                </a:solidFill>
                <a:latin typeface="Cambria" pitchFamily="18" charset="0"/>
              </a:rPr>
              <a:t>aza</a:t>
            </a:r>
            <a:r>
              <a:rPr lang="fr-FR" sz="72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chemeClr val="tx1"/>
                </a:solidFill>
                <a:latin typeface="Cambria" pitchFamily="18" charset="0"/>
              </a:rPr>
              <a:t>manota</a:t>
            </a:r>
            <a:endParaRPr lang="fr-FR" sz="7200" dirty="0" smtClean="0">
              <a:solidFill>
                <a:schemeClr val="tx1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571479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FIF </a:t>
            </a:r>
            <a:r>
              <a:rPr lang="fr-FR" dirty="0" smtClean="0"/>
              <a:t>7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71406" y="785794"/>
            <a:ext cx="9358378" cy="6072206"/>
          </a:xfrm>
        </p:spPr>
        <p:txBody>
          <a:bodyPr>
            <a:noAutofit/>
          </a:bodyPr>
          <a:lstStyle/>
          <a:p>
            <a:pPr marL="1143000" indent="-1143000" algn="l"/>
            <a:r>
              <a:rPr lang="fr-FR" sz="7200" dirty="0" err="1" smtClean="0">
                <a:solidFill>
                  <a:schemeClr val="tx1"/>
                </a:solidFill>
                <a:latin typeface="Cambria" pitchFamily="18" charset="0"/>
              </a:rPr>
              <a:t>Hianareo</a:t>
            </a:r>
            <a:r>
              <a:rPr lang="fr-FR" sz="72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chemeClr val="tx1"/>
                </a:solidFill>
                <a:latin typeface="Cambria" pitchFamily="18" charset="0"/>
              </a:rPr>
              <a:t>izay</a:t>
            </a:r>
            <a:r>
              <a:rPr lang="fr-FR" sz="72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chemeClr val="tx1"/>
                </a:solidFill>
                <a:latin typeface="Cambria" pitchFamily="18" charset="0"/>
              </a:rPr>
              <a:t>mandeha</a:t>
            </a:r>
            <a:r>
              <a:rPr lang="fr-FR" sz="7200" dirty="0" smtClean="0">
                <a:solidFill>
                  <a:schemeClr val="tx1"/>
                </a:solidFill>
                <a:latin typeface="Cambria" pitchFamily="18" charset="0"/>
              </a:rPr>
              <a:t> ho </a:t>
            </a:r>
            <a:r>
              <a:rPr lang="fr-FR" sz="7200" dirty="0" err="1" smtClean="0">
                <a:solidFill>
                  <a:schemeClr val="tx1"/>
                </a:solidFill>
                <a:latin typeface="Cambria" pitchFamily="18" charset="0"/>
              </a:rPr>
              <a:t>ao</a:t>
            </a:r>
            <a:r>
              <a:rPr lang="fr-FR" sz="7200" dirty="0" smtClean="0">
                <a:solidFill>
                  <a:schemeClr val="tx1"/>
                </a:solidFill>
                <a:latin typeface="Cambria" pitchFamily="18" charset="0"/>
              </a:rPr>
              <a:t> an-</a:t>
            </a:r>
            <a:r>
              <a:rPr lang="fr-FR" sz="7200" dirty="0" err="1" smtClean="0">
                <a:solidFill>
                  <a:schemeClr val="tx1"/>
                </a:solidFill>
                <a:latin typeface="Cambria" pitchFamily="18" charset="0"/>
              </a:rPr>
              <a:t>tanàna</a:t>
            </a:r>
            <a:endParaRPr lang="fr-FR" sz="7200" dirty="0" smtClean="0">
              <a:solidFill>
                <a:schemeClr val="tx1"/>
              </a:solidFill>
              <a:latin typeface="Cambria" pitchFamily="18" charset="0"/>
            </a:endParaRPr>
          </a:p>
          <a:p>
            <a:pPr marL="1143000" indent="-1143000" algn="l"/>
            <a:r>
              <a:rPr lang="fr-FR" sz="7200" dirty="0" smtClean="0">
                <a:solidFill>
                  <a:schemeClr val="tx1"/>
                </a:solidFill>
                <a:latin typeface="Cambria" pitchFamily="18" charset="0"/>
              </a:rPr>
              <a:t>Ho </a:t>
            </a:r>
            <a:r>
              <a:rPr lang="fr-FR" sz="7200" dirty="0" err="1" smtClean="0">
                <a:solidFill>
                  <a:schemeClr val="tx1"/>
                </a:solidFill>
                <a:latin typeface="Cambria" pitchFamily="18" charset="0"/>
              </a:rPr>
              <a:t>ao</a:t>
            </a:r>
            <a:r>
              <a:rPr lang="fr-FR" sz="72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chemeClr val="tx1"/>
                </a:solidFill>
                <a:latin typeface="Cambria" pitchFamily="18" charset="0"/>
              </a:rPr>
              <a:t>an-tanànan’i</a:t>
            </a:r>
            <a:r>
              <a:rPr lang="fr-FR" sz="72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chemeClr val="tx1"/>
                </a:solidFill>
                <a:latin typeface="Cambria" pitchFamily="18" charset="0"/>
              </a:rPr>
              <a:t>Ziona</a:t>
            </a:r>
            <a:endParaRPr lang="fr-FR" sz="7200" dirty="0" smtClean="0">
              <a:solidFill>
                <a:schemeClr val="tx1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571479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FIF </a:t>
            </a:r>
            <a:r>
              <a:rPr lang="fr-FR" dirty="0" smtClean="0"/>
              <a:t>7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71406" y="785794"/>
            <a:ext cx="9358378" cy="6072206"/>
          </a:xfrm>
        </p:spPr>
        <p:txBody>
          <a:bodyPr>
            <a:noAutofit/>
          </a:bodyPr>
          <a:lstStyle/>
          <a:p>
            <a:pPr marL="1143000" indent="-1143000" algn="l"/>
            <a:r>
              <a:rPr lang="fr-FR" sz="8000" dirty="0" err="1" smtClean="0">
                <a:solidFill>
                  <a:schemeClr val="tx1"/>
                </a:solidFill>
                <a:latin typeface="Cambria" pitchFamily="18" charset="0"/>
              </a:rPr>
              <a:t>Mifalia</a:t>
            </a:r>
            <a:r>
              <a:rPr lang="fr-FR" sz="8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8000" dirty="0" err="1" smtClean="0">
                <a:solidFill>
                  <a:schemeClr val="tx1"/>
                </a:solidFill>
                <a:latin typeface="Cambria" pitchFamily="18" charset="0"/>
              </a:rPr>
              <a:t>i</a:t>
            </a:r>
            <a:r>
              <a:rPr lang="fr-FR" sz="8000" dirty="0" err="1" smtClean="0">
                <a:solidFill>
                  <a:schemeClr val="tx1"/>
                </a:solidFill>
                <a:latin typeface="Cambria" pitchFamily="18" charset="0"/>
              </a:rPr>
              <a:t>san’andro</a:t>
            </a:r>
            <a:r>
              <a:rPr lang="fr-FR" sz="8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8000" dirty="0" err="1" smtClean="0">
                <a:solidFill>
                  <a:schemeClr val="tx1"/>
                </a:solidFill>
                <a:latin typeface="Cambria" pitchFamily="18" charset="0"/>
              </a:rPr>
              <a:t>amin’i</a:t>
            </a:r>
            <a:r>
              <a:rPr lang="fr-FR" sz="8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8000" dirty="0" err="1" smtClean="0">
                <a:solidFill>
                  <a:schemeClr val="tx1"/>
                </a:solidFill>
                <a:latin typeface="Cambria" pitchFamily="18" charset="0"/>
              </a:rPr>
              <a:t>Kristy</a:t>
            </a:r>
            <a:r>
              <a:rPr lang="fr-FR" sz="8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8000" dirty="0" err="1" smtClean="0">
                <a:solidFill>
                  <a:schemeClr val="tx1"/>
                </a:solidFill>
                <a:latin typeface="Cambria" pitchFamily="18" charset="0"/>
              </a:rPr>
              <a:t>Mpamonjy</a:t>
            </a:r>
            <a:endParaRPr lang="fr-FR" sz="8000" dirty="0" smtClean="0">
              <a:solidFill>
                <a:schemeClr val="tx1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571479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FIF </a:t>
            </a:r>
            <a:r>
              <a:rPr lang="fr-FR" dirty="0" smtClean="0"/>
              <a:t>7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71406" y="785794"/>
            <a:ext cx="9358378" cy="6072206"/>
          </a:xfrm>
        </p:spPr>
        <p:txBody>
          <a:bodyPr>
            <a:noAutofit/>
          </a:bodyPr>
          <a:lstStyle/>
          <a:p>
            <a:pPr marL="1143000" indent="-1143000" algn="l"/>
            <a:r>
              <a:rPr lang="fr-FR" sz="8000" dirty="0" smtClean="0">
                <a:solidFill>
                  <a:schemeClr val="tx1"/>
                </a:solidFill>
                <a:latin typeface="Cambria" pitchFamily="18" charset="0"/>
              </a:rPr>
              <a:t>Ho </a:t>
            </a:r>
            <a:r>
              <a:rPr lang="fr-FR" sz="8000" dirty="0" err="1" smtClean="0">
                <a:solidFill>
                  <a:schemeClr val="tx1"/>
                </a:solidFill>
                <a:latin typeface="Cambria" pitchFamily="18" charset="0"/>
              </a:rPr>
              <a:t>rentsika</a:t>
            </a:r>
            <a:r>
              <a:rPr lang="fr-FR" sz="8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8000" dirty="0" err="1" smtClean="0">
                <a:solidFill>
                  <a:schemeClr val="tx1"/>
                </a:solidFill>
                <a:latin typeface="Cambria" pitchFamily="18" charset="0"/>
              </a:rPr>
              <a:t>faingana</a:t>
            </a:r>
            <a:r>
              <a:rPr lang="fr-FR" sz="8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8000" dirty="0" err="1" smtClean="0">
                <a:solidFill>
                  <a:schemeClr val="tx1"/>
                </a:solidFill>
                <a:latin typeface="Cambria" pitchFamily="18" charset="0"/>
              </a:rPr>
              <a:t>Izy</a:t>
            </a:r>
            <a:r>
              <a:rPr lang="fr-FR" sz="8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</a:p>
          <a:p>
            <a:pPr marL="1143000" indent="-1143000" algn="l"/>
            <a:r>
              <a:rPr lang="fr-FR" sz="8000" dirty="0" err="1" smtClean="0">
                <a:solidFill>
                  <a:schemeClr val="tx1"/>
                </a:solidFill>
                <a:latin typeface="Cambria" pitchFamily="18" charset="0"/>
              </a:rPr>
              <a:t>Hilaza</a:t>
            </a:r>
            <a:r>
              <a:rPr lang="fr-FR" sz="8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8000" dirty="0" err="1" smtClean="0">
                <a:solidFill>
                  <a:schemeClr val="tx1"/>
                </a:solidFill>
                <a:latin typeface="Cambria" pitchFamily="18" charset="0"/>
              </a:rPr>
              <a:t>hoe</a:t>
            </a:r>
            <a:r>
              <a:rPr lang="fr-FR" sz="8000" dirty="0" smtClean="0">
                <a:solidFill>
                  <a:schemeClr val="tx1"/>
                </a:solidFill>
                <a:latin typeface="Cambria" pitchFamily="18" charset="0"/>
              </a:rPr>
              <a:t> : </a:t>
            </a:r>
            <a:r>
              <a:rPr lang="fr-FR" sz="8000" dirty="0" err="1" smtClean="0">
                <a:solidFill>
                  <a:schemeClr val="tx1"/>
                </a:solidFill>
                <a:latin typeface="Cambria" pitchFamily="18" charset="0"/>
              </a:rPr>
              <a:t>Avia</a:t>
            </a:r>
            <a:r>
              <a:rPr lang="fr-FR" sz="8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8000" dirty="0" err="1" smtClean="0">
                <a:solidFill>
                  <a:schemeClr val="tx1"/>
                </a:solidFill>
                <a:latin typeface="Cambria" pitchFamily="18" charset="0"/>
              </a:rPr>
              <a:t>re</a:t>
            </a:r>
            <a:r>
              <a:rPr lang="fr-FR" sz="8000" dirty="0" smtClean="0">
                <a:solidFill>
                  <a:schemeClr val="tx1"/>
                </a:solidFill>
                <a:latin typeface="Cambria" pitchFamily="18" charset="0"/>
              </a:rPr>
              <a:t>, </a:t>
            </a:r>
            <a:r>
              <a:rPr lang="fr-FR" sz="8000" dirty="0" err="1" smtClean="0">
                <a:solidFill>
                  <a:schemeClr val="tx1"/>
                </a:solidFill>
                <a:latin typeface="Cambria" pitchFamily="18" charset="0"/>
              </a:rPr>
              <a:t>avia</a:t>
            </a:r>
            <a:r>
              <a:rPr lang="fr-FR" sz="8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8000" dirty="0" err="1" smtClean="0">
                <a:solidFill>
                  <a:schemeClr val="tx1"/>
                </a:solidFill>
                <a:latin typeface="Cambria" pitchFamily="18" charset="0"/>
              </a:rPr>
              <a:t>re</a:t>
            </a:r>
            <a:r>
              <a:rPr lang="fr-FR" sz="8000" dirty="0" smtClean="0">
                <a:solidFill>
                  <a:schemeClr val="tx1"/>
                </a:solidFill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571479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FIF </a:t>
            </a:r>
            <a:r>
              <a:rPr lang="fr-FR" dirty="0" smtClean="0"/>
              <a:t>7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71406" y="785794"/>
            <a:ext cx="9358378" cy="6072206"/>
          </a:xfrm>
        </p:spPr>
        <p:txBody>
          <a:bodyPr>
            <a:noAutofit/>
          </a:bodyPr>
          <a:lstStyle/>
          <a:p>
            <a:pPr marL="1143000" indent="-1143000" algn="l"/>
            <a:r>
              <a:rPr lang="fr-FR" sz="8000" dirty="0" err="1" smtClean="0">
                <a:solidFill>
                  <a:schemeClr val="tx1"/>
                </a:solidFill>
                <a:latin typeface="Cambria" pitchFamily="18" charset="0"/>
              </a:rPr>
              <a:t>Izay</a:t>
            </a:r>
            <a:r>
              <a:rPr lang="fr-FR" sz="8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8000" dirty="0" err="1" smtClean="0">
                <a:solidFill>
                  <a:schemeClr val="tx1"/>
                </a:solidFill>
                <a:latin typeface="Cambria" pitchFamily="18" charset="0"/>
              </a:rPr>
              <a:t>notahian’ny</a:t>
            </a:r>
            <a:r>
              <a:rPr lang="fr-FR" sz="8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8000" dirty="0" err="1" smtClean="0">
                <a:solidFill>
                  <a:schemeClr val="tx1"/>
                </a:solidFill>
                <a:latin typeface="Cambria" pitchFamily="18" charset="0"/>
              </a:rPr>
              <a:t>Raiko</a:t>
            </a:r>
            <a:r>
              <a:rPr lang="fr-FR" sz="8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</a:p>
          <a:p>
            <a:pPr marL="1143000" indent="-1143000" algn="l"/>
            <a:r>
              <a:rPr lang="fr-FR" sz="8000" dirty="0" err="1" smtClean="0">
                <a:solidFill>
                  <a:schemeClr val="tx1"/>
                </a:solidFill>
                <a:latin typeface="Cambria" pitchFamily="18" charset="0"/>
              </a:rPr>
              <a:t>Handova</a:t>
            </a:r>
            <a:r>
              <a:rPr lang="fr-FR" sz="8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8000" dirty="0" err="1" smtClean="0">
                <a:solidFill>
                  <a:schemeClr val="tx1"/>
                </a:solidFill>
                <a:latin typeface="Cambria" pitchFamily="18" charset="0"/>
              </a:rPr>
              <a:t>ny</a:t>
            </a:r>
            <a:r>
              <a:rPr lang="fr-FR" sz="8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8000" dirty="0" err="1" smtClean="0">
                <a:solidFill>
                  <a:schemeClr val="tx1"/>
                </a:solidFill>
                <a:latin typeface="Cambria" pitchFamily="18" charset="0"/>
              </a:rPr>
              <a:t>fanjakany</a:t>
            </a:r>
            <a:endParaRPr lang="fr-FR" sz="8000" dirty="0" smtClean="0">
              <a:solidFill>
                <a:schemeClr val="tx1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571479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FIF </a:t>
            </a:r>
            <a:r>
              <a:rPr lang="fr-FR" dirty="0" smtClean="0"/>
              <a:t>7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71406" y="785794"/>
            <a:ext cx="9358378" cy="6072206"/>
          </a:xfrm>
        </p:spPr>
        <p:txBody>
          <a:bodyPr>
            <a:noAutofit/>
          </a:bodyPr>
          <a:lstStyle/>
          <a:p>
            <a:pPr marL="1143000" indent="-1143000" algn="l"/>
            <a:r>
              <a:rPr lang="fr-FR" sz="7200" dirty="0" err="1" smtClean="0">
                <a:solidFill>
                  <a:schemeClr val="tx1"/>
                </a:solidFill>
                <a:latin typeface="Cambria" pitchFamily="18" charset="0"/>
              </a:rPr>
              <a:t>Mifohaza</a:t>
            </a:r>
            <a:r>
              <a:rPr lang="fr-FR" sz="7200" dirty="0" smtClean="0">
                <a:solidFill>
                  <a:schemeClr val="tx1"/>
                </a:solidFill>
                <a:latin typeface="Cambria" pitchFamily="18" charset="0"/>
              </a:rPr>
              <a:t> marina!</a:t>
            </a:r>
          </a:p>
          <a:p>
            <a:pPr marL="1143000" indent="-1143000" algn="l"/>
            <a:r>
              <a:rPr lang="fr-FR" sz="7200" dirty="0" err="1" smtClean="0">
                <a:solidFill>
                  <a:schemeClr val="tx1"/>
                </a:solidFill>
                <a:latin typeface="Cambria" pitchFamily="18" charset="0"/>
              </a:rPr>
              <a:t>Mifohaza</a:t>
            </a:r>
            <a:r>
              <a:rPr lang="fr-FR" sz="7200" dirty="0" smtClean="0">
                <a:solidFill>
                  <a:schemeClr val="tx1"/>
                </a:solidFill>
                <a:latin typeface="Cambria" pitchFamily="18" charset="0"/>
              </a:rPr>
              <a:t>, </a:t>
            </a:r>
            <a:r>
              <a:rPr lang="fr-FR" sz="7200" dirty="0" err="1" smtClean="0">
                <a:solidFill>
                  <a:schemeClr val="tx1"/>
                </a:solidFill>
                <a:latin typeface="Cambria" pitchFamily="18" charset="0"/>
              </a:rPr>
              <a:t>mifohaza</a:t>
            </a:r>
            <a:r>
              <a:rPr lang="fr-FR" sz="7200" dirty="0" smtClean="0">
                <a:solidFill>
                  <a:schemeClr val="tx1"/>
                </a:solidFill>
                <a:latin typeface="Cambria" pitchFamily="18" charset="0"/>
              </a:rPr>
              <a:t> marina</a:t>
            </a:r>
          </a:p>
          <a:p>
            <a:pPr marL="1143000" indent="-1143000" algn="l"/>
            <a:r>
              <a:rPr lang="fr-FR" sz="7200" dirty="0" smtClean="0">
                <a:solidFill>
                  <a:schemeClr val="tx1"/>
                </a:solidFill>
                <a:latin typeface="Cambria" pitchFamily="18" charset="0"/>
              </a:rPr>
              <a:t>Ka </a:t>
            </a:r>
            <a:r>
              <a:rPr lang="fr-FR" sz="7200" dirty="0" err="1" smtClean="0">
                <a:solidFill>
                  <a:schemeClr val="tx1"/>
                </a:solidFill>
                <a:latin typeface="Cambria" pitchFamily="18" charset="0"/>
              </a:rPr>
              <a:t>aza</a:t>
            </a:r>
            <a:r>
              <a:rPr lang="fr-FR" sz="72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chemeClr val="tx1"/>
                </a:solidFill>
                <a:latin typeface="Cambria" pitchFamily="18" charset="0"/>
              </a:rPr>
              <a:t>manota</a:t>
            </a:r>
            <a:endParaRPr lang="fr-FR" sz="7200" dirty="0" smtClean="0">
              <a:solidFill>
                <a:schemeClr val="tx1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571479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FIF </a:t>
            </a:r>
            <a:r>
              <a:rPr lang="fr-FR" dirty="0" smtClean="0"/>
              <a:t>7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71406" y="785794"/>
            <a:ext cx="9358378" cy="6072206"/>
          </a:xfrm>
        </p:spPr>
        <p:txBody>
          <a:bodyPr>
            <a:noAutofit/>
          </a:bodyPr>
          <a:lstStyle/>
          <a:p>
            <a:pPr marL="1143000" indent="-1143000" algn="l"/>
            <a:r>
              <a:rPr lang="fr-FR" sz="7200" dirty="0" err="1" smtClean="0">
                <a:solidFill>
                  <a:schemeClr val="tx1"/>
                </a:solidFill>
                <a:latin typeface="Cambria" pitchFamily="18" charset="0"/>
              </a:rPr>
              <a:t>Mifohaza</a:t>
            </a:r>
            <a:r>
              <a:rPr lang="fr-FR" sz="7200" dirty="0" smtClean="0">
                <a:solidFill>
                  <a:schemeClr val="tx1"/>
                </a:solidFill>
                <a:latin typeface="Cambria" pitchFamily="18" charset="0"/>
              </a:rPr>
              <a:t> marina!</a:t>
            </a:r>
          </a:p>
          <a:p>
            <a:pPr marL="1143000" indent="-1143000" algn="l"/>
            <a:r>
              <a:rPr lang="fr-FR" sz="7200" dirty="0" err="1" smtClean="0">
                <a:solidFill>
                  <a:schemeClr val="tx1"/>
                </a:solidFill>
                <a:latin typeface="Cambria" pitchFamily="18" charset="0"/>
              </a:rPr>
              <a:t>Mifohaza</a:t>
            </a:r>
            <a:r>
              <a:rPr lang="fr-FR" sz="7200" dirty="0" smtClean="0">
                <a:solidFill>
                  <a:schemeClr val="tx1"/>
                </a:solidFill>
                <a:latin typeface="Cambria" pitchFamily="18" charset="0"/>
              </a:rPr>
              <a:t>, </a:t>
            </a:r>
            <a:r>
              <a:rPr lang="fr-FR" sz="7200" dirty="0" err="1" smtClean="0">
                <a:solidFill>
                  <a:schemeClr val="tx1"/>
                </a:solidFill>
                <a:latin typeface="Cambria" pitchFamily="18" charset="0"/>
              </a:rPr>
              <a:t>mifohaza</a:t>
            </a:r>
            <a:r>
              <a:rPr lang="fr-FR" sz="7200" dirty="0" smtClean="0">
                <a:solidFill>
                  <a:schemeClr val="tx1"/>
                </a:solidFill>
                <a:latin typeface="Cambria" pitchFamily="18" charset="0"/>
              </a:rPr>
              <a:t> marina</a:t>
            </a:r>
          </a:p>
          <a:p>
            <a:pPr marL="1143000" indent="-1143000" algn="l"/>
            <a:r>
              <a:rPr lang="fr-FR" sz="7200" dirty="0" smtClean="0">
                <a:solidFill>
                  <a:schemeClr val="tx1"/>
                </a:solidFill>
                <a:latin typeface="Cambria" pitchFamily="18" charset="0"/>
              </a:rPr>
              <a:t>Ka </a:t>
            </a:r>
            <a:r>
              <a:rPr lang="fr-FR" sz="7200" dirty="0" err="1" smtClean="0">
                <a:solidFill>
                  <a:schemeClr val="tx1"/>
                </a:solidFill>
                <a:latin typeface="Cambria" pitchFamily="18" charset="0"/>
              </a:rPr>
              <a:t>aza</a:t>
            </a:r>
            <a:r>
              <a:rPr lang="fr-FR" sz="72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chemeClr val="tx1"/>
                </a:solidFill>
                <a:latin typeface="Cambria" pitchFamily="18" charset="0"/>
              </a:rPr>
              <a:t>manota</a:t>
            </a:r>
            <a:endParaRPr lang="fr-FR" sz="7200" dirty="0" smtClean="0">
              <a:solidFill>
                <a:schemeClr val="tx1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100</Words>
  <Application>Microsoft Office PowerPoint</Application>
  <PresentationFormat>Affichage à l'écran (4:3)</PresentationFormat>
  <Paragraphs>31</Paragraphs>
  <Slides>9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0" baseType="lpstr">
      <vt:lpstr>Thème Office</vt:lpstr>
      <vt:lpstr>FIF 7</vt:lpstr>
      <vt:lpstr>FIF 7</vt:lpstr>
      <vt:lpstr>FIF 7</vt:lpstr>
      <vt:lpstr>FIF 7</vt:lpstr>
      <vt:lpstr>FIF 7</vt:lpstr>
      <vt:lpstr>FIF 7</vt:lpstr>
      <vt:lpstr>FIF 7</vt:lpstr>
      <vt:lpstr>FIF 7</vt:lpstr>
      <vt:lpstr>FIF 7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MIARINTSOA</dc:creator>
  <cp:lastModifiedBy>M</cp:lastModifiedBy>
  <cp:revision>7</cp:revision>
  <dcterms:created xsi:type="dcterms:W3CDTF">2012-10-05T20:56:28Z</dcterms:created>
  <dcterms:modified xsi:type="dcterms:W3CDTF">2014-02-16T02:51:35Z</dcterms:modified>
</cp:coreProperties>
</file>