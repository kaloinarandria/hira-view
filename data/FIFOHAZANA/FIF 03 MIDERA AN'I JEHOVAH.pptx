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7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</a:t>
            </a:r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642918"/>
            <a:ext cx="9358378" cy="6215082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- "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Miderà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an'i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Jehovah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firenena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rehetra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!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Miderà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Haleloia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Miderà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Haleloia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!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miderà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an'i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Jehovah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" -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</a:t>
            </a:r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642918"/>
            <a:ext cx="9358378" cy="6215082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- "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Miderà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an'i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Jehovah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firenena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rehetra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!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Miderà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Haleloia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Miderà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Haleloia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!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miderà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an'i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Jehovah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" -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</a:t>
            </a:r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642918"/>
            <a:ext cx="9358378" cy="6215082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" Fa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lehibe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famindram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-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pony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amintsika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;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Ary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mandrakizay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fa-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hamarinan'i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Jehovah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</a:t>
            </a:r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642918"/>
            <a:ext cx="9358378" cy="6215082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- "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Miderà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an'i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Jehovah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firenena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rehetra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!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Miderà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Haleloia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Miderà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Haleloia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!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miderà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an'i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Jehovah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" -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</a:t>
            </a:r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642918"/>
            <a:ext cx="9358378" cy="6215082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"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Voninahitra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Ray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Voninahitra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Ray ô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!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</a:t>
            </a:r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642918"/>
            <a:ext cx="9358378" cy="6215082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He !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falifaly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mpanom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-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ponao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Hisaotra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hidera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Anaranao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.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</a:t>
            </a:r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642918"/>
            <a:ext cx="9358378" cy="6215082"/>
          </a:xfrm>
        </p:spPr>
        <p:txBody>
          <a:bodyPr>
            <a:noAutofit/>
          </a:bodyPr>
          <a:lstStyle/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Mpanjakanay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Voninahitra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Ray,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Voninahitra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Ray ô!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</a:t>
            </a:r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642918"/>
            <a:ext cx="9358378" cy="6215082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He !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falifaly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mpanom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-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ponao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Hisaotra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hidera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Anaranao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" -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150</Words>
  <Application>Microsoft Office PowerPoint</Application>
  <PresentationFormat>Affichage à l'écran (4:3)</PresentationFormat>
  <Paragraphs>44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FIF 3</vt:lpstr>
      <vt:lpstr>FIF 3</vt:lpstr>
      <vt:lpstr>FIF 3</vt:lpstr>
      <vt:lpstr>FIF 3</vt:lpstr>
      <vt:lpstr>FIF 3</vt:lpstr>
      <vt:lpstr>FIF 3</vt:lpstr>
      <vt:lpstr>FIF 3</vt:lpstr>
      <vt:lpstr>FIF 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MIARINTSOA</dc:creator>
  <cp:lastModifiedBy>M</cp:lastModifiedBy>
  <cp:revision>6</cp:revision>
  <dcterms:created xsi:type="dcterms:W3CDTF">2012-10-05T20:56:28Z</dcterms:created>
  <dcterms:modified xsi:type="dcterms:W3CDTF">2013-05-16T18:44:23Z</dcterms:modified>
</cp:coreProperties>
</file>