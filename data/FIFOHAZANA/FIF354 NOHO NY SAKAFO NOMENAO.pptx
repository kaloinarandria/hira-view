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D1496-EFC3-4AAA-AA02-410ABD9C6900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2AAB3-9AFA-43D5-9FFE-99BA9A2C3D2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sakafo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nomenao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Ray (in-2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)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7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925426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Omeo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fahendrena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falifaly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(in-2)</a:t>
            </a:r>
          </a:p>
          <a:p>
            <a:pPr>
              <a:buNone/>
            </a:pP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Noho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sakafo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nomenao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Ray </a:t>
            </a:r>
          </a:p>
          <a:p>
            <a:pPr>
              <a:buNone/>
            </a:pP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54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</Words>
  <Application>Microsoft Office PowerPoint</Application>
  <PresentationFormat>Affichage à l'écran 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Thème Office</vt:lpstr>
      <vt:lpstr>FIF 354</vt:lpstr>
      <vt:lpstr>FIF 354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354</dc:title>
  <dc:creator>M</dc:creator>
  <cp:lastModifiedBy>FJKM Mandrosoa ILAFY</cp:lastModifiedBy>
  <cp:revision>3</cp:revision>
  <dcterms:created xsi:type="dcterms:W3CDTF">2012-10-09T20:26:57Z</dcterms:created>
  <dcterms:modified xsi:type="dcterms:W3CDTF">2019-11-08T11:47:19Z</dcterms:modified>
</cp:coreProperties>
</file>