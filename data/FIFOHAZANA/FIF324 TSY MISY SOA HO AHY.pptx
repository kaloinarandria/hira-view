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6" d="100"/>
          <a:sy n="56" d="100"/>
        </p:scale>
        <p:origin x="-25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909A-7CB7-4D43-A79E-7BFE9AFDF452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10777-1F72-4AAC-814C-6305922D2141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909A-7CB7-4D43-A79E-7BFE9AFDF452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10777-1F72-4AAC-814C-6305922D2141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909A-7CB7-4D43-A79E-7BFE9AFDF452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10777-1F72-4AAC-814C-6305922D2141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909A-7CB7-4D43-A79E-7BFE9AFDF452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10777-1F72-4AAC-814C-6305922D2141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909A-7CB7-4D43-A79E-7BFE9AFDF452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10777-1F72-4AAC-814C-6305922D2141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909A-7CB7-4D43-A79E-7BFE9AFDF452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10777-1F72-4AAC-814C-6305922D2141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909A-7CB7-4D43-A79E-7BFE9AFDF452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10777-1F72-4AAC-814C-6305922D2141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909A-7CB7-4D43-A79E-7BFE9AFDF452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10777-1F72-4AAC-814C-6305922D2141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909A-7CB7-4D43-A79E-7BFE9AFDF452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10777-1F72-4AAC-814C-6305922D2141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909A-7CB7-4D43-A79E-7BFE9AFDF452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10777-1F72-4AAC-814C-6305922D2141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909A-7CB7-4D43-A79E-7BFE9AFDF452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10777-1F72-4AAC-814C-6305922D2141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A4909A-7CB7-4D43-A79E-7BFE9AFDF452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E10777-1F72-4AAC-814C-6305922D2141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57232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FIF 324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 vert="horz" lIns="91440" tIns="45720" rIns="91440" bIns="45720" rtlCol="0">
            <a:normAutofit/>
          </a:bodyPr>
          <a:lstStyle/>
          <a:p>
            <a:pPr marL="1143000" indent="-1143000">
              <a:buNone/>
            </a:pPr>
            <a:r>
              <a:rPr lang="fr-FR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1. </a:t>
            </a: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Tsy</a:t>
            </a:r>
            <a:r>
              <a:rPr lang="fr-FR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misy</a:t>
            </a:r>
            <a:r>
              <a:rPr lang="fr-FR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soa</a:t>
            </a:r>
            <a:r>
              <a:rPr lang="fr-FR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ho </a:t>
            </a: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ahy</a:t>
            </a:r>
            <a:r>
              <a:rPr lang="fr-FR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afa</a:t>
            </a:r>
            <a:r>
              <a:rPr lang="fr-FR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-</a:t>
            </a: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tsy</a:t>
            </a:r>
            <a:r>
              <a:rPr lang="fr-FR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Jeso</a:t>
            </a:r>
            <a:r>
              <a:rPr lang="fr-FR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</a:p>
          <a:p>
            <a:pPr marL="1143000" indent="-1143000">
              <a:buNone/>
            </a:pP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Nafoiko</a:t>
            </a:r>
            <a:r>
              <a:rPr lang="fr-FR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haren’ny</a:t>
            </a:r>
            <a:r>
              <a:rPr lang="fr-FR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tany</a:t>
            </a:r>
            <a:endParaRPr lang="fr-FR" sz="60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Manankarena</a:t>
            </a:r>
            <a:r>
              <a:rPr lang="fr-FR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	 </a:t>
            </a: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aho</a:t>
            </a:r>
            <a:r>
              <a:rPr lang="fr-FR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nahita</a:t>
            </a:r>
            <a:r>
              <a:rPr lang="fr-FR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Azy</a:t>
            </a:r>
            <a:endParaRPr lang="fr-FR" sz="60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Faly</a:t>
            </a:r>
            <a:r>
              <a:rPr lang="fr-FR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ao</a:t>
            </a:r>
            <a:r>
              <a:rPr lang="fr-FR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Aminy</a:t>
            </a:r>
            <a:r>
              <a:rPr lang="fr-FR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re</a:t>
            </a:r>
            <a:r>
              <a:rPr lang="fr-FR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aho</a:t>
            </a:r>
            <a:endParaRPr lang="fr-FR" sz="60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572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FIF 324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6143644"/>
          </a:xfrm>
        </p:spPr>
        <p:txBody>
          <a:bodyPr vert="horz" lIns="91440" tIns="45720" rIns="91440" bIns="45720" rtlCol="0">
            <a:normAutofit/>
          </a:bodyPr>
          <a:lstStyle/>
          <a:p>
            <a:pPr marL="1143000" indent="-1143000">
              <a:buNone/>
            </a:pP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Faly</a:t>
            </a:r>
            <a:r>
              <a:rPr lang="fr-FR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aho</a:t>
            </a:r>
            <a:r>
              <a:rPr lang="fr-FR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miarak</a:t>
            </a:r>
            <a:r>
              <a:rPr lang="fr-FR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’ </a:t>
            </a: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Aminy</a:t>
            </a:r>
            <a:endParaRPr lang="fr-FR" sz="60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Jesosy</a:t>
            </a:r>
            <a:r>
              <a:rPr lang="fr-FR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tokana</a:t>
            </a:r>
            <a:r>
              <a:rPr lang="fr-FR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ihany</a:t>
            </a:r>
            <a:endParaRPr lang="fr-FR" sz="60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fr-FR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Na dia </a:t>
            </a: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mahantra</a:t>
            </a:r>
            <a:r>
              <a:rPr lang="fr-FR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aza</a:t>
            </a:r>
            <a:r>
              <a:rPr lang="fr-FR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mbola</a:t>
            </a:r>
            <a:r>
              <a:rPr lang="fr-FR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manao</a:t>
            </a:r>
            <a:r>
              <a:rPr lang="fr-FR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hoe</a:t>
            </a:r>
            <a:r>
              <a:rPr lang="fr-FR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:</a:t>
            </a:r>
          </a:p>
          <a:p>
            <a:pPr marL="1143000" indent="-1143000">
              <a:buNone/>
            </a:pP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Faly</a:t>
            </a:r>
            <a:r>
              <a:rPr lang="fr-FR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ao</a:t>
            </a:r>
            <a:r>
              <a:rPr lang="fr-FR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Aminy </a:t>
            </a: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re</a:t>
            </a:r>
            <a:r>
              <a:rPr lang="fr-FR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aho</a:t>
            </a:r>
            <a:endParaRPr lang="fr-FR" sz="60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572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FIF 324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 vert="horz" lIns="91440" tIns="45720" rIns="91440" bIns="45720" rtlCol="0">
            <a:normAutofit/>
          </a:bodyPr>
          <a:lstStyle/>
          <a:p>
            <a:pPr marL="1143000" indent="-1143000">
              <a:buNone/>
            </a:pPr>
            <a:r>
              <a:rPr lang="fr-FR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2. </a:t>
            </a: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Fony</a:t>
            </a:r>
            <a:r>
              <a:rPr lang="fr-FR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tsy</a:t>
            </a:r>
            <a:r>
              <a:rPr lang="fr-FR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nisy</a:t>
            </a:r>
            <a:r>
              <a:rPr lang="fr-FR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avotra</a:t>
            </a:r>
            <a:r>
              <a:rPr lang="fr-FR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fisoloana</a:t>
            </a:r>
            <a:endParaRPr lang="fr-FR" sz="60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Sy</a:t>
            </a:r>
            <a:r>
              <a:rPr lang="fr-FR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ho </a:t>
            </a: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fampanekena</a:t>
            </a:r>
            <a:r>
              <a:rPr lang="fr-FR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Ray</a:t>
            </a:r>
          </a:p>
          <a:p>
            <a:pPr marL="1143000" indent="-1143000">
              <a:buNone/>
            </a:pPr>
            <a:r>
              <a:rPr lang="fr-FR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Dia </a:t>
            </a: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nanolo</a:t>
            </a:r>
            <a:r>
              <a:rPr lang="fr-FR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-</a:t>
            </a: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tena</a:t>
            </a:r>
            <a:r>
              <a:rPr lang="fr-FR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hanavotra</a:t>
            </a:r>
            <a:r>
              <a:rPr lang="fr-FR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ahy</a:t>
            </a:r>
            <a:endParaRPr lang="fr-FR" sz="60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Tamin’ny</a:t>
            </a:r>
            <a:r>
              <a:rPr lang="fr-FR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rany</a:t>
            </a:r>
            <a:r>
              <a:rPr lang="fr-FR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Jesosy</a:t>
            </a:r>
            <a:endParaRPr lang="fr-FR" sz="60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572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FIF 324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6143644"/>
          </a:xfrm>
        </p:spPr>
        <p:txBody>
          <a:bodyPr vert="horz" lIns="91440" tIns="45720" rIns="91440" bIns="45720" rtlCol="0">
            <a:normAutofit/>
          </a:bodyPr>
          <a:lstStyle/>
          <a:p>
            <a:pPr marL="1143000" indent="-1143000">
              <a:buNone/>
            </a:pP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Faly</a:t>
            </a:r>
            <a:r>
              <a:rPr lang="fr-FR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aho</a:t>
            </a:r>
            <a:r>
              <a:rPr lang="fr-FR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miarak</a:t>
            </a:r>
            <a:r>
              <a:rPr lang="fr-FR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’ </a:t>
            </a: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Aminy</a:t>
            </a:r>
            <a:endParaRPr lang="fr-FR" sz="60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Jesosy</a:t>
            </a:r>
            <a:r>
              <a:rPr lang="fr-FR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tokana</a:t>
            </a:r>
            <a:r>
              <a:rPr lang="fr-FR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ihany</a:t>
            </a:r>
            <a:endParaRPr lang="fr-FR" sz="60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fr-FR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Na dia </a:t>
            </a: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mahantra</a:t>
            </a:r>
            <a:r>
              <a:rPr lang="fr-FR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aza</a:t>
            </a:r>
            <a:r>
              <a:rPr lang="fr-FR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mbola</a:t>
            </a:r>
            <a:r>
              <a:rPr lang="fr-FR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manao</a:t>
            </a:r>
            <a:r>
              <a:rPr lang="fr-FR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hoe</a:t>
            </a:r>
            <a:r>
              <a:rPr lang="fr-FR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:</a:t>
            </a:r>
          </a:p>
          <a:p>
            <a:pPr marL="1143000" indent="-1143000">
              <a:buNone/>
            </a:pP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Faly</a:t>
            </a:r>
            <a:r>
              <a:rPr lang="fr-FR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ao</a:t>
            </a:r>
            <a:r>
              <a:rPr lang="fr-FR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Aminy</a:t>
            </a:r>
            <a:r>
              <a:rPr lang="fr-FR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re</a:t>
            </a:r>
            <a:r>
              <a:rPr lang="fr-FR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aho</a:t>
            </a:r>
            <a:endParaRPr lang="fr-FR" sz="60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572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FIF 324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571480"/>
            <a:ext cx="8929718" cy="6286520"/>
          </a:xfrm>
        </p:spPr>
        <p:txBody>
          <a:bodyPr vert="horz" lIns="91440" tIns="45720" rIns="91440" bIns="45720" rtlCol="0">
            <a:normAutofit/>
          </a:bodyPr>
          <a:lstStyle/>
          <a:p>
            <a:pPr marL="1143000" indent="-1143000">
              <a:buNone/>
            </a:pP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3. Raha meloka ao amin’ny famoizam-po</a:t>
            </a:r>
          </a:p>
          <a:p>
            <a:pPr marL="1143000" indent="-1143000">
              <a:buNone/>
            </a:pP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Tsy misy fahazavana</a:t>
            </a:r>
          </a:p>
          <a:p>
            <a:pPr marL="1143000" indent="-1143000">
              <a:buNone/>
            </a:pP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Jesosy kosa nanao ahy ho mpandova</a:t>
            </a:r>
          </a:p>
          <a:p>
            <a:pPr marL="1143000" indent="-1143000">
              <a:buNone/>
            </a:pP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 lapan’ny voninahitra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572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FIF 324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6143644"/>
          </a:xfrm>
        </p:spPr>
        <p:txBody>
          <a:bodyPr vert="horz" lIns="91440" tIns="45720" rIns="91440" bIns="45720" rtlCol="0">
            <a:normAutofit/>
          </a:bodyPr>
          <a:lstStyle/>
          <a:p>
            <a:pPr marL="1143000" indent="-1143000">
              <a:buNone/>
            </a:pP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Faly aho miarak’ Aminy</a:t>
            </a:r>
          </a:p>
          <a:p>
            <a:pPr marL="1143000" indent="-1143000">
              <a:buNone/>
            </a:pP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Jesosy tokana ihany</a:t>
            </a:r>
          </a:p>
          <a:p>
            <a:pPr marL="1143000" indent="-1143000">
              <a:buNone/>
            </a:pP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Na dia mahantra aza mbola manao hoe:</a:t>
            </a:r>
          </a:p>
          <a:p>
            <a:pPr marL="1143000" indent="-1143000">
              <a:buNone/>
            </a:pPr>
            <a:r>
              <a:rPr lang="fr-FR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Faly ao Aminy re aho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127</Words>
  <Application>Microsoft Office PowerPoint</Application>
  <PresentationFormat>Affichage à l'écran (4:3)</PresentationFormat>
  <Paragraphs>30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FIF 324</vt:lpstr>
      <vt:lpstr>FIF 324</vt:lpstr>
      <vt:lpstr>FIF 324</vt:lpstr>
      <vt:lpstr>FIF 324</vt:lpstr>
      <vt:lpstr>FIF 324</vt:lpstr>
      <vt:lpstr>FIF 324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MIARINTSOA</dc:creator>
  <cp:lastModifiedBy>M</cp:lastModifiedBy>
  <cp:revision>8</cp:revision>
  <dcterms:created xsi:type="dcterms:W3CDTF">2012-10-06T14:25:59Z</dcterms:created>
  <dcterms:modified xsi:type="dcterms:W3CDTF">2014-11-19T11:39:05Z</dcterms:modified>
</cp:coreProperties>
</file>