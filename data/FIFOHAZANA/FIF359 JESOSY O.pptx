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8" r:id="rId3"/>
    <p:sldId id="259" r:id="rId4"/>
    <p:sldId id="260" r:id="rId5"/>
    <p:sldId id="261" r:id="rId6"/>
    <p:sldId id="269" r:id="rId7"/>
    <p:sldId id="262" r:id="rId8"/>
    <p:sldId id="263" r:id="rId9"/>
    <p:sldId id="264" r:id="rId10"/>
    <p:sldId id="270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2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571480"/>
            <a:ext cx="9144000" cy="61436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hovonjena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571480"/>
            <a:ext cx="9144000" cy="6143668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Kely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finoana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429720" cy="5286412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Mamaky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efitra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solafaka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tojo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fiakarana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929354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Herikereo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malefaka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Tazatazano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894"/>
            <a:ext cx="8929718" cy="6215106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hovonjena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215106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tohano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sendra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lavo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atsangano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357850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Mamaky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efitra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solafaka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tojo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fiakarana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Herikereo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malefaka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Tazatazano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072230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variana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072230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matory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fohazy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Ny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afafazo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357850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Mamaky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efitra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solafaka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tojo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fiakarana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786478"/>
          </a:xfrm>
        </p:spPr>
        <p:txBody>
          <a:bodyPr vert="horz" lIns="91440" tIns="45720" rIns="91440" bIns="45720" rtlCol="0"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Herikereo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malefaka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Tazatazano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170</Words>
  <Application>Microsoft Office PowerPoint</Application>
  <PresentationFormat>Affichage à l'écran (4:3)</PresentationFormat>
  <Paragraphs>39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FIF 359</vt:lpstr>
      <vt:lpstr>FIF 359</vt:lpstr>
      <vt:lpstr>FIF 359</vt:lpstr>
      <vt:lpstr>FIF 359</vt:lpstr>
      <vt:lpstr>FIF 359</vt:lpstr>
      <vt:lpstr>FIF 359</vt:lpstr>
      <vt:lpstr>FIF 359</vt:lpstr>
      <vt:lpstr>FIF 359</vt:lpstr>
      <vt:lpstr>FIF 359</vt:lpstr>
      <vt:lpstr>FIF 359</vt:lpstr>
      <vt:lpstr>FIF 359</vt:lpstr>
      <vt:lpstr>FIF 359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M</cp:lastModifiedBy>
  <cp:revision>11</cp:revision>
  <dcterms:created xsi:type="dcterms:W3CDTF">2012-10-09T20:34:16Z</dcterms:created>
  <dcterms:modified xsi:type="dcterms:W3CDTF">2014-11-19T11:59:39Z</dcterms:modified>
</cp:coreProperties>
</file>