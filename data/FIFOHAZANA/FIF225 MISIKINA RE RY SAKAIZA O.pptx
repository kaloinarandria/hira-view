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69" r:id="rId5"/>
    <p:sldId id="267" r:id="rId6"/>
    <p:sldId id="270" r:id="rId7"/>
    <p:sldId id="266" r:id="rId8"/>
    <p:sldId id="27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79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5A66F-263D-446B-A880-5C49AE2C4008}" type="datetimeFigureOut">
              <a:rPr lang="fr-FR" smtClean="0"/>
              <a:pPr/>
              <a:t>04/11/2012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141C8-3873-44C5-B5F2-E190764FFFF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Misikina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sakaiza</a:t>
            </a:r>
            <a:r>
              <a:rPr lang="fr-FR" sz="6000" dirty="0" smtClean="0"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Ady </a:t>
            </a:r>
            <a:r>
              <a:rPr lang="fr-FR" sz="6000" dirty="0" err="1" smtClean="0">
                <a:latin typeface="Cambria" pitchFamily="18" charset="0"/>
              </a:rPr>
              <a:t>mahamay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atao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Ento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ampinga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sabatrao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fiarovan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dohanao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r>
              <a:rPr lang="fr-FR" sz="5800" dirty="0" smtClean="0">
                <a:latin typeface="Cambria" pitchFamily="18" charset="0"/>
              </a:rPr>
              <a:t>; </a:t>
            </a: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Aoka</a:t>
            </a:r>
            <a:r>
              <a:rPr lang="fr-FR" sz="5800" dirty="0" smtClean="0">
                <a:latin typeface="Cambria" pitchFamily="18" charset="0"/>
              </a:rPr>
              <a:t> ho </a:t>
            </a:r>
            <a:r>
              <a:rPr lang="fr-FR" sz="5800" dirty="0" err="1" smtClean="0">
                <a:latin typeface="Cambria" pitchFamily="18" charset="0"/>
              </a:rPr>
              <a:t>mpandresy</a:t>
            </a:r>
            <a:r>
              <a:rPr lang="fr-FR" sz="5800" dirty="0" smtClean="0">
                <a:latin typeface="Cambria" pitchFamily="18" charset="0"/>
              </a:rPr>
              <a:t> an-</a:t>
            </a:r>
            <a:r>
              <a:rPr lang="fr-FR" sz="5800" dirty="0" err="1" smtClean="0">
                <a:latin typeface="Cambria" pitchFamily="18" charset="0"/>
              </a:rPr>
              <a:t>tafika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Mialoha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, </a:t>
            </a:r>
            <a:r>
              <a:rPr lang="fr-FR" sz="5800" dirty="0" err="1" smtClean="0">
                <a:latin typeface="Cambria" pitchFamily="18" charset="0"/>
              </a:rPr>
              <a:t>Tompo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Lehibe</a:t>
            </a:r>
            <a:r>
              <a:rPr lang="fr-FR" sz="58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Dia </a:t>
            </a:r>
            <a:r>
              <a:rPr lang="fr-FR" sz="5800" dirty="0" err="1" smtClean="0">
                <a:latin typeface="Cambria" pitchFamily="18" charset="0"/>
              </a:rPr>
              <a:t>Jeso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Mpanjakan</a:t>
            </a:r>
            <a:r>
              <a:rPr lang="fr-FR" sz="5800" dirty="0" smtClean="0">
                <a:latin typeface="Cambria" pitchFamily="18" charset="0"/>
              </a:rPr>
              <a:t>-</a:t>
            </a:r>
            <a:r>
              <a:rPr lang="fr-FR" sz="5800" dirty="0" err="1" smtClean="0">
                <a:latin typeface="Cambria" pitchFamily="18" charset="0"/>
              </a:rPr>
              <a:t>danitra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35834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Miomàna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natokana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miaramila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hahazo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babo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haondrana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paradisa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ambony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r>
              <a:rPr lang="fr-FR" sz="5800" dirty="0" smtClean="0">
                <a:latin typeface="Cambria" pitchFamily="18" charset="0"/>
              </a:rPr>
              <a:t> ; </a:t>
            </a: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Aoka</a:t>
            </a:r>
            <a:r>
              <a:rPr lang="fr-FR" sz="5800" dirty="0" smtClean="0">
                <a:latin typeface="Cambria" pitchFamily="18" charset="0"/>
              </a:rPr>
              <a:t> ho </a:t>
            </a:r>
            <a:r>
              <a:rPr lang="fr-FR" sz="5800" dirty="0" err="1" smtClean="0">
                <a:latin typeface="Cambria" pitchFamily="18" charset="0"/>
              </a:rPr>
              <a:t>mpandresy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smtClean="0">
                <a:latin typeface="Cambria" pitchFamily="18" charset="0"/>
              </a:rPr>
              <a:t>an-</a:t>
            </a:r>
            <a:r>
              <a:rPr lang="fr-FR" sz="5800" dirty="0" err="1" smtClean="0">
                <a:latin typeface="Cambria" pitchFamily="18" charset="0"/>
              </a:rPr>
              <a:t>tafika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Mialoha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, </a:t>
            </a:r>
            <a:r>
              <a:rPr lang="fr-FR" sz="5800" dirty="0" err="1" smtClean="0">
                <a:latin typeface="Cambria" pitchFamily="18" charset="0"/>
              </a:rPr>
              <a:t>Tompo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Lehibe</a:t>
            </a:r>
            <a:r>
              <a:rPr lang="fr-FR" sz="58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Dia </a:t>
            </a:r>
            <a:r>
              <a:rPr lang="fr-FR" sz="5800" dirty="0" err="1" smtClean="0">
                <a:latin typeface="Cambria" pitchFamily="18" charset="0"/>
              </a:rPr>
              <a:t>Jeso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Mpanjakan</a:t>
            </a:r>
            <a:r>
              <a:rPr lang="fr-FR" sz="5800" dirty="0" smtClean="0">
                <a:latin typeface="Cambria" pitchFamily="18" charset="0"/>
              </a:rPr>
              <a:t>-</a:t>
            </a:r>
            <a:r>
              <a:rPr lang="fr-FR" sz="5800" dirty="0" err="1" smtClean="0">
                <a:latin typeface="Cambria" pitchFamily="18" charset="0"/>
              </a:rPr>
              <a:t>danitra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Mandrosoa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sakaiza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tonga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an-daharan'adin'ny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masina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Aringano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fahavalonao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'Zay </a:t>
            </a:r>
            <a:r>
              <a:rPr lang="fr-FR" sz="6000" dirty="0" err="1" smtClean="0">
                <a:latin typeface="Cambria" pitchFamily="18" charset="0"/>
              </a:rPr>
              <a:t>mivory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alinalina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r>
              <a:rPr lang="fr-FR" sz="5800" dirty="0" smtClean="0">
                <a:latin typeface="Cambria" pitchFamily="18" charset="0"/>
              </a:rPr>
              <a:t>; </a:t>
            </a:r>
            <a:r>
              <a:rPr lang="fr-FR" sz="5800" dirty="0" err="1" smtClean="0">
                <a:latin typeface="Cambria" pitchFamily="18" charset="0"/>
              </a:rPr>
              <a:t>miom</a:t>
            </a:r>
            <a:r>
              <a:rPr lang="fr-FR" sz="5800" dirty="0" err="1" smtClean="0">
                <a:latin typeface="Cambria" pitchFamily="18" charset="0"/>
              </a:rPr>
              <a:t>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Aoka</a:t>
            </a:r>
            <a:r>
              <a:rPr lang="fr-FR" sz="5800" dirty="0" smtClean="0">
                <a:latin typeface="Cambria" pitchFamily="18" charset="0"/>
              </a:rPr>
              <a:t> ho </a:t>
            </a:r>
            <a:r>
              <a:rPr lang="fr-FR" sz="5800" dirty="0" err="1" smtClean="0">
                <a:latin typeface="Cambria" pitchFamily="18" charset="0"/>
              </a:rPr>
              <a:t>mpandresy</a:t>
            </a:r>
            <a:r>
              <a:rPr lang="fr-FR" sz="5800" dirty="0" smtClean="0">
                <a:latin typeface="Cambria" pitchFamily="18" charset="0"/>
              </a:rPr>
              <a:t> an-</a:t>
            </a:r>
            <a:r>
              <a:rPr lang="fr-FR" sz="5800" dirty="0" err="1" smtClean="0">
                <a:latin typeface="Cambria" pitchFamily="18" charset="0"/>
              </a:rPr>
              <a:t>tafika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Mialoha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, </a:t>
            </a:r>
            <a:r>
              <a:rPr lang="fr-FR" sz="5800" dirty="0" err="1" smtClean="0">
                <a:latin typeface="Cambria" pitchFamily="18" charset="0"/>
              </a:rPr>
              <a:t>Tompo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Lehibe</a:t>
            </a:r>
            <a:r>
              <a:rPr lang="fr-FR" sz="58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Dia </a:t>
            </a:r>
            <a:r>
              <a:rPr lang="fr-FR" sz="5800" dirty="0" err="1" smtClean="0">
                <a:latin typeface="Cambria" pitchFamily="18" charset="0"/>
              </a:rPr>
              <a:t>Jeso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Mpanjakan</a:t>
            </a:r>
            <a:r>
              <a:rPr lang="fr-FR" sz="5800" dirty="0" smtClean="0">
                <a:latin typeface="Cambria" pitchFamily="18" charset="0"/>
              </a:rPr>
              <a:t>-</a:t>
            </a:r>
            <a:r>
              <a:rPr lang="fr-FR" sz="5800" dirty="0" err="1" smtClean="0">
                <a:latin typeface="Cambria" pitchFamily="18" charset="0"/>
              </a:rPr>
              <a:t>danitra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voatendry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hanafika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Mafalia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Mpitarika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Aoka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hiverin'ilàlana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Eny</a:t>
            </a:r>
            <a:r>
              <a:rPr lang="fr-FR" sz="6000" dirty="0" smtClean="0">
                <a:latin typeface="Cambria" pitchFamily="18" charset="0"/>
              </a:rPr>
              <a:t> ! </a:t>
            </a:r>
            <a:r>
              <a:rPr lang="fr-FR" sz="6000" dirty="0" err="1" smtClean="0">
                <a:latin typeface="Cambria" pitchFamily="18" charset="0"/>
              </a:rPr>
              <a:t>mahereza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tànana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225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r>
              <a:rPr lang="fr-FR" sz="5800" dirty="0" smtClean="0">
                <a:latin typeface="Cambria" pitchFamily="18" charset="0"/>
              </a:rPr>
              <a:t>; </a:t>
            </a:r>
            <a:r>
              <a:rPr lang="fr-FR" sz="5800" dirty="0" err="1" smtClean="0">
                <a:latin typeface="Cambria" pitchFamily="18" charset="0"/>
              </a:rPr>
              <a:t>miomàna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re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Aoka</a:t>
            </a:r>
            <a:r>
              <a:rPr lang="fr-FR" sz="5800" dirty="0" smtClean="0">
                <a:latin typeface="Cambria" pitchFamily="18" charset="0"/>
              </a:rPr>
              <a:t> ho </a:t>
            </a:r>
            <a:r>
              <a:rPr lang="fr-FR" sz="5800" dirty="0" err="1" smtClean="0">
                <a:latin typeface="Cambria" pitchFamily="18" charset="0"/>
              </a:rPr>
              <a:t>mpandresy</a:t>
            </a:r>
            <a:r>
              <a:rPr lang="fr-FR" sz="5800" dirty="0" smtClean="0">
                <a:latin typeface="Cambria" pitchFamily="18" charset="0"/>
              </a:rPr>
              <a:t> an-</a:t>
            </a:r>
            <a:r>
              <a:rPr lang="fr-FR" sz="5800" dirty="0" err="1" smtClean="0">
                <a:latin typeface="Cambria" pitchFamily="18" charset="0"/>
              </a:rPr>
              <a:t>tafika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Mialoha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, </a:t>
            </a:r>
            <a:r>
              <a:rPr lang="fr-FR" sz="5800" dirty="0" err="1" smtClean="0">
                <a:latin typeface="Cambria" pitchFamily="18" charset="0"/>
              </a:rPr>
              <a:t>Tompo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Lehibe</a:t>
            </a:r>
            <a:r>
              <a:rPr lang="fr-FR" sz="58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Dia </a:t>
            </a:r>
            <a:r>
              <a:rPr lang="fr-FR" sz="5800" dirty="0" err="1" smtClean="0">
                <a:latin typeface="Cambria" pitchFamily="18" charset="0"/>
              </a:rPr>
              <a:t>Jeso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Mpanjakan</a:t>
            </a:r>
            <a:r>
              <a:rPr lang="fr-FR" sz="5800" dirty="0" smtClean="0">
                <a:latin typeface="Cambria" pitchFamily="18" charset="0"/>
              </a:rPr>
              <a:t>-</a:t>
            </a:r>
            <a:r>
              <a:rPr lang="fr-FR" sz="5800" dirty="0" err="1" smtClean="0">
                <a:latin typeface="Cambria" pitchFamily="18" charset="0"/>
              </a:rPr>
              <a:t>danitra</a:t>
            </a:r>
            <a:r>
              <a:rPr lang="fr-FR" sz="58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176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225</vt:lpstr>
      <vt:lpstr>FIF 225</vt:lpstr>
      <vt:lpstr>FIF 225</vt:lpstr>
      <vt:lpstr>FIF 225</vt:lpstr>
      <vt:lpstr>FIF 225</vt:lpstr>
      <vt:lpstr>FIF 225</vt:lpstr>
      <vt:lpstr>FIF 225</vt:lpstr>
      <vt:lpstr>FIF 225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225</dc:title>
  <dc:creator>MIARINTSOA</dc:creator>
  <cp:lastModifiedBy>M</cp:lastModifiedBy>
  <cp:revision>3</cp:revision>
  <dcterms:created xsi:type="dcterms:W3CDTF">2012-10-06T13:52:29Z</dcterms:created>
  <dcterms:modified xsi:type="dcterms:W3CDTF">2012-11-04T00:56:24Z</dcterms:modified>
</cp:coreProperties>
</file>