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 autoAdjust="0"/>
    <p:restoredTop sz="94689" autoAdjust="0"/>
  </p:normalViewPr>
  <p:slideViewPr>
    <p:cSldViewPr>
      <p:cViewPr varScale="1">
        <p:scale>
          <a:sx n="87" d="100"/>
          <a:sy n="87" d="100"/>
        </p:scale>
        <p:origin x="-106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55194-837B-4152-B3BF-DBB934FC6627}" type="datetimeFigureOut">
              <a:rPr lang="fr-FR" smtClean="0"/>
              <a:pPr/>
              <a:t>25/10/2015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ADA35-21DE-4E68-8C5A-6AD577F26CA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179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 lnSpcReduction="10000"/>
          </a:bodyPr>
          <a:lstStyle/>
          <a:p>
            <a:pPr marL="1143000" indent="-1143000">
              <a:buAutoNum type="arabicPeriod"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Aiza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fa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mitady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Toeran’aiza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hahitako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aiza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?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179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Mahantra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mitady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aiza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dia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mavesatra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ety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aiza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179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 lnSpcReduction="10000"/>
          </a:bodyPr>
          <a:lstStyle/>
          <a:p>
            <a:pPr marL="1143000" indent="-1143000">
              <a:buNone/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Aiza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Mangetaheta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Toeran’aiza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hahitako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aiza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 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179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Mpanota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aho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mitady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aiza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Miasa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miato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sasatra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Mpanafaka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aiza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115</Words>
  <Application>Microsoft Office PowerPoint</Application>
  <PresentationFormat>Affichage à l'écran (4:3)</PresentationFormat>
  <Paragraphs>17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FIF 179</vt:lpstr>
      <vt:lpstr>FIF 179</vt:lpstr>
      <vt:lpstr>FIF 179</vt:lpstr>
      <vt:lpstr>FIF 179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165</dc:title>
  <dc:creator>MIARINTSOA</dc:creator>
  <cp:lastModifiedBy>Draka</cp:lastModifiedBy>
  <cp:revision>7</cp:revision>
  <dcterms:created xsi:type="dcterms:W3CDTF">2012-10-06T13:31:23Z</dcterms:created>
  <dcterms:modified xsi:type="dcterms:W3CDTF">2015-10-25T06:02:37Z</dcterms:modified>
</cp:coreProperties>
</file>