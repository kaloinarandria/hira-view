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/>
              <a:t>FIF 331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dirty="0" smtClean="0">
                <a:latin typeface="Cambria" pitchFamily="18" charset="0"/>
              </a:rPr>
              <a:t>1. </a:t>
            </a:r>
            <a:r>
              <a:rPr lang="fr-FR" sz="5600" dirty="0" err="1" smtClean="0">
                <a:latin typeface="Cambria" pitchFamily="18" charset="0"/>
              </a:rPr>
              <a:t>Havaozy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ny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foko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ry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Tompo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malala</a:t>
            </a:r>
            <a:endParaRPr lang="fr-FR" sz="5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dirty="0" smtClean="0">
                <a:latin typeface="Cambria" pitchFamily="18" charset="0"/>
              </a:rPr>
              <a:t>Ka </a:t>
            </a:r>
            <a:r>
              <a:rPr lang="fr-FR" sz="5600" dirty="0" err="1" smtClean="0">
                <a:latin typeface="Cambria" pitchFamily="18" charset="0"/>
              </a:rPr>
              <a:t>aoka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ny</a:t>
            </a:r>
            <a:r>
              <a:rPr lang="fr-FR" sz="5600" dirty="0" smtClean="0">
                <a:latin typeface="Cambria" pitchFamily="18" charset="0"/>
              </a:rPr>
              <a:t> loto </a:t>
            </a:r>
            <a:r>
              <a:rPr lang="fr-FR" sz="5600" dirty="0" err="1" smtClean="0">
                <a:latin typeface="Cambria" pitchFamily="18" charset="0"/>
              </a:rPr>
              <a:t>nanjaka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hiala</a:t>
            </a:r>
            <a:endParaRPr lang="fr-FR" sz="5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dirty="0" smtClean="0">
                <a:latin typeface="Cambria" pitchFamily="18" charset="0"/>
              </a:rPr>
              <a:t>Fa </a:t>
            </a:r>
            <a:r>
              <a:rPr lang="fr-FR" sz="5600" dirty="0" err="1" smtClean="0">
                <a:latin typeface="Cambria" pitchFamily="18" charset="0"/>
              </a:rPr>
              <a:t>mangetaheta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hahita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madio</a:t>
            </a:r>
            <a:endParaRPr lang="fr-FR" sz="5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latin typeface="Cambria" pitchFamily="18" charset="0"/>
              </a:rPr>
              <a:t>Ny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foko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rehetra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manomboka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anio</a:t>
            </a:r>
            <a:r>
              <a:rPr lang="fr-FR" sz="5600" dirty="0" smtClean="0">
                <a:latin typeface="Cambria" pitchFamily="18" charset="0"/>
              </a:rPr>
              <a:t>.</a:t>
            </a:r>
            <a:endParaRPr lang="fr-FR" sz="5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/>
              <a:t>FIF 331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dirty="0" smtClean="0">
                <a:latin typeface="Cambria" pitchFamily="18" charset="0"/>
              </a:rPr>
              <a:t>2. </a:t>
            </a:r>
            <a:r>
              <a:rPr lang="fr-FR" sz="5600" dirty="0" err="1" smtClean="0">
                <a:latin typeface="Cambria" pitchFamily="18" charset="0"/>
              </a:rPr>
              <a:t>Soloy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hazavana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ilay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haizina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ela</a:t>
            </a:r>
            <a:r>
              <a:rPr lang="fr-FR" sz="5600" dirty="0" smtClean="0">
                <a:latin typeface="Cambria" pitchFamily="18" charset="0"/>
              </a:rPr>
              <a:t>;        </a:t>
            </a:r>
            <a:r>
              <a:rPr lang="fr-FR" sz="5600" dirty="0" err="1" smtClean="0">
                <a:latin typeface="Cambria" pitchFamily="18" charset="0"/>
              </a:rPr>
              <a:t>Tsy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mahatamana</a:t>
            </a:r>
            <a:r>
              <a:rPr lang="fr-FR" sz="5600" dirty="0" smtClean="0">
                <a:latin typeface="Cambria" pitchFamily="18" charset="0"/>
              </a:rPr>
              <a:t> fa </a:t>
            </a:r>
            <a:r>
              <a:rPr lang="fr-FR" sz="5600" dirty="0" err="1" smtClean="0">
                <a:latin typeface="Cambria" pitchFamily="18" charset="0"/>
              </a:rPr>
              <a:t>mbola</a:t>
            </a:r>
            <a:r>
              <a:rPr lang="fr-FR" sz="5600" dirty="0" smtClean="0">
                <a:latin typeface="Cambria" pitchFamily="18" charset="0"/>
              </a:rPr>
              <a:t> tavela</a:t>
            </a:r>
          </a:p>
          <a:p>
            <a:pPr>
              <a:buNone/>
            </a:pPr>
            <a:r>
              <a:rPr lang="fr-FR" sz="5600" dirty="0" err="1" smtClean="0">
                <a:latin typeface="Cambria" pitchFamily="18" charset="0"/>
              </a:rPr>
              <a:t>Mitsilopilopy</a:t>
            </a:r>
            <a:r>
              <a:rPr lang="fr-FR" sz="5600" dirty="0" smtClean="0">
                <a:latin typeface="Cambria" pitchFamily="18" charset="0"/>
              </a:rPr>
              <a:t> ‘</a:t>
            </a:r>
            <a:r>
              <a:rPr lang="fr-FR" sz="5600" dirty="0" err="1" smtClean="0">
                <a:latin typeface="Cambria" pitchFamily="18" charset="0"/>
              </a:rPr>
              <a:t>lay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foko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efa</a:t>
            </a:r>
            <a:r>
              <a:rPr lang="fr-FR" sz="5600" dirty="0" smtClean="0">
                <a:latin typeface="Cambria" pitchFamily="18" charset="0"/>
              </a:rPr>
              <a:t> lao</a:t>
            </a:r>
          </a:p>
          <a:p>
            <a:pPr>
              <a:buNone/>
            </a:pPr>
            <a:r>
              <a:rPr lang="fr-FR" sz="5600" dirty="0" err="1" smtClean="0">
                <a:latin typeface="Cambria" pitchFamily="18" charset="0"/>
              </a:rPr>
              <a:t>K’iriko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hitopy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ilay</a:t>
            </a:r>
            <a:r>
              <a:rPr lang="fr-FR" sz="5600" dirty="0" smtClean="0">
                <a:latin typeface="Cambria" pitchFamily="18" charset="0"/>
              </a:rPr>
              <a:t> </a:t>
            </a:r>
            <a:r>
              <a:rPr lang="fr-FR" sz="5600" dirty="0" err="1" smtClean="0">
                <a:latin typeface="Cambria" pitchFamily="18" charset="0"/>
              </a:rPr>
              <a:t>masoandronao</a:t>
            </a:r>
            <a:r>
              <a:rPr lang="fr-FR" sz="5600" dirty="0" smtClean="0">
                <a:latin typeface="Cambria" pitchFamily="18" charset="0"/>
              </a:rPr>
              <a:t>.</a:t>
            </a:r>
            <a:endParaRPr lang="fr-FR" sz="5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PresentationFormat>Affichage à l'écran 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FIF 331</vt:lpstr>
      <vt:lpstr>FIF 331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331</dc:title>
  <dc:creator>M</dc:creator>
  <cp:lastModifiedBy>M</cp:lastModifiedBy>
  <cp:revision>1</cp:revision>
  <dcterms:created xsi:type="dcterms:W3CDTF">2012-12-01T23:44:33Z</dcterms:created>
  <dcterms:modified xsi:type="dcterms:W3CDTF">2012-12-01T23:52:21Z</dcterms:modified>
</cp:coreProperties>
</file>