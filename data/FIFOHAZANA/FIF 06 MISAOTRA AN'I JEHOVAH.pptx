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1.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fanahy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Deraonao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masiny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tsarovy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fitahiany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ahy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Ankalazao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àry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asany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nahary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nitahy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herinao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fanomezany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fanahy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Deraonao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masiny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heloko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navelany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Zanany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maty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soloko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tolorany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aina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novàny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olona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vaovao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;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vavanao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vokisany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soa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hatanoranao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mody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indray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lalainy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tokoa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Tahaka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zanaka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tian'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Ray.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3. He !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no Ray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be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fiantra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tondraka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famindrany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;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fahamarinany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dia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mihatra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Amin'ny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taranaka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mpankato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57147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Zany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fitiavany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tratry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heverina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Mankasitraha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Derao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olo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masina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35716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357166"/>
            <a:ext cx="9358378" cy="6500834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4.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Misaora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anjely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Mihobia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rehetra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Misaora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Azy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na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lehibere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na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kely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Manandrata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35716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FIF </a:t>
            </a:r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357166"/>
            <a:ext cx="9358378" cy="6500834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Hianareo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miaramila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sahy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Milazà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fiandrianany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Misaora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an'i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fanahy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Deraonao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masiny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213</Words>
  <Application>Microsoft Office PowerPoint</Application>
  <PresentationFormat>Affichage à l'écran (4:3)</PresentationFormat>
  <Paragraphs>53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FIF 6</vt:lpstr>
      <vt:lpstr>FIF 6</vt:lpstr>
      <vt:lpstr>FIF 6</vt:lpstr>
      <vt:lpstr>FIF 6</vt:lpstr>
      <vt:lpstr>FIF 6</vt:lpstr>
      <vt:lpstr>FIF 6</vt:lpstr>
      <vt:lpstr>FIF 6</vt:lpstr>
      <vt:lpstr>FIF 6</vt:lpstr>
      <vt:lpstr>FIF 6</vt:lpstr>
      <vt:lpstr>FIF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6</cp:revision>
  <dcterms:created xsi:type="dcterms:W3CDTF">2012-10-05T20:56:28Z</dcterms:created>
  <dcterms:modified xsi:type="dcterms:W3CDTF">2013-05-16T19:03:02Z</dcterms:modified>
</cp:coreProperties>
</file>