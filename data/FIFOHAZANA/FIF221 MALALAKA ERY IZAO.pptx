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40108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Malalaka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feno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vokatra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iza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handeha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hankao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Hamory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hiakatra</a:t>
            </a:r>
            <a:r>
              <a:rPr lang="fr-FR" sz="6000" dirty="0" smtClean="0">
                <a:latin typeface="Cambria" pitchFamily="18" charset="0"/>
              </a:rPr>
              <a:t>?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40108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Endrey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marobe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mitoloko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mafy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hamonjy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ankehitriny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40108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Ray,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vokatra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fatratra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tendreo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hankao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40108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Endrey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marobe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mitoloko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mafy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hamonjy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ankehitriny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40108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Zatovo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mbola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henjana</a:t>
            </a:r>
            <a:r>
              <a:rPr lang="fr-FR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Tandrify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indrindra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moa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hitsangana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tendren’ny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Tomponao</a:t>
            </a: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40108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Endrey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marobe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mitoloko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mafy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hamonjy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ankehitriny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40108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4. </a:t>
            </a:r>
            <a:r>
              <a:rPr lang="fr-FR" sz="6000" dirty="0" err="1" smtClean="0">
                <a:latin typeface="Cambria" pitchFamily="18" charset="0"/>
              </a:rPr>
              <a:t>Isika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faly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eto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Dia </a:t>
            </a: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mangina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</a:t>
            </a:r>
            <a:r>
              <a:rPr lang="fr-FR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hiaraka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vavaka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hoe</a:t>
            </a:r>
            <a:r>
              <a:rPr lang="fr-FR" sz="6000" dirty="0" smtClean="0">
                <a:latin typeface="Cambria" pitchFamily="18" charset="0"/>
              </a:rPr>
              <a:t>: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40108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Endrey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marobe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mitoloko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mafy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hamonjy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ankehitriny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FIF 221</vt:lpstr>
      <vt:lpstr>FIF 221</vt:lpstr>
      <vt:lpstr>FIF 221</vt:lpstr>
      <vt:lpstr>FIF 221</vt:lpstr>
      <vt:lpstr>FIF 221</vt:lpstr>
      <vt:lpstr>FIF 221</vt:lpstr>
      <vt:lpstr>FIF 221</vt:lpstr>
      <vt:lpstr>FIF 221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221</dc:title>
  <cp:lastModifiedBy>MIARINTSOA</cp:lastModifiedBy>
  <cp:revision>2</cp:revision>
  <dcterms:modified xsi:type="dcterms:W3CDTF">2012-12-09T15:52:36Z</dcterms:modified>
</cp:coreProperties>
</file>