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7" r:id="rId11"/>
    <p:sldId id="265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0085" autoAdjust="0"/>
    <p:restoredTop sz="94660"/>
  </p:normalViewPr>
  <p:slideViewPr>
    <p:cSldViewPr>
      <p:cViewPr varScale="1">
        <p:scale>
          <a:sx n="60" d="100"/>
          <a:sy n="60" d="100"/>
        </p:scale>
        <p:origin x="-10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248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57224" y="857232"/>
            <a:ext cx="8072494" cy="57864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1. </a:t>
            </a:r>
            <a:r>
              <a:rPr lang="fr-FR" sz="6000" dirty="0" err="1" smtClean="0">
                <a:latin typeface="Cambria" pitchFamily="18" charset="0"/>
              </a:rPr>
              <a:t>Jesosy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mikaroka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mpiasa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vaovao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Hanitatra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fanjakany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izao</a:t>
            </a:r>
            <a:endParaRPr lang="fr-FR" sz="60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248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57224" y="857232"/>
            <a:ext cx="8001056" cy="57864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Ka </a:t>
            </a:r>
            <a:r>
              <a:rPr lang="fr-FR" sz="6000" dirty="0" err="1" smtClean="0">
                <a:latin typeface="Cambria" pitchFamily="18" charset="0"/>
              </a:rPr>
              <a:t>zovy</a:t>
            </a:r>
            <a:r>
              <a:rPr lang="fr-FR" sz="6000" dirty="0" smtClean="0">
                <a:latin typeface="Cambria" pitchFamily="18" charset="0"/>
              </a:rPr>
              <a:t> no </a:t>
            </a:r>
            <a:r>
              <a:rPr lang="fr-FR" sz="6000" dirty="0" err="1" smtClean="0">
                <a:latin typeface="Cambria" pitchFamily="18" charset="0"/>
              </a:rPr>
              <a:t>mendrika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izany</a:t>
            </a:r>
            <a:r>
              <a:rPr lang="fr-FR" sz="6000" dirty="0" smtClean="0">
                <a:latin typeface="Cambria" pitchFamily="18" charset="0"/>
              </a:rPr>
              <a:t>, </a:t>
            </a:r>
            <a:r>
              <a:rPr lang="fr-FR" sz="6000" dirty="0" err="1" smtClean="0">
                <a:latin typeface="Cambria" pitchFamily="18" charset="0"/>
              </a:rPr>
              <a:t>lazao</a:t>
            </a:r>
            <a:r>
              <a:rPr lang="fr-FR" sz="6000" dirty="0" smtClean="0">
                <a:latin typeface="Cambria" pitchFamily="18" charset="0"/>
              </a:rPr>
              <a:t>? 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Ho </a:t>
            </a:r>
            <a:r>
              <a:rPr lang="fr-FR" sz="6000" dirty="0" err="1" smtClean="0">
                <a:latin typeface="Cambria" pitchFamily="18" charset="0"/>
              </a:rPr>
              <a:t>mpiasa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mazoto</a:t>
            </a:r>
            <a:r>
              <a:rPr lang="fr-FR" sz="6000" dirty="0" smtClean="0">
                <a:latin typeface="Cambria" pitchFamily="18" charset="0"/>
              </a:rPr>
              <a:t> no </a:t>
            </a:r>
            <a:r>
              <a:rPr lang="fr-FR" sz="6000" dirty="0" err="1" smtClean="0">
                <a:latin typeface="Cambria" pitchFamily="18" charset="0"/>
              </a:rPr>
              <a:t>sady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manao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248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864399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Meteza</a:t>
            </a:r>
            <a:r>
              <a:rPr lang="fr-FR" sz="6000" dirty="0" smtClean="0">
                <a:latin typeface="Cambria" pitchFamily="18" charset="0"/>
              </a:rPr>
              <a:t> 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Meteza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smtClean="0">
                <a:latin typeface="Cambria" pitchFamily="18" charset="0"/>
              </a:rPr>
              <a:t>ho </a:t>
            </a:r>
            <a:r>
              <a:rPr lang="fr-FR" sz="6000" dirty="0" err="1" smtClean="0">
                <a:latin typeface="Cambria" pitchFamily="18" charset="0"/>
              </a:rPr>
              <a:t>mpiasa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vaovao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Meteza</a:t>
            </a:r>
            <a:r>
              <a:rPr lang="fr-FR" sz="6000" dirty="0" smtClean="0">
                <a:latin typeface="Cambria" pitchFamily="18" charset="0"/>
              </a:rPr>
              <a:t> ho </a:t>
            </a:r>
            <a:r>
              <a:rPr lang="fr-FR" sz="6000" dirty="0" err="1" smtClean="0">
                <a:latin typeface="Cambria" pitchFamily="18" charset="0"/>
              </a:rPr>
              <a:t>mpiasan’ny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Tompo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hianao</a:t>
            </a:r>
            <a:r>
              <a:rPr lang="fr-FR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Meteza</a:t>
            </a:r>
            <a:r>
              <a:rPr lang="fr-FR" sz="6000" dirty="0" smtClean="0">
                <a:latin typeface="Cambria" pitchFamily="18" charset="0"/>
              </a:rPr>
              <a:t> fa </a:t>
            </a:r>
            <a:r>
              <a:rPr lang="fr-FR" sz="6000" dirty="0" err="1" smtClean="0">
                <a:latin typeface="Cambria" pitchFamily="18" charset="0"/>
              </a:rPr>
              <a:t>Izy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hanambina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asanao</a:t>
            </a:r>
            <a:r>
              <a:rPr lang="fr-FR" sz="6000" dirty="0" smtClean="0">
                <a:latin typeface="Cambria" pitchFamily="18" charset="0"/>
              </a:rPr>
              <a:t>!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248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864399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Meteza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Meteza</a:t>
            </a:r>
            <a:r>
              <a:rPr lang="fr-FR" sz="6000" dirty="0" smtClean="0">
                <a:latin typeface="Cambria" pitchFamily="18" charset="0"/>
              </a:rPr>
              <a:t> ho </a:t>
            </a:r>
            <a:r>
              <a:rPr lang="fr-FR" sz="6000" dirty="0" err="1" smtClean="0">
                <a:latin typeface="Cambria" pitchFamily="18" charset="0"/>
              </a:rPr>
              <a:t>mpiasa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vaovao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Meteza</a:t>
            </a:r>
            <a:r>
              <a:rPr lang="fr-FR" sz="6000" dirty="0" smtClean="0">
                <a:latin typeface="Cambria" pitchFamily="18" charset="0"/>
              </a:rPr>
              <a:t> ho </a:t>
            </a:r>
            <a:r>
              <a:rPr lang="fr-FR" sz="6000" dirty="0" err="1" smtClean="0">
                <a:latin typeface="Cambria" pitchFamily="18" charset="0"/>
              </a:rPr>
              <a:t>mpiasan’ny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Tompo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hianao</a:t>
            </a:r>
            <a:r>
              <a:rPr lang="fr-FR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Meteza</a:t>
            </a:r>
            <a:r>
              <a:rPr lang="fr-FR" sz="6000" dirty="0" smtClean="0">
                <a:latin typeface="Cambria" pitchFamily="18" charset="0"/>
              </a:rPr>
              <a:t> fa </a:t>
            </a:r>
            <a:r>
              <a:rPr lang="fr-FR" sz="6000" dirty="0" err="1" smtClean="0">
                <a:latin typeface="Cambria" pitchFamily="18" charset="0"/>
              </a:rPr>
              <a:t>Izy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hanambina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asanao</a:t>
            </a:r>
            <a:r>
              <a:rPr lang="fr-FR" sz="6000" dirty="0" smtClean="0">
                <a:latin typeface="Cambria" pitchFamily="18" charset="0"/>
              </a:rPr>
              <a:t>!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248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71472" y="857232"/>
            <a:ext cx="8358246" cy="57864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2. </a:t>
            </a:r>
            <a:r>
              <a:rPr lang="fr-FR" sz="6000" dirty="0" err="1" smtClean="0">
                <a:latin typeface="Cambria" pitchFamily="18" charset="0"/>
              </a:rPr>
              <a:t>Miandry</a:t>
            </a:r>
            <a:r>
              <a:rPr lang="fr-FR" sz="6000" dirty="0" smtClean="0">
                <a:latin typeface="Cambria" pitchFamily="18" charset="0"/>
              </a:rPr>
              <a:t> dia </a:t>
            </a:r>
            <a:r>
              <a:rPr lang="fr-FR" sz="6000" dirty="0" err="1" smtClean="0">
                <a:latin typeface="Cambria" pitchFamily="18" charset="0"/>
              </a:rPr>
              <a:t>miandry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antsika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Izy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izao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Hamonjy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ireo</a:t>
            </a:r>
            <a:r>
              <a:rPr lang="fr-FR" sz="6000" dirty="0" smtClean="0">
                <a:latin typeface="Cambria" pitchFamily="18" charset="0"/>
              </a:rPr>
              <a:t> asa </a:t>
            </a:r>
            <a:r>
              <a:rPr lang="fr-FR" sz="6000" dirty="0" err="1" smtClean="0">
                <a:latin typeface="Cambria" pitchFamily="18" charset="0"/>
              </a:rPr>
              <a:t>tsy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misy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mpanao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248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71472" y="857232"/>
            <a:ext cx="8358246" cy="57864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Ka </a:t>
            </a:r>
            <a:r>
              <a:rPr lang="fr-FR" sz="6000" dirty="0" err="1" smtClean="0">
                <a:latin typeface="Cambria" pitchFamily="18" charset="0"/>
              </a:rPr>
              <a:t>isan’ny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vonona</a:t>
            </a:r>
            <a:r>
              <a:rPr lang="fr-FR" sz="6000" dirty="0" smtClean="0">
                <a:latin typeface="Cambria" pitchFamily="18" charset="0"/>
              </a:rPr>
              <a:t> va </a:t>
            </a:r>
            <a:r>
              <a:rPr lang="fr-FR" sz="6000" dirty="0" err="1" smtClean="0">
                <a:latin typeface="Cambria" pitchFamily="18" charset="0"/>
              </a:rPr>
              <a:t>hianao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Hamadika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bainga</a:t>
            </a:r>
            <a:r>
              <a:rPr lang="fr-FR" sz="6000" dirty="0" smtClean="0">
                <a:latin typeface="Cambria" pitchFamily="18" charset="0"/>
              </a:rPr>
              <a:t>, </a:t>
            </a:r>
            <a:r>
              <a:rPr lang="fr-FR" sz="6000" dirty="0" err="1" smtClean="0">
                <a:latin typeface="Cambria" pitchFamily="18" charset="0"/>
              </a:rPr>
              <a:t>hamboatra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lao?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248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864399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Meteza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Meteza</a:t>
            </a:r>
            <a:r>
              <a:rPr lang="fr-FR" sz="6000" dirty="0" smtClean="0">
                <a:latin typeface="Cambria" pitchFamily="18" charset="0"/>
              </a:rPr>
              <a:t> ho </a:t>
            </a:r>
            <a:r>
              <a:rPr lang="fr-FR" sz="6000" dirty="0" err="1" smtClean="0">
                <a:latin typeface="Cambria" pitchFamily="18" charset="0"/>
              </a:rPr>
              <a:t>mpiasa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vaovao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Meteza</a:t>
            </a:r>
            <a:r>
              <a:rPr lang="fr-FR" sz="6000" dirty="0" smtClean="0">
                <a:latin typeface="Cambria" pitchFamily="18" charset="0"/>
              </a:rPr>
              <a:t> ho </a:t>
            </a:r>
            <a:r>
              <a:rPr lang="fr-FR" sz="6000" dirty="0" err="1" smtClean="0">
                <a:latin typeface="Cambria" pitchFamily="18" charset="0"/>
              </a:rPr>
              <a:t>mpiasan’ny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Tompo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hianao</a:t>
            </a:r>
            <a:r>
              <a:rPr lang="fr-FR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Meteza</a:t>
            </a:r>
            <a:r>
              <a:rPr lang="fr-FR" sz="6000" dirty="0" smtClean="0">
                <a:latin typeface="Cambria" pitchFamily="18" charset="0"/>
              </a:rPr>
              <a:t> fa </a:t>
            </a:r>
            <a:r>
              <a:rPr lang="fr-FR" sz="6000" dirty="0" err="1" smtClean="0">
                <a:latin typeface="Cambria" pitchFamily="18" charset="0"/>
              </a:rPr>
              <a:t>Izy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hanambina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asanao</a:t>
            </a:r>
            <a:r>
              <a:rPr lang="fr-FR" sz="6000" dirty="0" smtClean="0">
                <a:latin typeface="Cambria" pitchFamily="18" charset="0"/>
              </a:rPr>
              <a:t>!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248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864399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3. </a:t>
            </a:r>
            <a:r>
              <a:rPr lang="fr-FR" sz="6000" dirty="0" err="1" smtClean="0">
                <a:latin typeface="Cambria" pitchFamily="18" charset="0"/>
              </a:rPr>
              <a:t>Andeha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hirotsaka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isika</a:t>
            </a:r>
            <a:r>
              <a:rPr lang="fr-FR" sz="6000" dirty="0" smtClean="0">
                <a:latin typeface="Cambria" pitchFamily="18" charset="0"/>
              </a:rPr>
              <a:t> ‘</a:t>
            </a:r>
            <a:r>
              <a:rPr lang="fr-FR" sz="6000" dirty="0" err="1" smtClean="0">
                <a:latin typeface="Cambria" pitchFamily="18" charset="0"/>
              </a:rPr>
              <a:t>zareo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Hanaiky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antson’ny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Tompo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anikeo</a:t>
            </a:r>
            <a:r>
              <a:rPr lang="fr-FR" sz="6000" dirty="0" smtClean="0">
                <a:latin typeface="Cambria" pitchFamily="18" charset="0"/>
              </a:rPr>
              <a:t>!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248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864399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‘</a:t>
            </a:r>
            <a:r>
              <a:rPr lang="fr-FR" sz="6000" dirty="0" err="1" smtClean="0">
                <a:latin typeface="Cambria" pitchFamily="18" charset="0"/>
              </a:rPr>
              <a:t>Reo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vato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misakana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esory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tsy</a:t>
            </a:r>
            <a:r>
              <a:rPr lang="fr-FR" sz="6000" dirty="0" smtClean="0">
                <a:latin typeface="Cambria" pitchFamily="18" charset="0"/>
              </a:rPr>
              <a:t> ho </a:t>
            </a:r>
            <a:r>
              <a:rPr lang="fr-FR" sz="6000" dirty="0" err="1" smtClean="0">
                <a:latin typeface="Cambria" pitchFamily="18" charset="0"/>
              </a:rPr>
              <a:t>eo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ratsy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mitaona</a:t>
            </a:r>
            <a:r>
              <a:rPr lang="fr-FR" sz="6000" dirty="0" smtClean="0">
                <a:latin typeface="Cambria" pitchFamily="18" charset="0"/>
              </a:rPr>
              <a:t>, </a:t>
            </a:r>
            <a:r>
              <a:rPr lang="fr-FR" sz="6000" dirty="0" err="1" smtClean="0">
                <a:latin typeface="Cambria" pitchFamily="18" charset="0"/>
              </a:rPr>
              <a:t>tohero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reseo</a:t>
            </a:r>
            <a:r>
              <a:rPr lang="fr-FR" sz="6000" dirty="0" smtClean="0">
                <a:latin typeface="Cambria" pitchFamily="18" charset="0"/>
              </a:rPr>
              <a:t>! 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248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864399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Meteza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Meteza</a:t>
            </a:r>
            <a:r>
              <a:rPr lang="fr-FR" sz="6000" dirty="0" smtClean="0">
                <a:latin typeface="Cambria" pitchFamily="18" charset="0"/>
              </a:rPr>
              <a:t> ho </a:t>
            </a:r>
            <a:r>
              <a:rPr lang="fr-FR" sz="6000" dirty="0" err="1" smtClean="0">
                <a:latin typeface="Cambria" pitchFamily="18" charset="0"/>
              </a:rPr>
              <a:t>mpiasa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vaovao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Meteza</a:t>
            </a:r>
            <a:r>
              <a:rPr lang="fr-FR" sz="6000" dirty="0" smtClean="0">
                <a:latin typeface="Cambria" pitchFamily="18" charset="0"/>
              </a:rPr>
              <a:t> ho </a:t>
            </a:r>
            <a:r>
              <a:rPr lang="fr-FR" sz="6000" dirty="0" err="1" smtClean="0">
                <a:latin typeface="Cambria" pitchFamily="18" charset="0"/>
              </a:rPr>
              <a:t>mpiasan’ny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Tompo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hianao</a:t>
            </a:r>
            <a:r>
              <a:rPr lang="fr-FR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Meteza</a:t>
            </a:r>
            <a:r>
              <a:rPr lang="fr-FR" sz="6000" dirty="0" smtClean="0">
                <a:latin typeface="Cambria" pitchFamily="18" charset="0"/>
              </a:rPr>
              <a:t> fa </a:t>
            </a:r>
            <a:r>
              <a:rPr lang="fr-FR" sz="6000" dirty="0" err="1" smtClean="0">
                <a:latin typeface="Cambria" pitchFamily="18" charset="0"/>
              </a:rPr>
              <a:t>Izy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hanambina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asanao</a:t>
            </a:r>
            <a:r>
              <a:rPr lang="fr-FR" sz="6000" dirty="0" smtClean="0">
                <a:latin typeface="Cambria" pitchFamily="18" charset="0"/>
              </a:rPr>
              <a:t>!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248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864399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4. </a:t>
            </a:r>
            <a:r>
              <a:rPr lang="fr-FR" sz="6000" dirty="0" err="1" smtClean="0">
                <a:latin typeface="Cambria" pitchFamily="18" charset="0"/>
              </a:rPr>
              <a:t>Manezaka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ambony</a:t>
            </a:r>
            <a:r>
              <a:rPr lang="fr-FR" sz="6000" dirty="0" smtClean="0">
                <a:latin typeface="Cambria" pitchFamily="18" charset="0"/>
              </a:rPr>
              <a:t> dia </a:t>
            </a:r>
            <a:r>
              <a:rPr lang="fr-FR" sz="6000" dirty="0" err="1" smtClean="0">
                <a:latin typeface="Cambria" pitchFamily="18" charset="0"/>
              </a:rPr>
              <a:t>ambony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tokoa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Hanefa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adidy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fanaovan</a:t>
            </a:r>
            <a:r>
              <a:rPr lang="fr-FR" sz="6000" dirty="0" smtClean="0">
                <a:latin typeface="Cambria" pitchFamily="18" charset="0"/>
              </a:rPr>
              <a:t>-</a:t>
            </a:r>
            <a:r>
              <a:rPr lang="fr-FR" sz="6000" dirty="0" err="1" smtClean="0">
                <a:latin typeface="Cambria" pitchFamily="18" charset="0"/>
              </a:rPr>
              <a:t>tsoa</a:t>
            </a:r>
            <a:r>
              <a:rPr lang="fr-FR" sz="6000" dirty="0" smtClean="0">
                <a:latin typeface="Cambria" pitchFamily="18" charset="0"/>
              </a:rPr>
              <a:t>;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248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02" y="642918"/>
            <a:ext cx="864399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Mikatsaka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mafy</a:t>
            </a:r>
            <a:r>
              <a:rPr lang="fr-FR" sz="6000" dirty="0" smtClean="0">
                <a:latin typeface="Cambria" pitchFamily="18" charset="0"/>
              </a:rPr>
              <a:t> dia </a:t>
            </a:r>
            <a:r>
              <a:rPr lang="fr-FR" sz="6000" dirty="0" err="1" smtClean="0">
                <a:latin typeface="Cambria" pitchFamily="18" charset="0"/>
              </a:rPr>
              <a:t>mafy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tokoa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Hamonjy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taranaka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simba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voa</a:t>
            </a:r>
            <a:r>
              <a:rPr lang="fr-FR" sz="6000" dirty="0" smtClean="0">
                <a:latin typeface="Cambria" pitchFamily="18" charset="0"/>
              </a:rPr>
              <a:t>.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248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864399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Meteza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Meteza</a:t>
            </a:r>
            <a:r>
              <a:rPr lang="fr-FR" sz="6000" dirty="0" smtClean="0">
                <a:latin typeface="Cambria" pitchFamily="18" charset="0"/>
              </a:rPr>
              <a:t> ho </a:t>
            </a:r>
            <a:r>
              <a:rPr lang="fr-FR" sz="6000" dirty="0" err="1" smtClean="0">
                <a:latin typeface="Cambria" pitchFamily="18" charset="0"/>
              </a:rPr>
              <a:t>mpiasa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vaovao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Meteza</a:t>
            </a:r>
            <a:r>
              <a:rPr lang="fr-FR" sz="6000" dirty="0" smtClean="0">
                <a:latin typeface="Cambria" pitchFamily="18" charset="0"/>
              </a:rPr>
              <a:t> ho </a:t>
            </a:r>
            <a:r>
              <a:rPr lang="fr-FR" sz="6000" dirty="0" err="1" smtClean="0">
                <a:latin typeface="Cambria" pitchFamily="18" charset="0"/>
              </a:rPr>
              <a:t>mpiasan’ny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Tompo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hianao</a:t>
            </a:r>
            <a:r>
              <a:rPr lang="fr-FR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Meteza</a:t>
            </a:r>
            <a:r>
              <a:rPr lang="fr-FR" sz="6000" dirty="0" smtClean="0">
                <a:latin typeface="Cambria" pitchFamily="18" charset="0"/>
              </a:rPr>
              <a:t> fa </a:t>
            </a:r>
            <a:r>
              <a:rPr lang="fr-FR" sz="6000" dirty="0" err="1" smtClean="0">
                <a:latin typeface="Cambria" pitchFamily="18" charset="0"/>
              </a:rPr>
              <a:t>Izy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hanambina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asanao</a:t>
            </a:r>
            <a:r>
              <a:rPr lang="fr-FR" sz="6000" dirty="0" smtClean="0">
                <a:latin typeface="Cambria" pitchFamily="18" charset="0"/>
              </a:rPr>
              <a:t>!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248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864399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5. </a:t>
            </a:r>
            <a:r>
              <a:rPr lang="fr-FR" sz="6000" dirty="0" err="1" smtClean="0">
                <a:latin typeface="Cambria" pitchFamily="18" charset="0"/>
              </a:rPr>
              <a:t>Raha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tojo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mafy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sarotra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atao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Ka </a:t>
            </a:r>
            <a:r>
              <a:rPr lang="fr-FR" sz="6000" dirty="0" err="1" smtClean="0">
                <a:latin typeface="Cambria" pitchFamily="18" charset="0"/>
              </a:rPr>
              <a:t>mila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hikoy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sy</a:t>
            </a:r>
            <a:r>
              <a:rPr lang="fr-FR" sz="6000" dirty="0" smtClean="0">
                <a:latin typeface="Cambria" pitchFamily="18" charset="0"/>
              </a:rPr>
              <a:t> ho </a:t>
            </a:r>
            <a:r>
              <a:rPr lang="fr-FR" sz="6000" dirty="0" err="1" smtClean="0">
                <a:latin typeface="Cambria" pitchFamily="18" charset="0"/>
              </a:rPr>
              <a:t>kivy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fo</a:t>
            </a:r>
            <a:r>
              <a:rPr lang="fr-FR" sz="6000" dirty="0" smtClean="0">
                <a:latin typeface="Cambria" pitchFamily="18" charset="0"/>
              </a:rPr>
              <a:t>,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248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864399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Herezo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vavaka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f’io</a:t>
            </a:r>
            <a:r>
              <a:rPr lang="fr-FR" sz="6000" dirty="0" smtClean="0">
                <a:latin typeface="Cambria" pitchFamily="18" charset="0"/>
              </a:rPr>
              <a:t> no </a:t>
            </a:r>
            <a:r>
              <a:rPr lang="fr-FR" sz="6000" dirty="0" err="1" smtClean="0">
                <a:latin typeface="Cambria" pitchFamily="18" charset="0"/>
              </a:rPr>
              <a:t>fanao</a:t>
            </a:r>
            <a:r>
              <a:rPr lang="fr-FR" sz="60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herin’ny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Tompo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hamonjy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anao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248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864399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Meteza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Meteza</a:t>
            </a:r>
            <a:r>
              <a:rPr lang="fr-FR" sz="6000" dirty="0" smtClean="0">
                <a:latin typeface="Cambria" pitchFamily="18" charset="0"/>
              </a:rPr>
              <a:t> ho </a:t>
            </a:r>
            <a:r>
              <a:rPr lang="fr-FR" sz="6000" dirty="0" err="1" smtClean="0">
                <a:latin typeface="Cambria" pitchFamily="18" charset="0"/>
              </a:rPr>
              <a:t>mpiasa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vaovao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Meteza</a:t>
            </a:r>
            <a:r>
              <a:rPr lang="fr-FR" sz="6000" dirty="0" smtClean="0">
                <a:latin typeface="Cambria" pitchFamily="18" charset="0"/>
              </a:rPr>
              <a:t> ho </a:t>
            </a:r>
            <a:r>
              <a:rPr lang="fr-FR" sz="6000" dirty="0" err="1" smtClean="0">
                <a:latin typeface="Cambria" pitchFamily="18" charset="0"/>
              </a:rPr>
              <a:t>mpiasan’ny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Tompo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hianao</a:t>
            </a:r>
            <a:r>
              <a:rPr lang="fr-FR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Meteza</a:t>
            </a:r>
            <a:r>
              <a:rPr lang="fr-FR" sz="6000" dirty="0" smtClean="0">
                <a:latin typeface="Cambria" pitchFamily="18" charset="0"/>
              </a:rPr>
              <a:t> fa </a:t>
            </a:r>
            <a:r>
              <a:rPr lang="fr-FR" sz="6000" dirty="0" err="1" smtClean="0">
                <a:latin typeface="Cambria" pitchFamily="18" charset="0"/>
              </a:rPr>
              <a:t>Izy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hanambina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asanao</a:t>
            </a:r>
            <a:r>
              <a:rPr lang="fr-FR" sz="6000" dirty="0" smtClean="0">
                <a:latin typeface="Cambria" pitchFamily="18" charset="0"/>
              </a:rPr>
              <a:t>!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248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864399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6. </a:t>
            </a:r>
            <a:r>
              <a:rPr lang="fr-FR" sz="6000" dirty="0" err="1" smtClean="0">
                <a:latin typeface="Cambria" pitchFamily="18" charset="0"/>
              </a:rPr>
              <a:t>Jesosy</a:t>
            </a:r>
            <a:r>
              <a:rPr lang="fr-FR" sz="6000" dirty="0" smtClean="0">
                <a:latin typeface="Cambria" pitchFamily="18" charset="0"/>
              </a:rPr>
              <a:t>, </a:t>
            </a:r>
            <a:r>
              <a:rPr lang="fr-FR" sz="6000" dirty="0" err="1" smtClean="0">
                <a:latin typeface="Cambria" pitchFamily="18" charset="0"/>
              </a:rPr>
              <a:t>tohano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ireo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mpiasanao</a:t>
            </a:r>
            <a:r>
              <a:rPr lang="fr-FR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Raha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noana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reraka</a:t>
            </a:r>
            <a:r>
              <a:rPr lang="fr-FR" sz="6000" dirty="0" smtClean="0">
                <a:latin typeface="Cambria" pitchFamily="18" charset="0"/>
              </a:rPr>
              <a:t>, </a:t>
            </a:r>
            <a:r>
              <a:rPr lang="fr-FR" sz="6000" dirty="0" err="1" smtClean="0">
                <a:latin typeface="Cambria" pitchFamily="18" charset="0"/>
              </a:rPr>
              <a:t>fahanonao</a:t>
            </a:r>
            <a:r>
              <a:rPr lang="fr-FR" sz="6000" dirty="0" smtClean="0">
                <a:latin typeface="Cambria" pitchFamily="18" charset="0"/>
              </a:rPr>
              <a:t>;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248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864399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Tolory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hanin</a:t>
            </a:r>
            <a:r>
              <a:rPr lang="fr-FR" sz="6000" dirty="0" smtClean="0">
                <a:latin typeface="Cambria" pitchFamily="18" charset="0"/>
              </a:rPr>
              <a:t>-</a:t>
            </a:r>
            <a:r>
              <a:rPr lang="fr-FR" sz="6000" dirty="0" err="1" smtClean="0">
                <a:latin typeface="Cambria" pitchFamily="18" charset="0"/>
              </a:rPr>
              <a:t>tsahaza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azy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ireo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Hatanjaka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tsara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hahaleo</a:t>
            </a:r>
            <a:r>
              <a:rPr lang="fr-FR" sz="6000" dirty="0" smtClean="0">
                <a:latin typeface="Cambria" pitchFamily="18" charset="0"/>
              </a:rPr>
              <a:t>.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248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864399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Meteza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Meteza</a:t>
            </a:r>
            <a:r>
              <a:rPr lang="fr-FR" sz="6000" dirty="0" smtClean="0">
                <a:latin typeface="Cambria" pitchFamily="18" charset="0"/>
              </a:rPr>
              <a:t> ho </a:t>
            </a:r>
            <a:r>
              <a:rPr lang="fr-FR" sz="6000" dirty="0" err="1" smtClean="0">
                <a:latin typeface="Cambria" pitchFamily="18" charset="0"/>
              </a:rPr>
              <a:t>mpiasa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vaovao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Meteza</a:t>
            </a:r>
            <a:r>
              <a:rPr lang="fr-FR" sz="6000" dirty="0" smtClean="0">
                <a:latin typeface="Cambria" pitchFamily="18" charset="0"/>
              </a:rPr>
              <a:t> ho </a:t>
            </a:r>
            <a:r>
              <a:rPr lang="fr-FR" sz="6000" dirty="0" err="1" smtClean="0">
                <a:latin typeface="Cambria" pitchFamily="18" charset="0"/>
              </a:rPr>
              <a:t>mpiasan’ny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Tompo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hianao</a:t>
            </a:r>
            <a:r>
              <a:rPr lang="fr-FR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Meteza</a:t>
            </a:r>
            <a:r>
              <a:rPr lang="fr-FR" sz="6000" dirty="0" smtClean="0">
                <a:latin typeface="Cambria" pitchFamily="18" charset="0"/>
              </a:rPr>
              <a:t> fa </a:t>
            </a:r>
            <a:r>
              <a:rPr lang="fr-FR" sz="6000" dirty="0" err="1" smtClean="0">
                <a:latin typeface="Cambria" pitchFamily="18" charset="0"/>
              </a:rPr>
              <a:t>Izy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hanambina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asanao</a:t>
            </a:r>
            <a:r>
              <a:rPr lang="fr-FR" sz="6000" dirty="0" smtClean="0">
                <a:latin typeface="Cambria" pitchFamily="18" charset="0"/>
              </a:rPr>
              <a:t>!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248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864399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7. ‘Zay </a:t>
            </a:r>
            <a:r>
              <a:rPr lang="fr-FR" sz="6000" dirty="0" err="1" smtClean="0">
                <a:latin typeface="Cambria" pitchFamily="18" charset="0"/>
              </a:rPr>
              <a:t>tompon’adidy</a:t>
            </a:r>
            <a:r>
              <a:rPr lang="fr-FR" sz="6000" dirty="0" smtClean="0">
                <a:latin typeface="Cambria" pitchFamily="18" charset="0"/>
              </a:rPr>
              <a:t>, </a:t>
            </a:r>
            <a:r>
              <a:rPr lang="fr-FR" sz="6000" dirty="0" err="1" smtClean="0">
                <a:latin typeface="Cambria" pitchFamily="18" charset="0"/>
              </a:rPr>
              <a:t>hetseho</a:t>
            </a:r>
            <a:r>
              <a:rPr lang="fr-FR" sz="6000" dirty="0" smtClean="0">
                <a:latin typeface="Cambria" pitchFamily="18" charset="0"/>
              </a:rPr>
              <a:t>, </a:t>
            </a:r>
            <a:r>
              <a:rPr lang="fr-FR" sz="6000" dirty="0" err="1" smtClean="0">
                <a:latin typeface="Cambria" pitchFamily="18" charset="0"/>
              </a:rPr>
              <a:t>Tompo</a:t>
            </a:r>
            <a:r>
              <a:rPr lang="fr-FR" sz="60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Hanohana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tsara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ireo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mpiasanao</a:t>
            </a:r>
            <a:r>
              <a:rPr lang="fr-FR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248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864399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mpiasa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matanjaka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mahefa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be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reraka</a:t>
            </a:r>
            <a:r>
              <a:rPr lang="fr-FR" sz="6000" dirty="0" smtClean="0">
                <a:latin typeface="Cambria" pitchFamily="18" charset="0"/>
              </a:rPr>
              <a:t> lava, </a:t>
            </a:r>
            <a:r>
              <a:rPr lang="fr-FR" sz="6000" dirty="0" err="1" smtClean="0">
                <a:latin typeface="Cambria" pitchFamily="18" charset="0"/>
              </a:rPr>
              <a:t>mamono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antoka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re</a:t>
            </a:r>
            <a:r>
              <a:rPr lang="fr-FR" sz="60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248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864399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Meteza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Meteza</a:t>
            </a:r>
            <a:r>
              <a:rPr lang="fr-FR" sz="6000" dirty="0" smtClean="0">
                <a:latin typeface="Cambria" pitchFamily="18" charset="0"/>
              </a:rPr>
              <a:t> ho </a:t>
            </a:r>
            <a:r>
              <a:rPr lang="fr-FR" sz="6000" dirty="0" err="1" smtClean="0">
                <a:latin typeface="Cambria" pitchFamily="18" charset="0"/>
              </a:rPr>
              <a:t>mpiasa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vaovao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Meteza</a:t>
            </a:r>
            <a:r>
              <a:rPr lang="fr-FR" sz="6000" dirty="0" smtClean="0">
                <a:latin typeface="Cambria" pitchFamily="18" charset="0"/>
              </a:rPr>
              <a:t> ho </a:t>
            </a:r>
            <a:r>
              <a:rPr lang="fr-FR" sz="6000" dirty="0" err="1" smtClean="0">
                <a:latin typeface="Cambria" pitchFamily="18" charset="0"/>
              </a:rPr>
              <a:t>mpiasan’ny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Tompo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hianao</a:t>
            </a:r>
            <a:r>
              <a:rPr lang="fr-FR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Meteza</a:t>
            </a:r>
            <a:r>
              <a:rPr lang="fr-FR" sz="6000" dirty="0" smtClean="0">
                <a:latin typeface="Cambria" pitchFamily="18" charset="0"/>
              </a:rPr>
              <a:t> fa </a:t>
            </a:r>
            <a:r>
              <a:rPr lang="fr-FR" sz="6000" dirty="0" err="1" smtClean="0">
                <a:latin typeface="Cambria" pitchFamily="18" charset="0"/>
              </a:rPr>
              <a:t>Izy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hanambina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asanao</a:t>
            </a:r>
            <a:r>
              <a:rPr lang="fr-FR" sz="6000" dirty="0" smtClean="0">
                <a:latin typeface="Cambria" pitchFamily="18" charset="0"/>
              </a:rPr>
              <a:t>!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388</Words>
  <PresentationFormat>Affichage à l'écran (4:3)</PresentationFormat>
  <Paragraphs>82</Paragraphs>
  <Slides>22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3" baseType="lpstr">
      <vt:lpstr>Thème Office</vt:lpstr>
      <vt:lpstr>FIF 248</vt:lpstr>
      <vt:lpstr>FIF 248</vt:lpstr>
      <vt:lpstr>FIF 248</vt:lpstr>
      <vt:lpstr>FIF 248</vt:lpstr>
      <vt:lpstr>FIF 248</vt:lpstr>
      <vt:lpstr>FIF 248</vt:lpstr>
      <vt:lpstr>FIF 248</vt:lpstr>
      <vt:lpstr>FIF 248</vt:lpstr>
      <vt:lpstr>FIF 248</vt:lpstr>
      <vt:lpstr>FIF 248</vt:lpstr>
      <vt:lpstr>FIF 248</vt:lpstr>
      <vt:lpstr>FIF 248</vt:lpstr>
      <vt:lpstr>FIF 248</vt:lpstr>
      <vt:lpstr>FIF 248</vt:lpstr>
      <vt:lpstr>FIF 248</vt:lpstr>
      <vt:lpstr>FIF 248</vt:lpstr>
      <vt:lpstr>FIF 248</vt:lpstr>
      <vt:lpstr>FIF 248</vt:lpstr>
      <vt:lpstr>FIF 248</vt:lpstr>
      <vt:lpstr>FIF 248</vt:lpstr>
      <vt:lpstr>FIF 248</vt:lpstr>
      <vt:lpstr>FIF 248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248</dc:title>
  <cp:lastModifiedBy>M</cp:lastModifiedBy>
  <cp:revision>4</cp:revision>
  <dcterms:modified xsi:type="dcterms:W3CDTF">2014-07-26T11:37:33Z</dcterms:modified>
</cp:coreProperties>
</file>