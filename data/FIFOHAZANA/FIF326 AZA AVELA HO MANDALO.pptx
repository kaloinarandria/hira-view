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70" r:id="rId3"/>
    <p:sldId id="256" r:id="rId4"/>
    <p:sldId id="271" r:id="rId5"/>
    <p:sldId id="257" r:id="rId6"/>
    <p:sldId id="268" r:id="rId7"/>
    <p:sldId id="266" r:id="rId8"/>
    <p:sldId id="272" r:id="rId9"/>
    <p:sldId id="269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90" y="-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94B19-B491-4096-AC93-D8E7BCA5917D}" type="datetimeFigureOut">
              <a:rPr lang="fr-FR" smtClean="0"/>
              <a:pPr/>
              <a:t>12/04/2015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4B711C-6356-4D2E-859C-CBF196269509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avela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mandalo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Teny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hikimpiana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hazavana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71480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500034" y="785794"/>
            <a:ext cx="8643966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manamafy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fonao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'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71470" y="714380"/>
            <a:ext cx="9144000" cy="6357958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nahoana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Te-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va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haraina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intsony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ampitso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Hovoafitaka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hevitrao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428596" y="785794"/>
            <a:ext cx="8715404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ankasitrahana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Hovonjena'zao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144000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nahoana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Te-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va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6143644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mandà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n'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Zay te-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hiray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Aminy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85720" y="1000108"/>
            <a:ext cx="8858280" cy="5857892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Maneke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asa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vitany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4000" b="1" dirty="0" smtClean="0">
                <a:solidFill>
                  <a:srgbClr val="0070C0"/>
                </a:solidFill>
                <a:latin typeface="Cambria" pitchFamily="18" charset="0"/>
              </a:rPr>
              <a:t>FIF 326</a:t>
            </a:r>
            <a:endParaRPr lang="fr-FR" sz="4000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nahoana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Te-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hovonjena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va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anio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138</Words>
  <Application>Microsoft Office PowerPoint</Application>
  <PresentationFormat>Affichage à l'écran (4:3)</PresentationFormat>
  <Paragraphs>35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FIF 326</vt:lpstr>
      <vt:lpstr>FIF 326</vt:lpstr>
      <vt:lpstr>FIF 326</vt:lpstr>
      <vt:lpstr>FIF 326</vt:lpstr>
      <vt:lpstr>FIF 326</vt:lpstr>
      <vt:lpstr>FIF 326</vt:lpstr>
      <vt:lpstr>FIF 326</vt:lpstr>
      <vt:lpstr>FIF 326</vt:lpstr>
      <vt:lpstr>FIF 326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326</dc:title>
  <dc:creator>MIARINTSOA</dc:creator>
  <cp:lastModifiedBy>M</cp:lastModifiedBy>
  <cp:revision>4</cp:revision>
  <dcterms:created xsi:type="dcterms:W3CDTF">2012-10-06T14:27:11Z</dcterms:created>
  <dcterms:modified xsi:type="dcterms:W3CDTF">2015-04-12T05:25:11Z</dcterms:modified>
</cp:coreProperties>
</file>