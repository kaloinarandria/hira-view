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6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37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25340-6F50-47B6-922D-7CFB51329C38}" type="datetimeFigureOut">
              <a:rPr lang="fr-FR" smtClean="0"/>
              <a:pPr/>
              <a:t>20/10/2013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785794"/>
            <a:ext cx="900115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Hatrizay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nivesarako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heloko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nahafaka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fahoriako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Mandra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pingadoko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teto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285860"/>
            <a:ext cx="9001156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Endre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Ity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fitoerana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Mandra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pingadoko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teto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Endre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Ity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fitoerana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-32" y="285728"/>
            <a:ext cx="9144032" cy="65722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teto</a:t>
            </a:r>
            <a:r>
              <a:rPr lang="fr-FR" sz="6600" dirty="0" smtClean="0">
                <a:latin typeface="Cambria" pitchFamily="18" charset="0"/>
              </a:rPr>
              <a:t> va no </a:t>
            </a:r>
            <a:r>
              <a:rPr lang="fr-FR" sz="6600" dirty="0" err="1" smtClean="0">
                <a:latin typeface="Cambria" pitchFamily="18" charset="0"/>
              </a:rPr>
              <a:t>nialan’ny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entana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Tao </a:t>
            </a:r>
            <a:r>
              <a:rPr lang="fr-FR" sz="6600" dirty="0" err="1" smtClean="0">
                <a:latin typeface="Cambria" pitchFamily="18" charset="0"/>
              </a:rPr>
              <a:t>an-damosiko?Tsy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eto</a:t>
            </a:r>
            <a:r>
              <a:rPr lang="fr-FR" sz="6600" dirty="0" smtClean="0">
                <a:latin typeface="Cambria" pitchFamily="18" charset="0"/>
              </a:rPr>
              <a:t> va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nandresena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herin’ny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fasana</a:t>
            </a:r>
            <a:r>
              <a:rPr lang="fr-FR" sz="6600" dirty="0" smtClean="0">
                <a:latin typeface="Cambria" pitchFamily="18" charset="0"/>
              </a:rPr>
              <a:t>?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1142984"/>
            <a:ext cx="892975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eto</a:t>
            </a:r>
            <a:r>
              <a:rPr lang="fr-FR" sz="7200" dirty="0" smtClean="0">
                <a:latin typeface="Cambria" pitchFamily="18" charset="0"/>
              </a:rPr>
              <a:t> va no </a:t>
            </a:r>
            <a:r>
              <a:rPr lang="fr-FR" sz="7200" dirty="0" err="1" smtClean="0">
                <a:latin typeface="Cambria" pitchFamily="18" charset="0"/>
              </a:rPr>
              <a:t>nahatapaka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kofehy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namehezana</a:t>
            </a:r>
            <a:r>
              <a:rPr lang="fr-FR" sz="7200" dirty="0" smtClean="0">
                <a:latin typeface="Cambria" pitchFamily="18" charset="0"/>
              </a:rPr>
              <a:t>?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285860"/>
            <a:ext cx="9001156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Endre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Ity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fitoerana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Mandra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pingadoko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teto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Endre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Ity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fitoerana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785794"/>
            <a:ext cx="900115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Veloma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ilay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hazo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Mitananmbokovoko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Veloma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ilay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fasana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642918"/>
            <a:ext cx="900115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Ralehilahy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nomenarina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Nisolo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ahy</a:t>
            </a:r>
            <a:r>
              <a:rPr lang="fr-FR" sz="7200" dirty="0" smtClean="0">
                <a:latin typeface="Cambria" pitchFamily="18" charset="0"/>
              </a:rPr>
              <a:t> ka </a:t>
            </a:r>
            <a:r>
              <a:rPr lang="fr-FR" sz="7200" dirty="0" err="1" smtClean="0">
                <a:latin typeface="Cambria" pitchFamily="18" charset="0"/>
              </a:rPr>
              <a:t>veloma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Dia </a:t>
            </a:r>
            <a:r>
              <a:rPr lang="fr-FR" sz="7200" dirty="0" err="1" smtClean="0">
                <a:latin typeface="Cambria" pitchFamily="18" charset="0"/>
              </a:rPr>
              <a:t>veloma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indrindra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52" y="428604"/>
            <a:ext cx="9001156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Dera, </a:t>
            </a:r>
            <a:r>
              <a:rPr lang="fr-FR" sz="7200" dirty="0" err="1" smtClean="0">
                <a:latin typeface="Cambria" pitchFamily="18" charset="0"/>
              </a:rPr>
              <a:t>laza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haja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voninahitra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Voninahitra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314" y="928670"/>
            <a:ext cx="900115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Veloma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ilay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hazo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Mitananmbokovoko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Veloma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ilay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fasana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51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52" y="785794"/>
            <a:ext cx="900115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Ralehilahy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nomenarina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Nisolo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ahy</a:t>
            </a:r>
            <a:r>
              <a:rPr lang="fr-FR" sz="7200" dirty="0" smtClean="0">
                <a:latin typeface="Cambria" pitchFamily="18" charset="0"/>
              </a:rPr>
              <a:t> ka </a:t>
            </a:r>
            <a:r>
              <a:rPr lang="fr-FR" sz="7200" dirty="0" err="1" smtClean="0">
                <a:latin typeface="Cambria" pitchFamily="18" charset="0"/>
              </a:rPr>
              <a:t>veloma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Dia </a:t>
            </a:r>
            <a:r>
              <a:rPr lang="fr-FR" sz="7200" dirty="0" err="1" smtClean="0">
                <a:latin typeface="Cambria" pitchFamily="18" charset="0"/>
              </a:rPr>
              <a:t>veloma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indrindra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140</Words>
  <Application>Microsoft Office PowerPoint</Application>
  <PresentationFormat>Affichage à l'écran (4:3)</PresentationFormat>
  <Paragraphs>41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FIF 51</vt:lpstr>
      <vt:lpstr>FIF 51</vt:lpstr>
      <vt:lpstr>FIF 51</vt:lpstr>
      <vt:lpstr>FIF 51</vt:lpstr>
      <vt:lpstr>FIF 51</vt:lpstr>
      <vt:lpstr>FIF 51</vt:lpstr>
      <vt:lpstr>FIF 51</vt:lpstr>
      <vt:lpstr>FIF 51</vt:lpstr>
      <vt:lpstr>FIF 51</vt:lpstr>
      <vt:lpstr>FIF 51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70</dc:title>
  <dc:creator>MIARINTSOA</dc:creator>
  <cp:lastModifiedBy>M</cp:lastModifiedBy>
  <cp:revision>5</cp:revision>
  <dcterms:created xsi:type="dcterms:W3CDTF">2012-10-03T20:28:23Z</dcterms:created>
  <dcterms:modified xsi:type="dcterms:W3CDTF">2013-10-20T03:02:58Z</dcterms:modified>
</cp:coreProperties>
</file>