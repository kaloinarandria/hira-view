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9" r:id="rId4"/>
    <p:sldId id="270" r:id="rId5"/>
    <p:sldId id="268" r:id="rId6"/>
    <p:sldId id="271" r:id="rId7"/>
    <p:sldId id="267" r:id="rId8"/>
    <p:sldId id="272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4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t>06/10/2012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t>06/10/2012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t>06/10/2012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t>06/10/2012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t>06/10/2012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t>06/10/2012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t>06/10/2012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t>06/10/2012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t>06/10/2012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t>06/10/2012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t>06/10/2012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3AF29-9E8F-4A68-A58A-D23D0053454B}" type="datetimeFigureOut">
              <a:rPr lang="fr-FR" smtClean="0"/>
              <a:t>06/10/2012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07D31-3F85-439A-A781-879AD880EF4C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1. </a:t>
            </a:r>
            <a:r>
              <a:rPr lang="fr-FR" sz="6000" dirty="0" err="1" smtClean="0">
                <a:latin typeface="Cambria" pitchFamily="18" charset="0"/>
              </a:rPr>
              <a:t>Tiako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iriko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lalandava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Jeso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miaraka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Aminao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sentom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poko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Dia </a:t>
            </a:r>
            <a:r>
              <a:rPr lang="fr-FR" sz="6000" dirty="0" err="1" smtClean="0">
                <a:latin typeface="Cambria" pitchFamily="18" charset="0"/>
              </a:rPr>
              <a:t>hisava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anilanao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Tano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akaikinao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Tano </a:t>
            </a:r>
            <a:r>
              <a:rPr lang="fr-FR" sz="6000" dirty="0" err="1" smtClean="0">
                <a:latin typeface="Cambria" pitchFamily="18" charset="0"/>
              </a:rPr>
              <a:t>sao</a:t>
            </a:r>
            <a:r>
              <a:rPr lang="fr-FR" sz="6000" dirty="0" smtClean="0">
                <a:latin typeface="Cambria" pitchFamily="18" charset="0"/>
              </a:rPr>
              <a:t> dia </a:t>
            </a:r>
            <a:r>
              <a:rPr lang="fr-FR" sz="6000" dirty="0" err="1" smtClean="0">
                <a:latin typeface="Cambria" pitchFamily="18" charset="0"/>
              </a:rPr>
              <a:t>tolan‘ny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manjo</a:t>
            </a:r>
            <a:r>
              <a:rPr lang="fr-FR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Tano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: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akaikinao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mampiadam</a:t>
            </a:r>
            <a:r>
              <a:rPr lang="fr-FR" sz="6000" dirty="0" smtClean="0">
                <a:latin typeface="Cambria" pitchFamily="18" charset="0"/>
              </a:rPr>
              <a:t>-po.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Mamiko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tokoa</a:t>
            </a:r>
            <a:r>
              <a:rPr lang="fr-FR" sz="6000" dirty="0" smtClean="0">
                <a:latin typeface="Cambria" pitchFamily="18" charset="0"/>
              </a:rPr>
              <a:t>, 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na dia </a:t>
            </a:r>
            <a:r>
              <a:rPr lang="fr-FR" sz="6000" dirty="0" err="1" smtClean="0">
                <a:latin typeface="Cambria" pitchFamily="18" charset="0"/>
              </a:rPr>
              <a:t>mahantra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miaraka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Aminao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harena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be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hita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fetra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anilanao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Tano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akaikinao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Tano </a:t>
            </a:r>
            <a:r>
              <a:rPr lang="fr-FR" sz="6000" dirty="0" err="1" smtClean="0">
                <a:latin typeface="Cambria" pitchFamily="18" charset="0"/>
              </a:rPr>
              <a:t>sao</a:t>
            </a:r>
            <a:r>
              <a:rPr lang="fr-FR" sz="6000" dirty="0" smtClean="0">
                <a:latin typeface="Cambria" pitchFamily="18" charset="0"/>
              </a:rPr>
              <a:t> dia </a:t>
            </a:r>
            <a:r>
              <a:rPr lang="fr-FR" sz="6000" dirty="0" err="1" smtClean="0">
                <a:latin typeface="Cambria" pitchFamily="18" charset="0"/>
              </a:rPr>
              <a:t>tolan‘ny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manjo</a:t>
            </a:r>
            <a:r>
              <a:rPr lang="fr-FR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Tano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: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akaikinao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mampiadam</a:t>
            </a:r>
            <a:r>
              <a:rPr lang="fr-FR" sz="6000" dirty="0" smtClean="0">
                <a:latin typeface="Cambria" pitchFamily="18" charset="0"/>
              </a:rPr>
              <a:t>-po.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3. </a:t>
            </a:r>
            <a:r>
              <a:rPr lang="fr-FR" sz="6000" dirty="0" err="1" smtClean="0">
                <a:latin typeface="Cambria" pitchFamily="18" charset="0"/>
              </a:rPr>
              <a:t>Mamiko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tokoa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na dia </a:t>
            </a:r>
            <a:r>
              <a:rPr lang="fr-FR" sz="6000" dirty="0" err="1" smtClean="0">
                <a:latin typeface="Cambria" pitchFamily="18" charset="0"/>
              </a:rPr>
              <a:t>marary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miara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monina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Aminao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ho </a:t>
            </a:r>
            <a:r>
              <a:rPr lang="fr-FR" sz="6000" dirty="0" err="1" smtClean="0">
                <a:latin typeface="Cambria" pitchFamily="18" charset="0"/>
              </a:rPr>
              <a:t>sitrana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Zanahary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anilanao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Tano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akaikinao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Tano </a:t>
            </a:r>
            <a:r>
              <a:rPr lang="fr-FR" sz="6000" dirty="0" err="1" smtClean="0">
                <a:latin typeface="Cambria" pitchFamily="18" charset="0"/>
              </a:rPr>
              <a:t>sao</a:t>
            </a:r>
            <a:r>
              <a:rPr lang="fr-FR" sz="6000" dirty="0" smtClean="0">
                <a:latin typeface="Cambria" pitchFamily="18" charset="0"/>
              </a:rPr>
              <a:t> dia </a:t>
            </a:r>
            <a:r>
              <a:rPr lang="fr-FR" sz="6000" dirty="0" err="1" smtClean="0">
                <a:latin typeface="Cambria" pitchFamily="18" charset="0"/>
              </a:rPr>
              <a:t>tolan‘ny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manjo</a:t>
            </a:r>
            <a:r>
              <a:rPr lang="fr-FR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Tano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: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akaikinao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mampiadam</a:t>
            </a:r>
            <a:r>
              <a:rPr lang="fr-FR" sz="6000" dirty="0" smtClean="0">
                <a:latin typeface="Cambria" pitchFamily="18" charset="0"/>
              </a:rPr>
              <a:t>-po.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4. </a:t>
            </a:r>
            <a:r>
              <a:rPr lang="fr-FR" sz="6000" dirty="0" err="1" smtClean="0">
                <a:latin typeface="Cambria" pitchFamily="18" charset="0"/>
              </a:rPr>
              <a:t>Mamiko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tokoa</a:t>
            </a:r>
            <a:r>
              <a:rPr lang="fr-FR" sz="6000" dirty="0" smtClean="0">
                <a:latin typeface="Cambria" pitchFamily="18" charset="0"/>
              </a:rPr>
              <a:t> na dia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faty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pelatananao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Manan'aina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velona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anaty</a:t>
            </a:r>
            <a:r>
              <a:rPr lang="fr-FR" sz="6000" dirty="0" smtClean="0">
                <a:latin typeface="Cambria" pitchFamily="18" charset="0"/>
              </a:rPr>
              <a:t>,       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anilanao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Tano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akaikinao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Tano </a:t>
            </a:r>
            <a:r>
              <a:rPr lang="fr-FR" sz="6000" dirty="0" err="1" smtClean="0">
                <a:latin typeface="Cambria" pitchFamily="18" charset="0"/>
              </a:rPr>
              <a:t>sao</a:t>
            </a:r>
            <a:r>
              <a:rPr lang="fr-FR" sz="6000" dirty="0" smtClean="0">
                <a:latin typeface="Cambria" pitchFamily="18" charset="0"/>
              </a:rPr>
              <a:t> dia </a:t>
            </a:r>
            <a:r>
              <a:rPr lang="fr-FR" sz="6000" dirty="0" err="1" smtClean="0">
                <a:latin typeface="Cambria" pitchFamily="18" charset="0"/>
              </a:rPr>
              <a:t>tolan‘ny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manjo</a:t>
            </a:r>
            <a:r>
              <a:rPr lang="fr-FR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Tano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: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akaikinao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mampiadam</a:t>
            </a:r>
            <a:r>
              <a:rPr lang="fr-FR" sz="6000" dirty="0" smtClean="0">
                <a:latin typeface="Cambria" pitchFamily="18" charset="0"/>
              </a:rPr>
              <a:t>-po.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186</Words>
  <Application>Microsoft Office PowerPoint</Application>
  <PresentationFormat>Affichage à l'écran (4:3)</PresentationFormat>
  <Paragraphs>44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FIF 147</vt:lpstr>
      <vt:lpstr>FIF 147</vt:lpstr>
      <vt:lpstr>FIF 147</vt:lpstr>
      <vt:lpstr>FIF 147</vt:lpstr>
      <vt:lpstr>FIF 147</vt:lpstr>
      <vt:lpstr>FIF 147</vt:lpstr>
      <vt:lpstr>FIF 147</vt:lpstr>
      <vt:lpstr>FIF 147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147</dc:title>
  <dc:creator>MIARINTSOA</dc:creator>
  <cp:lastModifiedBy>MIARINTSOA</cp:lastModifiedBy>
  <cp:revision>2</cp:revision>
  <dcterms:created xsi:type="dcterms:W3CDTF">2012-10-05T21:01:04Z</dcterms:created>
  <dcterms:modified xsi:type="dcterms:W3CDTF">2012-10-05T21:12:07Z</dcterms:modified>
</cp:coreProperties>
</file>