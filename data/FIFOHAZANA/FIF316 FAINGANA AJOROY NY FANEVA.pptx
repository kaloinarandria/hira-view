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711" autoAdjust="0"/>
    <p:restoredTop sz="94660"/>
  </p:normalViewPr>
  <p:slideViewPr>
    <p:cSldViewPr>
      <p:cViewPr varScale="1">
        <p:scale>
          <a:sx n="56" d="100"/>
          <a:sy n="56" d="100"/>
        </p:scale>
        <p:origin x="-1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0C6F5-07E4-4EA0-A9DD-5E7727B707B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47E0D-7FC3-47B2-B2BE-C01E30785C9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35834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ajoroy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faneva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tanoran’i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Jerosalema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areheto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Hanazava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lala-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namako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715536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dimy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adala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satria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niomana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solika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ilay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hampakarina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voahidy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lala-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mankao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namako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dimy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satria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niomana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solika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Tanteraka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lavorary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‘Zay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kasainy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namako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132</Words>
  <Application>Microsoft Office PowerPoint</Application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316</vt:lpstr>
      <vt:lpstr>FIF 316</vt:lpstr>
      <vt:lpstr>FIF 316</vt:lpstr>
      <vt:lpstr>FIF 316</vt:lpstr>
      <vt:lpstr>FIF 316</vt:lpstr>
      <vt:lpstr>FIF 316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316</dc:title>
  <dc:creator>MIARINTSOA</dc:creator>
  <cp:lastModifiedBy>M</cp:lastModifiedBy>
  <cp:revision>6</cp:revision>
  <dcterms:created xsi:type="dcterms:W3CDTF">2012-10-07T19:40:05Z</dcterms:created>
  <dcterms:modified xsi:type="dcterms:W3CDTF">2014-11-19T11:27:39Z</dcterms:modified>
</cp:coreProperties>
</file>