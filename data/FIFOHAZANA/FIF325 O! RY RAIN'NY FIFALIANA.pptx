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57" r:id="rId4"/>
    <p:sldId id="270" r:id="rId5"/>
    <p:sldId id="268" r:id="rId6"/>
    <p:sldId id="271" r:id="rId7"/>
    <p:sldId id="267" r:id="rId8"/>
    <p:sldId id="272" r:id="rId9"/>
    <p:sldId id="266" r:id="rId10"/>
    <p:sldId id="265" r:id="rId11"/>
    <p:sldId id="264" r:id="rId12"/>
    <p:sldId id="263" r:id="rId13"/>
    <p:sldId id="262" r:id="rId14"/>
    <p:sldId id="261" r:id="rId15"/>
    <p:sldId id="260" r:id="rId16"/>
    <p:sldId id="259" r:id="rId17"/>
    <p:sldId id="258" r:id="rId1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29C5A-8290-4079-95CC-0417BA38AF51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00270-DA02-4D15-8CFA-CDA065539187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300270-DA02-4D15-8CFA-CDA065539187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FBD01-B724-4941-A13D-FB1578D3587B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E01F-C3C4-4893-B98E-DF12E1373AFF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 O!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Rain</a:t>
            </a:r>
            <a:r>
              <a:rPr lang="fr-FR" sz="6000" dirty="0" smtClean="0">
                <a:latin typeface="Cambria" pitchFamily="18" charset="0"/>
              </a:rPr>
              <a:t> ’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fifaliana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todiho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zanakao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Mitatao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fahoriana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Maizim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pito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357430"/>
            <a:ext cx="8929718" cy="4500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Raiko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Moa </a:t>
            </a:r>
            <a:r>
              <a:rPr lang="fr-FR" sz="6000" dirty="0" err="1" smtClean="0">
                <a:latin typeface="Cambria" pitchFamily="18" charset="0"/>
              </a:rPr>
              <a:t>ve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sitrakao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Lalim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lohasaha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Ilentehanay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Tano </a:t>
            </a:r>
            <a:r>
              <a:rPr lang="fr-FR" sz="6000" dirty="0" err="1" smtClean="0">
                <a:latin typeface="Cambria" pitchFamily="18" charset="0"/>
              </a:rPr>
              <a:t>Raiko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mivaha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Finoan’ny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zanakao</a:t>
            </a:r>
            <a:r>
              <a:rPr lang="fr-FR" sz="6000" dirty="0" smtClean="0">
                <a:latin typeface="Cambria" pitchFamily="18" charset="0"/>
              </a:rPr>
              <a:t> 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357430"/>
            <a:ext cx="8929718" cy="4500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Raiko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Moa </a:t>
            </a:r>
            <a:r>
              <a:rPr lang="fr-FR" sz="6000" dirty="0" err="1" smtClean="0">
                <a:latin typeface="Cambria" pitchFamily="18" charset="0"/>
              </a:rPr>
              <a:t>ve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sitrakao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Toa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nahintsanao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raozy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Tsilo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satana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nanjo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havaozy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Hody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fifaliana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anay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357430"/>
            <a:ext cx="8929718" cy="4500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Raiko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Moa </a:t>
            </a:r>
            <a:r>
              <a:rPr lang="fr-FR" sz="6000" dirty="0" err="1" smtClean="0">
                <a:latin typeface="Cambria" pitchFamily="18" charset="0"/>
              </a:rPr>
              <a:t>ve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sitrakao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O!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loatra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Zato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fitsapana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simba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tafahoatra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finoan’ny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zanakao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357430"/>
            <a:ext cx="8929718" cy="4500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Raiko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Moa </a:t>
            </a:r>
            <a:r>
              <a:rPr lang="fr-FR" sz="6000" dirty="0" err="1" smtClean="0">
                <a:latin typeface="Cambria" pitchFamily="18" charset="0"/>
              </a:rPr>
              <a:t>ve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sitrakao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325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125</Words>
  <Application>Microsoft Office PowerPoint</Application>
  <PresentationFormat>Affichage à l'écran (4:3)</PresentationFormat>
  <Paragraphs>42</Paragraphs>
  <Slides>17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Thème Office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  <vt:lpstr>FIF 325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325</dc:title>
  <dc:creator>M</dc:creator>
  <cp:lastModifiedBy>M</cp:lastModifiedBy>
  <cp:revision>3</cp:revision>
  <dcterms:created xsi:type="dcterms:W3CDTF">2012-10-09T18:49:29Z</dcterms:created>
  <dcterms:modified xsi:type="dcterms:W3CDTF">2012-10-09T19:12:43Z</dcterms:modified>
</cp:coreProperties>
</file>