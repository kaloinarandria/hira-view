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429784" cy="685800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1. He </a:t>
            </a:r>
            <a:r>
              <a:rPr lang="fr-FR" sz="5400" b="1" dirty="0" err="1" smtClean="0">
                <a:latin typeface="Cambria" pitchFamily="18" charset="0"/>
              </a:rPr>
              <a:t>fantatro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f’indray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andro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Ho </a:t>
            </a:r>
            <a:r>
              <a:rPr lang="fr-FR" sz="5400" b="1" dirty="0" err="1" smtClean="0">
                <a:latin typeface="Cambria" pitchFamily="18" charset="0"/>
              </a:rPr>
              <a:t>levona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ity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tenako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ity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Fa </a:t>
            </a:r>
            <a:r>
              <a:rPr lang="fr-FR" sz="5400" b="1" dirty="0" err="1" smtClean="0">
                <a:latin typeface="Cambria" pitchFamily="18" charset="0"/>
              </a:rPr>
              <a:t>fiainan</a:t>
            </a:r>
            <a:r>
              <a:rPr lang="fr-FR" sz="5400" b="1" dirty="0" smtClean="0">
                <a:latin typeface="Cambria" pitchFamily="18" charset="0"/>
              </a:rPr>
              <a:t>-</a:t>
            </a:r>
            <a:r>
              <a:rPr lang="fr-FR" sz="5400" b="1" dirty="0" err="1" smtClean="0">
                <a:latin typeface="Cambria" pitchFamily="18" charset="0"/>
              </a:rPr>
              <a:t>danitra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Antenaiko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hatrety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masoko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hahita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an’i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Jeso</a:t>
            </a:r>
            <a:endParaRPr lang="fr-FR" sz="54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0"/>
            <a:ext cx="8929718" cy="685800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2. He </a:t>
            </a:r>
            <a:r>
              <a:rPr lang="fr-FR" sz="5400" b="1" dirty="0" err="1" smtClean="0">
                <a:latin typeface="Cambria" pitchFamily="18" charset="0"/>
              </a:rPr>
              <a:t>fantatro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f’indray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andro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Ho </a:t>
            </a:r>
            <a:r>
              <a:rPr lang="fr-FR" sz="5400" b="1" dirty="0" err="1" smtClean="0">
                <a:latin typeface="Cambria" pitchFamily="18" charset="0"/>
              </a:rPr>
              <a:t>rava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sy</a:t>
            </a:r>
            <a:r>
              <a:rPr lang="fr-FR" sz="5400" b="1" dirty="0" smtClean="0">
                <a:latin typeface="Cambria" pitchFamily="18" charset="0"/>
              </a:rPr>
              <a:t> ho </a:t>
            </a:r>
            <a:r>
              <a:rPr lang="fr-FR" sz="5400" b="1" dirty="0" err="1" smtClean="0">
                <a:latin typeface="Cambria" pitchFamily="18" charset="0"/>
              </a:rPr>
              <a:t>potika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ety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Fa </a:t>
            </a: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mino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ihany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re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No </a:t>
            </a:r>
            <a:r>
              <a:rPr lang="fr-FR" sz="5400" b="1" dirty="0" err="1" smtClean="0">
                <a:latin typeface="Cambria" pitchFamily="18" charset="0"/>
              </a:rPr>
              <a:t>haharitra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doria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masoko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hahita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an’i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Jeso</a:t>
            </a:r>
            <a:endParaRPr lang="fr-FR" sz="54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0"/>
            <a:ext cx="8929718" cy="685800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fr-FR" sz="5400" b="1" dirty="0" smtClean="0">
                <a:latin typeface="Cambria" pitchFamily="18" charset="0"/>
              </a:rPr>
              <a:t>3. He </a:t>
            </a:r>
            <a:r>
              <a:rPr lang="fr-FR" sz="5400" b="1" dirty="0" err="1" smtClean="0">
                <a:latin typeface="Cambria" pitchFamily="18" charset="0"/>
              </a:rPr>
              <a:t>fantatro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f’indray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andro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Hiverina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Tompo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Jesosy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Faly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aho</a:t>
            </a:r>
            <a:r>
              <a:rPr lang="fr-FR" sz="5400" b="1" dirty="0" smtClean="0">
                <a:latin typeface="Cambria" pitchFamily="18" charset="0"/>
              </a:rPr>
              <a:t> ho </a:t>
            </a:r>
            <a:r>
              <a:rPr lang="fr-FR" sz="5400" b="1" dirty="0" err="1" smtClean="0">
                <a:latin typeface="Cambria" pitchFamily="18" charset="0"/>
              </a:rPr>
              <a:t>raisiny</a:t>
            </a:r>
            <a:r>
              <a:rPr lang="fr-FR" sz="5400" b="1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Honina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eo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anilany</a:t>
            </a:r>
            <a:endParaRPr lang="fr-FR" sz="5400" b="1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masoko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hahita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an’i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Jeso</a:t>
            </a:r>
            <a:endParaRPr lang="fr-FR" sz="54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Diapositive 1</vt:lpstr>
      <vt:lpstr>Diapositive 2</vt:lpstr>
      <vt:lpstr>Diapositive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Fihirana fifohazana 337</dc:title>
  <dc:creator>M</dc:creator>
  <cp:lastModifiedBy>M</cp:lastModifiedBy>
  <cp:revision>5</cp:revision>
  <dcterms:created xsi:type="dcterms:W3CDTF">2012-10-03T08:04:16Z</dcterms:created>
  <dcterms:modified xsi:type="dcterms:W3CDTF">2014-09-28T10:46:11Z</dcterms:modified>
</cp:coreProperties>
</file>