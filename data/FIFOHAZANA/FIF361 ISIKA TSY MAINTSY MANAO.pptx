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28/08/2019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1-Isika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maintsy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manao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Ny </a:t>
            </a:r>
            <a:r>
              <a:rPr lang="fr-FR" sz="6000" b="1" dirty="0" err="1">
                <a:latin typeface="Cambria" pitchFamily="18" charset="0"/>
              </a:rPr>
              <a:t>asan’ny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Tompo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isan’andro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Koa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andeha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ary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izaho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ianao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Hanefa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raha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mbola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antoandro</a:t>
            </a:r>
            <a:endParaRPr lang="fr-FR" sz="6000" b="1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361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Mandroso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hatrany</a:t>
            </a:r>
            <a:r>
              <a:rPr lang="fr-FR" sz="6600" b="1" dirty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Izay</a:t>
            </a:r>
            <a:r>
              <a:rPr lang="fr-FR" sz="6600" b="1" dirty="0">
                <a:latin typeface="Cambria" pitchFamily="18" charset="0"/>
              </a:rPr>
              <a:t> no </a:t>
            </a:r>
            <a:r>
              <a:rPr lang="fr-FR" sz="6600" b="1" dirty="0" err="1">
                <a:latin typeface="Cambria" pitchFamily="18" charset="0"/>
              </a:rPr>
              <a:t>tanjona</a:t>
            </a:r>
            <a:r>
              <a:rPr lang="fr-FR" sz="6600" b="1" dirty="0">
                <a:latin typeface="Cambria" pitchFamily="18" charset="0"/>
              </a:rPr>
              <a:t> !</a:t>
            </a:r>
          </a:p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Hatrany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am-paran-tany</a:t>
            </a:r>
            <a:endParaRPr lang="fr-FR" sz="66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>
                <a:latin typeface="Cambria" pitchFamily="18" charset="0"/>
              </a:rPr>
              <a:t>Ry </a:t>
            </a:r>
            <a:r>
              <a:rPr lang="fr-FR" sz="6600" b="1" dirty="0" err="1">
                <a:latin typeface="Cambria" pitchFamily="18" charset="0"/>
              </a:rPr>
              <a:t>Fifohazana</a:t>
            </a:r>
            <a:r>
              <a:rPr lang="fr-FR" sz="6600" b="1" dirty="0">
                <a:latin typeface="Cambria" pitchFamily="18" charset="0"/>
              </a:rPr>
              <a:t>.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361</a:t>
            </a:r>
          </a:p>
        </p:txBody>
      </p:sp>
    </p:spTree>
    <p:extLst>
      <p:ext uri="{BB962C8B-B14F-4D97-AF65-F5344CB8AC3E}">
        <p14:creationId xmlns:p14="http://schemas.microsoft.com/office/powerpoint/2010/main" val="89387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54872" y="692696"/>
            <a:ext cx="9396536" cy="585791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2-Haingàna </a:t>
            </a:r>
            <a:r>
              <a:rPr lang="fr-FR" sz="6000" b="1" dirty="0" err="1">
                <a:latin typeface="Cambria" pitchFamily="18" charset="0"/>
              </a:rPr>
              <a:t>ry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r>
              <a:rPr lang="fr-FR" sz="6000" b="1" dirty="0">
                <a:latin typeface="Cambria" pitchFamily="18" charset="0"/>
              </a:rPr>
              <a:t> e,</a:t>
            </a: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Fandrao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ora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farany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izao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Hiasa</a:t>
            </a:r>
            <a:r>
              <a:rPr lang="fr-FR" sz="6000" b="1" dirty="0">
                <a:latin typeface="Cambria" pitchFamily="18" charset="0"/>
              </a:rPr>
              <a:t>,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ho </a:t>
            </a:r>
            <a:r>
              <a:rPr lang="fr-FR" sz="6000" b="1" dirty="0" err="1">
                <a:latin typeface="Cambria" pitchFamily="18" charset="0"/>
              </a:rPr>
              <a:t>mpitazana</a:t>
            </a:r>
            <a:r>
              <a:rPr lang="fr-FR" sz="6000" b="1" dirty="0">
                <a:latin typeface="Cambria" pitchFamily="18" charset="0"/>
              </a:rPr>
              <a:t> e,</a:t>
            </a:r>
          </a:p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Ho </a:t>
            </a:r>
            <a:r>
              <a:rPr lang="fr-FR" sz="6000" b="1" dirty="0" err="1">
                <a:latin typeface="Cambria" pitchFamily="18" charset="0"/>
              </a:rPr>
              <a:t>hitan’i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Jeso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Tompo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anao</a:t>
            </a:r>
            <a:r>
              <a:rPr lang="fr-FR" sz="6000" b="1" dirty="0">
                <a:latin typeface="Cambria" pitchFamily="18" charset="0"/>
              </a:rPr>
              <a:t> !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361</a:t>
            </a:r>
          </a:p>
        </p:txBody>
      </p:sp>
    </p:spTree>
    <p:extLst>
      <p:ext uri="{BB962C8B-B14F-4D97-AF65-F5344CB8AC3E}">
        <p14:creationId xmlns:p14="http://schemas.microsoft.com/office/powerpoint/2010/main" val="135675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Mandroso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hatrany</a:t>
            </a:r>
            <a:r>
              <a:rPr lang="fr-FR" sz="6600" b="1" dirty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Izay</a:t>
            </a:r>
            <a:r>
              <a:rPr lang="fr-FR" sz="6600" b="1" dirty="0">
                <a:latin typeface="Cambria" pitchFamily="18" charset="0"/>
              </a:rPr>
              <a:t> no </a:t>
            </a:r>
            <a:r>
              <a:rPr lang="fr-FR" sz="6600" b="1" dirty="0" err="1">
                <a:latin typeface="Cambria" pitchFamily="18" charset="0"/>
              </a:rPr>
              <a:t>tanjona</a:t>
            </a:r>
            <a:r>
              <a:rPr lang="fr-FR" sz="6600" b="1" dirty="0">
                <a:latin typeface="Cambria" pitchFamily="18" charset="0"/>
              </a:rPr>
              <a:t> !</a:t>
            </a:r>
          </a:p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Hatrany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am-paran-tany</a:t>
            </a:r>
            <a:endParaRPr lang="fr-FR" sz="66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>
                <a:latin typeface="Cambria" pitchFamily="18" charset="0"/>
              </a:rPr>
              <a:t>Ry </a:t>
            </a:r>
            <a:r>
              <a:rPr lang="fr-FR" sz="6600" b="1" dirty="0" err="1">
                <a:latin typeface="Cambria" pitchFamily="18" charset="0"/>
              </a:rPr>
              <a:t>Fifohazana</a:t>
            </a:r>
            <a:r>
              <a:rPr lang="fr-FR" sz="6600" b="1" dirty="0">
                <a:latin typeface="Cambria" pitchFamily="18" charset="0"/>
              </a:rPr>
              <a:t>.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361</a:t>
            </a:r>
          </a:p>
        </p:txBody>
      </p:sp>
    </p:spTree>
    <p:extLst>
      <p:ext uri="{BB962C8B-B14F-4D97-AF65-F5344CB8AC3E}">
        <p14:creationId xmlns:p14="http://schemas.microsoft.com/office/powerpoint/2010/main" val="209421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857916"/>
          </a:xfrm>
        </p:spPr>
        <p:txBody>
          <a:bodyPr>
            <a:normAutofit fontScale="92500"/>
          </a:bodyPr>
          <a:lstStyle/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3-Na </a:t>
            </a:r>
            <a:r>
              <a:rPr lang="fr-FR" sz="6000" b="1" dirty="0" err="1">
                <a:latin typeface="Cambria" pitchFamily="18" charset="0"/>
              </a:rPr>
              <a:t>mafy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aza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ady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atao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Ny </a:t>
            </a:r>
            <a:r>
              <a:rPr lang="fr-FR" sz="6000" b="1" dirty="0" err="1">
                <a:latin typeface="Cambria" pitchFamily="18" charset="0"/>
              </a:rPr>
              <a:t>sarotra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koa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hifanesy</a:t>
            </a:r>
            <a:r>
              <a:rPr lang="fr-FR" sz="6000" b="1" dirty="0">
                <a:latin typeface="Cambria" pitchFamily="18" charset="0"/>
              </a:rPr>
              <a:t> !</a:t>
            </a:r>
          </a:p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D’</a:t>
            </a:r>
            <a:r>
              <a:rPr lang="fr-FR" sz="6000" b="1" dirty="0" err="1">
                <a:latin typeface="Cambria" pitchFamily="18" charset="0"/>
              </a:rPr>
              <a:t>izao</a:t>
            </a:r>
            <a:r>
              <a:rPr lang="fr-FR" sz="6000" b="1" dirty="0">
                <a:latin typeface="Cambria" pitchFamily="18" charset="0"/>
              </a:rPr>
              <a:t> no </a:t>
            </a:r>
            <a:r>
              <a:rPr lang="fr-FR" sz="6000" b="1" dirty="0" err="1">
                <a:latin typeface="Cambria" pitchFamily="18" charset="0"/>
              </a:rPr>
              <a:t>aoka</a:t>
            </a:r>
            <a:r>
              <a:rPr lang="fr-FR" sz="6000" b="1" dirty="0">
                <a:latin typeface="Cambria" pitchFamily="18" charset="0"/>
              </a:rPr>
              <a:t> ho </a:t>
            </a:r>
            <a:r>
              <a:rPr lang="fr-FR" sz="6000" b="1" dirty="0" err="1">
                <a:latin typeface="Cambria" pitchFamily="18" charset="0"/>
              </a:rPr>
              <a:t>fantarinao</a:t>
            </a:r>
            <a:r>
              <a:rPr lang="fr-FR" sz="6000" b="1" dirty="0">
                <a:latin typeface="Cambria" pitchFamily="18" charset="0"/>
              </a:rPr>
              <a:t> :</a:t>
            </a: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Isika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maintsy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mandresy</a:t>
            </a:r>
            <a:r>
              <a:rPr lang="fr-FR" sz="6000" b="1" dirty="0">
                <a:latin typeface="Cambria" pitchFamily="18" charset="0"/>
              </a:rPr>
              <a:t> !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361</a:t>
            </a:r>
          </a:p>
        </p:txBody>
      </p:sp>
    </p:spTree>
    <p:extLst>
      <p:ext uri="{BB962C8B-B14F-4D97-AF65-F5344CB8AC3E}">
        <p14:creationId xmlns:p14="http://schemas.microsoft.com/office/powerpoint/2010/main" val="397320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Mandroso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hatrany</a:t>
            </a:r>
            <a:r>
              <a:rPr lang="fr-FR" sz="6600" b="1" dirty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Izay</a:t>
            </a:r>
            <a:r>
              <a:rPr lang="fr-FR" sz="6600" b="1" dirty="0">
                <a:latin typeface="Cambria" pitchFamily="18" charset="0"/>
              </a:rPr>
              <a:t> no </a:t>
            </a:r>
            <a:r>
              <a:rPr lang="fr-FR" sz="6600" b="1" dirty="0" err="1">
                <a:latin typeface="Cambria" pitchFamily="18" charset="0"/>
              </a:rPr>
              <a:t>tanjona</a:t>
            </a:r>
            <a:r>
              <a:rPr lang="fr-FR" sz="6600" b="1" dirty="0">
                <a:latin typeface="Cambria" pitchFamily="18" charset="0"/>
              </a:rPr>
              <a:t> !</a:t>
            </a:r>
          </a:p>
          <a:p>
            <a:pPr marL="914400" indent="-914400">
              <a:buNone/>
            </a:pPr>
            <a:r>
              <a:rPr lang="fr-FR" sz="6600" b="1" dirty="0" err="1">
                <a:latin typeface="Cambria" pitchFamily="18" charset="0"/>
              </a:rPr>
              <a:t>Hatrany</a:t>
            </a:r>
            <a:r>
              <a:rPr lang="fr-FR" sz="6600" b="1" dirty="0">
                <a:latin typeface="Cambria" pitchFamily="18" charset="0"/>
              </a:rPr>
              <a:t> </a:t>
            </a:r>
            <a:r>
              <a:rPr lang="fr-FR" sz="6600" b="1" dirty="0" err="1">
                <a:latin typeface="Cambria" pitchFamily="18" charset="0"/>
              </a:rPr>
              <a:t>am-paran-tany</a:t>
            </a:r>
            <a:endParaRPr lang="fr-FR" sz="66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b="1" dirty="0">
                <a:latin typeface="Cambria" pitchFamily="18" charset="0"/>
              </a:rPr>
              <a:t>Ry </a:t>
            </a:r>
            <a:r>
              <a:rPr lang="fr-FR" sz="6600" b="1" dirty="0" err="1">
                <a:latin typeface="Cambria" pitchFamily="18" charset="0"/>
              </a:rPr>
              <a:t>Fifohazana</a:t>
            </a:r>
            <a:r>
              <a:rPr lang="fr-FR" sz="6600" b="1" dirty="0">
                <a:latin typeface="Cambria" pitchFamily="18" charset="0"/>
              </a:rPr>
              <a:t>.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361</a:t>
            </a:r>
          </a:p>
        </p:txBody>
      </p:sp>
    </p:spTree>
    <p:extLst>
      <p:ext uri="{BB962C8B-B14F-4D97-AF65-F5344CB8AC3E}">
        <p14:creationId xmlns:p14="http://schemas.microsoft.com/office/powerpoint/2010/main" val="183759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110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FIF 361</vt:lpstr>
      <vt:lpstr>FIF 361</vt:lpstr>
      <vt:lpstr>FIF 361</vt:lpstr>
      <vt:lpstr>FIF 361</vt:lpstr>
      <vt:lpstr>FIF 361</vt:lpstr>
      <vt:lpstr>FIF 361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FJKM Mandrosoa ILAFY</cp:lastModifiedBy>
  <cp:revision>13</cp:revision>
  <dcterms:created xsi:type="dcterms:W3CDTF">2012-10-09T20:34:16Z</dcterms:created>
  <dcterms:modified xsi:type="dcterms:W3CDTF">2019-08-28T16:22:11Z</dcterms:modified>
</cp:coreProperties>
</file>