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182" autoAdjust="0"/>
    <p:restoredTop sz="92857" autoAdjust="0"/>
  </p:normalViewPr>
  <p:slideViewPr>
    <p:cSldViewPr>
      <p:cViewPr varScale="1">
        <p:scale>
          <a:sx n="59" d="100"/>
          <a:sy n="59" d="100"/>
        </p:scale>
        <p:origin x="-45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C6B7B-F1AC-4343-B0CF-91E511DEF369}" type="datetimeFigureOut">
              <a:rPr lang="fr-FR" smtClean="0"/>
              <a:pPr/>
              <a:t>20/09/2014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Hosana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asandratray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noely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ifalianay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ankehitriny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filazana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mahafaly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lazain’ireo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anjely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tanteraka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fihavanan’Andriamanitra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zanak’olombelona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O!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an’Andriamanitra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ambonin’ny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an’izay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ankasitrahany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natera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-java-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Nomena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Andrian’ny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fifaliana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Azontsika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vidina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an’Andriamanitra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ambonin’ny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an’izay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ankasitrahany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natera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-java-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tsoa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Nomena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Andrian’ny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fifaliana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Mihirà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miderà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mihobia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Voninahitra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vo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indrindra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an’Andriamanitra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642917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</a:t>
            </a:r>
            <a:r>
              <a:rPr lang="fr-FR" dirty="0" smtClean="0">
                <a:latin typeface="Cambria" pitchFamily="18" charset="0"/>
              </a:rPr>
              <a:t>15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 algn="l"/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fiadanana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ambonin’ny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an’izay</a:t>
            </a:r>
            <a:r>
              <a:rPr lang="fr-FR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dirty="0" err="1" smtClean="0">
                <a:solidFill>
                  <a:srgbClr val="002060"/>
                </a:solidFill>
                <a:latin typeface="Cambria" pitchFamily="18" charset="0"/>
              </a:rPr>
              <a:t>ankasitrahany</a:t>
            </a: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199</Words>
  <Application>Microsoft Office PowerPoint</Application>
  <PresentationFormat>Affichage à l'écran (4:3)</PresentationFormat>
  <Paragraphs>62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  <vt:lpstr>FIF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10</dc:title>
  <dc:creator>MIARINTSOA</dc:creator>
  <cp:lastModifiedBy>M</cp:lastModifiedBy>
  <cp:revision>6</cp:revision>
  <dcterms:created xsi:type="dcterms:W3CDTF">2012-10-03T19:26:45Z</dcterms:created>
  <dcterms:modified xsi:type="dcterms:W3CDTF">2014-09-20T19:24:20Z</dcterms:modified>
</cp:coreProperties>
</file>