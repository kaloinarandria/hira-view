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60" r:id="rId4"/>
    <p:sldId id="266" r:id="rId5"/>
    <p:sldId id="264" r:id="rId6"/>
    <p:sldId id="267" r:id="rId7"/>
    <p:sldId id="263" r:id="rId8"/>
    <p:sldId id="26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8182" autoAdjust="0"/>
    <p:restoredTop sz="94660"/>
  </p:normalViewPr>
  <p:slideViewPr>
    <p:cSldViewPr>
      <p:cViewPr varScale="1">
        <p:scale>
          <a:sx n="68" d="100"/>
          <a:sy n="68" d="100"/>
        </p:scale>
        <p:origin x="-2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313C3-69AF-4BBC-8B1E-17442E8323DC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EFF01-E8A7-47E3-ADF8-84C9DC81D85D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1.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fonenana</a:t>
            </a:r>
            <a:r>
              <a:rPr lang="fr-FR" sz="5400" dirty="0" smtClean="0">
                <a:latin typeface="Cambria" pitchFamily="18" charset="0"/>
              </a:rPr>
              <a:t> an-</a:t>
            </a:r>
            <a:r>
              <a:rPr lang="fr-FR" sz="5400" dirty="0" err="1" smtClean="0">
                <a:latin typeface="Cambria" pitchFamily="18" charset="0"/>
              </a:rPr>
              <a:t>danitra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Dia </a:t>
            </a:r>
            <a:r>
              <a:rPr lang="fr-FR" sz="5400" dirty="0" err="1" smtClean="0">
                <a:latin typeface="Cambria" pitchFamily="18" charset="0"/>
              </a:rPr>
              <a:t>manasa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mponina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r>
              <a:rPr lang="fr-FR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He, </a:t>
            </a:r>
            <a:r>
              <a:rPr lang="fr-FR" sz="5400" dirty="0" err="1" smtClean="0">
                <a:latin typeface="Cambria" pitchFamily="18" charset="0"/>
              </a:rPr>
              <a:t>mazava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làlana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mankao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Mandrosoa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mandrosoa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dia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'Zay </a:t>
            </a:r>
            <a:r>
              <a:rPr lang="fr-FR" sz="5400" dirty="0" err="1" smtClean="0">
                <a:latin typeface="Cambria" pitchFamily="18" charset="0"/>
              </a:rPr>
              <a:t>manaiky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natao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Lova </a:t>
            </a:r>
            <a:r>
              <a:rPr lang="fr-FR" sz="5400" dirty="0" err="1" smtClean="0">
                <a:latin typeface="Cambria" pitchFamily="18" charset="0"/>
              </a:rPr>
              <a:t>soa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lo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no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Mandrosoa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mandrosoa</a:t>
            </a:r>
            <a:endParaRPr lang="fr-FR" sz="5400" dirty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He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zavatra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Fihavanana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soa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mponina</a:t>
            </a:r>
            <a:r>
              <a:rPr lang="fr-FR" sz="6000" dirty="0" smtClean="0">
                <a:latin typeface="Cambria" pitchFamily="18" charset="0"/>
              </a:rPr>
              <a:t> an-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Jehovah</a:t>
            </a:r>
            <a:r>
              <a:rPr lang="fr-FR" sz="6000" dirty="0" smtClean="0"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He, </a:t>
            </a:r>
            <a:r>
              <a:rPr lang="fr-FR" sz="6000" dirty="0" err="1" smtClean="0">
                <a:latin typeface="Cambria" pitchFamily="18" charset="0"/>
              </a:rPr>
              <a:t>sambatra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mandrakizay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dia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'Zay </a:t>
            </a:r>
            <a:r>
              <a:rPr lang="fr-FR" sz="5400" dirty="0" err="1" smtClean="0">
                <a:latin typeface="Cambria" pitchFamily="18" charset="0"/>
              </a:rPr>
              <a:t>manaiky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natao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Lova </a:t>
            </a:r>
            <a:r>
              <a:rPr lang="fr-FR" sz="5400" dirty="0" err="1" smtClean="0">
                <a:latin typeface="Cambria" pitchFamily="18" charset="0"/>
              </a:rPr>
              <a:t>soa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lo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no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Mandrosoa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mandrosoa</a:t>
            </a:r>
            <a:endParaRPr lang="fr-FR" sz="5400" dirty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3. He! </a:t>
            </a:r>
            <a:r>
              <a:rPr lang="fr-FR" sz="5400" dirty="0" err="1" smtClean="0">
                <a:latin typeface="Cambria" pitchFamily="18" charset="0"/>
              </a:rPr>
              <a:t>Miantso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antsika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Mpamonjy</a:t>
            </a:r>
            <a:r>
              <a:rPr lang="fr-FR" sz="5400" dirty="0" smtClean="0">
                <a:latin typeface="Cambria" pitchFamily="18" charset="0"/>
              </a:rPr>
              <a:t> '</a:t>
            </a:r>
            <a:r>
              <a:rPr lang="fr-FR" sz="5400" dirty="0" err="1" smtClean="0">
                <a:latin typeface="Cambria" pitchFamily="18" charset="0"/>
              </a:rPr>
              <a:t>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tonga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fahatongavany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Mandrasoa</a:t>
            </a:r>
            <a:r>
              <a:rPr lang="fr-FR" sz="5400" dirty="0" smtClean="0">
                <a:latin typeface="Cambria" pitchFamily="18" charset="0"/>
              </a:rPr>
              <a:t> , </a:t>
            </a:r>
            <a:r>
              <a:rPr lang="fr-FR" sz="5400" dirty="0" err="1" smtClean="0">
                <a:latin typeface="Cambria" pitchFamily="18" charset="0"/>
              </a:rPr>
              <a:t>mandrosoa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dia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'Zay </a:t>
            </a:r>
            <a:r>
              <a:rPr lang="fr-FR" sz="5400" dirty="0" err="1" smtClean="0">
                <a:latin typeface="Cambria" pitchFamily="18" charset="0"/>
              </a:rPr>
              <a:t>manaiky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natao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Lova </a:t>
            </a:r>
            <a:r>
              <a:rPr lang="fr-FR" sz="5400" dirty="0" err="1" smtClean="0">
                <a:latin typeface="Cambria" pitchFamily="18" charset="0"/>
              </a:rPr>
              <a:t>soa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lo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no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Mandrosoa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mandrosoa</a:t>
            </a:r>
            <a:endParaRPr lang="fr-FR" sz="5400" dirty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4. O! </a:t>
            </a:r>
            <a:r>
              <a:rPr lang="fr-FR" sz="5400" dirty="0" err="1" smtClean="0">
                <a:latin typeface="Cambria" pitchFamily="18" charset="0"/>
              </a:rPr>
              <a:t>mihevera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mponina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Jehovah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Aza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sondriana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Miaingà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miasà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dia ho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'Zay </a:t>
            </a:r>
            <a:r>
              <a:rPr lang="fr-FR" sz="5400" dirty="0" err="1" smtClean="0">
                <a:latin typeface="Cambria" pitchFamily="18" charset="0"/>
              </a:rPr>
              <a:t>manaiky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natao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Lova </a:t>
            </a:r>
            <a:r>
              <a:rPr lang="fr-FR" sz="5400" dirty="0" err="1" smtClean="0">
                <a:latin typeface="Cambria" pitchFamily="18" charset="0"/>
              </a:rPr>
              <a:t>soa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lo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no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Mandrosoa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mandrosoa</a:t>
            </a:r>
            <a:endParaRPr lang="fr-FR" sz="5400" dirty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225</Words>
  <Application>Microsoft Office PowerPoint</Application>
  <PresentationFormat>Affichage à l'écran (4:3)</PresentationFormat>
  <Paragraphs>51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 116</vt:lpstr>
      <vt:lpstr>FIF 116</vt:lpstr>
      <vt:lpstr>FIF 116</vt:lpstr>
      <vt:lpstr>FIF 116</vt:lpstr>
      <vt:lpstr>FIF 116</vt:lpstr>
      <vt:lpstr>FIF 116</vt:lpstr>
      <vt:lpstr>FIF 116</vt:lpstr>
      <vt:lpstr>FIF 116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116</dc:title>
  <dc:creator>MIARINTSOA</dc:creator>
  <cp:lastModifiedBy>MIARINTSOA</cp:lastModifiedBy>
  <cp:revision>2</cp:revision>
  <dcterms:created xsi:type="dcterms:W3CDTF">2012-10-05T19:55:52Z</dcterms:created>
  <dcterms:modified xsi:type="dcterms:W3CDTF">2012-10-05T20:09:04Z</dcterms:modified>
</cp:coreProperties>
</file>