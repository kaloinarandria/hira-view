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8" r:id="rId5"/>
    <p:sldId id="267" r:id="rId6"/>
    <p:sldId id="269" r:id="rId7"/>
    <p:sldId id="266" r:id="rId8"/>
    <p:sldId id="270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95FCD-2B79-442D-BA6C-FAC509EFB022}" type="datetimeFigureOut">
              <a:rPr lang="fr-FR" smtClean="0"/>
              <a:t>03/10/2012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4942-AD15-4558-97AE-7343C48DB54C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500174"/>
            <a:ext cx="9429784" cy="5357826"/>
          </a:xfrm>
        </p:spPr>
        <p:txBody>
          <a:bodyPr>
            <a:noAutofit/>
          </a:bodyPr>
          <a:lstStyle/>
          <a:p>
            <a:pPr algn="l"/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1.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tanàna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 algn="l"/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Vitsy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trano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nahaterahan'i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algn="l"/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Ali-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maizim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pito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5000" dirty="0" err="1" smtClean="0">
                <a:solidFill>
                  <a:srgbClr val="002060"/>
                </a:solidFill>
                <a:latin typeface="Cambria" pitchFamily="18" charset="0"/>
              </a:rPr>
              <a:t>sasak'alim-be</a:t>
            </a:r>
            <a:r>
              <a:rPr lang="fr-FR" sz="50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  <a:endParaRPr lang="fr-FR" sz="5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1442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285860"/>
            <a:ext cx="9144000" cy="5572140"/>
          </a:xfrm>
        </p:spPr>
        <p:txBody>
          <a:bodyPr>
            <a:normAutofit/>
          </a:bodyPr>
          <a:lstStyle/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Betleheme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Any Jodia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Imanoela no teraka.</a:t>
            </a:r>
          </a:p>
          <a:p>
            <a:pPr algn="l"/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1442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Kintana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dinihina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mamantatra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isan'alina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Imanoela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1442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285860"/>
            <a:ext cx="9144000" cy="5572140"/>
          </a:xfrm>
        </p:spPr>
        <p:txBody>
          <a:bodyPr>
            <a:normAutofit/>
          </a:bodyPr>
          <a:lstStyle/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Betleheme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Any Jodia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Imanoela no teraka.</a:t>
            </a:r>
          </a:p>
          <a:p>
            <a:pPr algn="l"/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1442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lavitra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Te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hahita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 na dia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sasatra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hitsaoka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nateraka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1442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285860"/>
            <a:ext cx="9144000" cy="5572140"/>
          </a:xfrm>
        </p:spPr>
        <p:txBody>
          <a:bodyPr>
            <a:normAutofit/>
          </a:bodyPr>
          <a:lstStyle/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Betleheme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Any Jodia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Imanoela no teraka.</a:t>
            </a:r>
          </a:p>
          <a:p>
            <a:pPr algn="l"/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1442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285860"/>
            <a:ext cx="9144000" cy="5572140"/>
          </a:xfrm>
        </p:spPr>
        <p:txBody>
          <a:bodyPr>
            <a:norm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4. O!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hitsaoka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an'ilay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nantenaina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14421"/>
          </a:xfrm>
        </p:spPr>
        <p:txBody>
          <a:bodyPr/>
          <a:lstStyle/>
          <a:p>
            <a:r>
              <a:rPr lang="fr-FR" dirty="0" smtClean="0"/>
              <a:t>FIF23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285860"/>
            <a:ext cx="9144000" cy="5572140"/>
          </a:xfrm>
        </p:spPr>
        <p:txBody>
          <a:bodyPr>
            <a:normAutofit/>
          </a:bodyPr>
          <a:lstStyle/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Betleheme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Any Jodia</a:t>
            </a:r>
          </a:p>
          <a:p>
            <a:pPr algn="l"/>
            <a:r>
              <a:rPr lang="pt-BR" sz="5400" dirty="0" smtClean="0">
                <a:solidFill>
                  <a:srgbClr val="002060"/>
                </a:solidFill>
                <a:latin typeface="Cambria" pitchFamily="18" charset="0"/>
              </a:rPr>
              <a:t>Ao Imanoela no teraka.</a:t>
            </a:r>
          </a:p>
          <a:p>
            <a:pPr algn="l"/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148</Words>
  <Application>Microsoft Office PowerPoint</Application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FIF23</vt:lpstr>
      <vt:lpstr>FIF23</vt:lpstr>
      <vt:lpstr>FIF23</vt:lpstr>
      <vt:lpstr>FIF23</vt:lpstr>
      <vt:lpstr>FIF23</vt:lpstr>
      <vt:lpstr>FIF23</vt:lpstr>
      <vt:lpstr>FIF23</vt:lpstr>
      <vt:lpstr>FIF23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FIF23</dc:title>
  <dc:creator>MIARINTSOA</dc:creator>
  <cp:lastModifiedBy>MIARINTSOA</cp:lastModifiedBy>
  <cp:revision>1</cp:revision>
  <dcterms:created xsi:type="dcterms:W3CDTF">2012-10-03T19:43:11Z</dcterms:created>
  <dcterms:modified xsi:type="dcterms:W3CDTF">2012-10-03T19:51:45Z</dcterms:modified>
</cp:coreProperties>
</file>