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8" r:id="rId3"/>
    <p:sldId id="273" r:id="rId4"/>
    <p:sldId id="272" r:id="rId5"/>
    <p:sldId id="271" r:id="rId6"/>
    <p:sldId id="270" r:id="rId7"/>
    <p:sldId id="277" r:id="rId8"/>
    <p:sldId id="278" r:id="rId9"/>
    <p:sldId id="269" r:id="rId10"/>
    <p:sldId id="268" r:id="rId11"/>
    <p:sldId id="279" r:id="rId12"/>
    <p:sldId id="280" r:id="rId13"/>
    <p:sldId id="267" r:id="rId14"/>
    <p:sldId id="266" r:id="rId15"/>
    <p:sldId id="281" r:id="rId16"/>
    <p:sldId id="282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1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DF6BA-8CB1-4A77-85F5-A4010360BB01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000108"/>
            <a:ext cx="8501122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zanako</a:t>
            </a:r>
            <a:r>
              <a:rPr lang="fr-FR" sz="7200" dirty="0" smtClean="0">
                <a:latin typeface="Cambria" pitchFamily="18" charset="0"/>
              </a:rPr>
              <a:t> mania!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Henoinao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Izaho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be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fitia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Mangora</a:t>
            </a:r>
            <a:r>
              <a:rPr lang="fr-FR" sz="7200" dirty="0" smtClean="0">
                <a:latin typeface="Cambria" pitchFamily="18" charset="0"/>
              </a:rPr>
              <a:t>-po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r>
              <a:rPr lang="fr-FR" sz="7200" dirty="0" smtClean="0">
                <a:latin typeface="Cambria" pitchFamily="18" charset="0"/>
              </a:rPr>
              <a:t> 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zanako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modia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Sao </a:t>
            </a:r>
            <a:r>
              <a:rPr lang="fr-FR" sz="7200" dirty="0" err="1" smtClean="0">
                <a:latin typeface="Cambria" pitchFamily="18" charset="0"/>
              </a:rPr>
              <a:t>maty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hianao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Fa </a:t>
            </a:r>
            <a:r>
              <a:rPr lang="fr-FR" sz="7200" dirty="0" err="1" smtClean="0">
                <a:latin typeface="Cambria" pitchFamily="18" charset="0"/>
              </a:rPr>
              <a:t>be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bibidia</a:t>
            </a:r>
            <a:r>
              <a:rPr lang="fr-FR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Modia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  <a:p>
            <a:endParaRPr lang="fr-FR" sz="9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-32" y="714356"/>
            <a:ext cx="921550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Aiza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aiza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lalanao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zanak’olombelona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Aiza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aiza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lalanao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Ho </a:t>
            </a:r>
            <a:r>
              <a:rPr lang="fr-FR" sz="7200" dirty="0" err="1" smtClean="0">
                <a:latin typeface="Cambria" pitchFamily="18" charset="0"/>
              </a:rPr>
              <a:t>any</a:t>
            </a:r>
            <a:r>
              <a:rPr lang="fr-FR" sz="7200" dirty="0" smtClean="0">
                <a:latin typeface="Cambria" pitchFamily="18" charset="0"/>
              </a:rPr>
              <a:t> an–</a:t>
            </a:r>
            <a:r>
              <a:rPr lang="fr-FR" sz="7200" dirty="0" err="1" smtClean="0">
                <a:latin typeface="Cambria" pitchFamily="18" charset="0"/>
              </a:rPr>
              <a:t>danitra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ve</a:t>
            </a:r>
            <a:r>
              <a:rPr lang="fr-FR" sz="7200" dirty="0" smtClean="0">
                <a:latin typeface="Cambria" pitchFamily="18" charset="0"/>
              </a:rPr>
              <a:t>?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Mpanjaka</a:t>
            </a:r>
            <a:r>
              <a:rPr lang="fr-FR" sz="7200" dirty="0" smtClean="0">
                <a:latin typeface="Cambria" pitchFamily="18" charset="0"/>
              </a:rPr>
              <a:t> va </a:t>
            </a:r>
            <a:r>
              <a:rPr lang="fr-FR" sz="7200" dirty="0" err="1" smtClean="0">
                <a:latin typeface="Cambria" pitchFamily="18" charset="0"/>
              </a:rPr>
              <a:t>ianao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Sa </a:t>
            </a:r>
            <a:r>
              <a:rPr lang="fr-FR" sz="7200" dirty="0" err="1" smtClean="0">
                <a:latin typeface="Cambria" pitchFamily="18" charset="0"/>
              </a:rPr>
              <a:t>mpanota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maika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hody</a:t>
            </a:r>
            <a:r>
              <a:rPr lang="fr-FR" sz="72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mbola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manontany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hody</a:t>
            </a:r>
            <a:r>
              <a:rPr lang="fr-FR" sz="7200" dirty="0" smtClean="0">
                <a:latin typeface="Cambria" pitchFamily="18" charset="0"/>
              </a:rPr>
              <a:t> va?</a:t>
            </a: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2.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zavatry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tany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Sao </a:t>
            </a:r>
            <a:r>
              <a:rPr lang="fr-FR" sz="7200" dirty="0" err="1" smtClean="0">
                <a:latin typeface="Cambria" pitchFamily="18" charset="0"/>
              </a:rPr>
              <a:t>mahasimba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Harena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mety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lany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mahavonjy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Izaho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irery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ihany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No </a:t>
            </a:r>
            <a:r>
              <a:rPr lang="fr-FR" sz="7200" dirty="0" err="1" smtClean="0">
                <a:latin typeface="Cambria" pitchFamily="18" charset="0"/>
              </a:rPr>
              <a:t>hiadananao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mbola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manontany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hody</a:t>
            </a:r>
            <a:r>
              <a:rPr lang="fr-FR" sz="7200" dirty="0" smtClean="0">
                <a:latin typeface="Cambria" pitchFamily="18" charset="0"/>
              </a:rPr>
              <a:t> va?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lalanao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zanak’olombelona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lalanao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any</a:t>
            </a:r>
            <a:r>
              <a:rPr lang="fr-FR" sz="6600" dirty="0" smtClean="0">
                <a:latin typeface="Cambria" pitchFamily="18" charset="0"/>
              </a:rPr>
              <a:t> an–</a:t>
            </a:r>
            <a:r>
              <a:rPr lang="fr-FR" sz="6600" dirty="0" err="1" smtClean="0">
                <a:latin typeface="Cambria" pitchFamily="18" charset="0"/>
              </a:rPr>
              <a:t>danitra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ve</a:t>
            </a:r>
            <a:r>
              <a:rPr lang="fr-FR" sz="6600" dirty="0" smtClean="0">
                <a:latin typeface="Cambria" pitchFamily="18" charset="0"/>
              </a:rPr>
              <a:t>?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Mpanjaka</a:t>
            </a:r>
            <a:r>
              <a:rPr lang="fr-FR" sz="6600" dirty="0" smtClean="0">
                <a:latin typeface="Cambria" pitchFamily="18" charset="0"/>
              </a:rPr>
              <a:t> va </a:t>
            </a:r>
            <a:r>
              <a:rPr lang="fr-FR" sz="6600" dirty="0" err="1" smtClean="0">
                <a:latin typeface="Cambria" pitchFamily="18" charset="0"/>
              </a:rPr>
              <a:t>ianao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Sa </a:t>
            </a:r>
            <a:r>
              <a:rPr lang="fr-FR" sz="6600" dirty="0" err="1" smtClean="0">
                <a:latin typeface="Cambria" pitchFamily="18" charset="0"/>
              </a:rPr>
              <a:t>mpanota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hody</a:t>
            </a:r>
            <a:r>
              <a:rPr lang="fr-FR" sz="66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mbola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manontany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hody</a:t>
            </a:r>
            <a:r>
              <a:rPr lang="fr-FR" sz="6600" dirty="0" smtClean="0">
                <a:latin typeface="Cambria" pitchFamily="18" charset="0"/>
              </a:rPr>
              <a:t> va?</a:t>
            </a: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3. </a:t>
            </a:r>
            <a:r>
              <a:rPr lang="fr-FR" sz="7200" dirty="0" err="1" smtClean="0">
                <a:latin typeface="Cambria" pitchFamily="18" charset="0"/>
              </a:rPr>
              <a:t>Mamiratra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jerena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lalan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tsitrapo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Fa </a:t>
            </a:r>
            <a:r>
              <a:rPr lang="fr-FR" sz="7200" dirty="0" err="1" smtClean="0">
                <a:latin typeface="Cambria" pitchFamily="18" charset="0"/>
              </a:rPr>
              <a:t>ankoso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bolamena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Mamitaka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sitrapon’ny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tena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Mamery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ainao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Ario</a:t>
            </a:r>
            <a:r>
              <a:rPr lang="fr-FR" sz="7200" dirty="0" smtClean="0">
                <a:latin typeface="Cambria" pitchFamily="18" charset="0"/>
              </a:rPr>
              <a:t> ka </a:t>
            </a:r>
            <a:r>
              <a:rPr lang="fr-FR" sz="7200" dirty="0" err="1" smtClean="0">
                <a:latin typeface="Cambria" pitchFamily="18" charset="0"/>
              </a:rPr>
              <a:t>miverena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Modia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!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Aiza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aiza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lalanao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zanak’olombelona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Aiza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aiza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lalanao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Ho </a:t>
            </a:r>
            <a:r>
              <a:rPr lang="fr-FR" sz="7200" dirty="0" err="1" smtClean="0">
                <a:latin typeface="Cambria" pitchFamily="18" charset="0"/>
              </a:rPr>
              <a:t>any</a:t>
            </a:r>
            <a:r>
              <a:rPr lang="fr-FR" sz="7200" dirty="0" smtClean="0">
                <a:latin typeface="Cambria" pitchFamily="18" charset="0"/>
              </a:rPr>
              <a:t> an–</a:t>
            </a:r>
            <a:r>
              <a:rPr lang="fr-FR" sz="7200" dirty="0" err="1" smtClean="0">
                <a:latin typeface="Cambria" pitchFamily="18" charset="0"/>
              </a:rPr>
              <a:t>danitra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ve</a:t>
            </a:r>
            <a:r>
              <a:rPr lang="fr-FR" sz="7200" dirty="0" smtClean="0">
                <a:latin typeface="Cambria" pitchFamily="18" charset="0"/>
              </a:rPr>
              <a:t>?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Mpanjaka</a:t>
            </a:r>
            <a:r>
              <a:rPr lang="fr-FR" sz="7200" dirty="0" smtClean="0">
                <a:latin typeface="Cambria" pitchFamily="18" charset="0"/>
              </a:rPr>
              <a:t> va </a:t>
            </a:r>
            <a:r>
              <a:rPr lang="fr-FR" sz="7200" dirty="0" err="1" smtClean="0">
                <a:latin typeface="Cambria" pitchFamily="18" charset="0"/>
              </a:rPr>
              <a:t>ianao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Sa </a:t>
            </a:r>
            <a:r>
              <a:rPr lang="fr-FR" sz="7200" dirty="0" err="1" smtClean="0">
                <a:latin typeface="Cambria" pitchFamily="18" charset="0"/>
              </a:rPr>
              <a:t>mpanota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maika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hody</a:t>
            </a:r>
            <a:r>
              <a:rPr lang="fr-FR" sz="72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mbola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manontany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hody</a:t>
            </a:r>
            <a:r>
              <a:rPr lang="fr-FR" sz="7200" dirty="0" smtClean="0">
                <a:latin typeface="Cambria" pitchFamily="18" charset="0"/>
              </a:rPr>
              <a:t> va?</a:t>
            </a: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4. </a:t>
            </a:r>
            <a:r>
              <a:rPr lang="fr-FR" sz="7200" dirty="0" err="1" smtClean="0">
                <a:latin typeface="Cambria" pitchFamily="18" charset="0"/>
              </a:rPr>
              <a:t>Izaho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Tompon’aina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Nijaly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Ka, </a:t>
            </a:r>
            <a:r>
              <a:rPr lang="fr-FR" sz="7200" dirty="0" err="1" smtClean="0">
                <a:latin typeface="Cambria" pitchFamily="18" charset="0"/>
              </a:rPr>
              <a:t>he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nanolora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aina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hamonjena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r>
              <a:rPr lang="fr-FR" sz="7200" dirty="0" smtClean="0">
                <a:latin typeface="Cambria" pitchFamily="18" charset="0"/>
              </a:rPr>
              <a:t>;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rako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mitaraina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Modia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hianao</a:t>
            </a:r>
            <a:r>
              <a:rPr lang="fr-FR" sz="72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aza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malaina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Modia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lalanao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zanak’olombelona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lalanao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any</a:t>
            </a:r>
            <a:r>
              <a:rPr lang="fr-FR" sz="6600" dirty="0" smtClean="0">
                <a:latin typeface="Cambria" pitchFamily="18" charset="0"/>
              </a:rPr>
              <a:t> an–</a:t>
            </a:r>
            <a:r>
              <a:rPr lang="fr-FR" sz="6600" dirty="0" err="1" smtClean="0">
                <a:latin typeface="Cambria" pitchFamily="18" charset="0"/>
              </a:rPr>
              <a:t>danitra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ve</a:t>
            </a:r>
            <a:r>
              <a:rPr lang="fr-FR" sz="6600" dirty="0" smtClean="0">
                <a:latin typeface="Cambria" pitchFamily="18" charset="0"/>
              </a:rPr>
              <a:t>?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35795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Mpanjaka</a:t>
            </a:r>
            <a:r>
              <a:rPr lang="fr-FR" sz="7200" dirty="0" smtClean="0">
                <a:latin typeface="Cambria" pitchFamily="18" charset="0"/>
              </a:rPr>
              <a:t> va </a:t>
            </a:r>
            <a:r>
              <a:rPr lang="fr-FR" sz="7200" dirty="0" err="1" smtClean="0">
                <a:latin typeface="Cambria" pitchFamily="18" charset="0"/>
              </a:rPr>
              <a:t>ianao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Sa </a:t>
            </a:r>
            <a:r>
              <a:rPr lang="fr-FR" sz="7200" dirty="0" err="1" smtClean="0">
                <a:latin typeface="Cambria" pitchFamily="18" charset="0"/>
              </a:rPr>
              <a:t>mpanota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maika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hody</a:t>
            </a:r>
            <a:r>
              <a:rPr lang="fr-FR" sz="72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mbola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manontany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hody</a:t>
            </a:r>
            <a:r>
              <a:rPr lang="fr-FR" sz="7200" dirty="0" smtClean="0">
                <a:latin typeface="Cambria" pitchFamily="18" charset="0"/>
              </a:rPr>
              <a:t> va?</a:t>
            </a: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273</Words>
  <Application>Microsoft Office PowerPoint</Application>
  <PresentationFormat>Affichage à l'écran (4:3)</PresentationFormat>
  <Paragraphs>80</Paragraphs>
  <Slides>16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Thème Office</vt:lpstr>
      <vt:lpstr>FIF 346</vt:lpstr>
      <vt:lpstr>FIF 346</vt:lpstr>
      <vt:lpstr>FIF 346</vt:lpstr>
      <vt:lpstr>FIF 346</vt:lpstr>
      <vt:lpstr>FIF 346</vt:lpstr>
      <vt:lpstr>FIF 346</vt:lpstr>
      <vt:lpstr>FIF 346</vt:lpstr>
      <vt:lpstr>FIF 346</vt:lpstr>
      <vt:lpstr>FIF 346</vt:lpstr>
      <vt:lpstr>FIF 346</vt:lpstr>
      <vt:lpstr>FIF 346</vt:lpstr>
      <vt:lpstr>FIF 346</vt:lpstr>
      <vt:lpstr>FIF 346</vt:lpstr>
      <vt:lpstr>FIF 346</vt:lpstr>
      <vt:lpstr>FIF 346</vt:lpstr>
      <vt:lpstr>FIF 346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346</dc:title>
  <dc:creator>M</dc:creator>
  <cp:lastModifiedBy>M</cp:lastModifiedBy>
  <cp:revision>5</cp:revision>
  <dcterms:created xsi:type="dcterms:W3CDTF">2012-10-09T19:34:15Z</dcterms:created>
  <dcterms:modified xsi:type="dcterms:W3CDTF">2014-07-26T13:21:55Z</dcterms:modified>
</cp:coreProperties>
</file>