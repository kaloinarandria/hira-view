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73" r:id="rId5"/>
    <p:sldId id="272" r:id="rId6"/>
    <p:sldId id="274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1247" autoAdjust="0"/>
    <p:restoredTop sz="94660"/>
  </p:normalViewPr>
  <p:slideViewPr>
    <p:cSldViewPr>
      <p:cViewPr varScale="1">
        <p:scale>
          <a:sx n="62" d="100"/>
          <a:sy n="62" d="100"/>
        </p:scale>
        <p:origin x="-30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0348C6-008E-4B7C-8EEC-9B1EB3FA90F6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87AD8-3BC9-469F-BB6C-5599109DCF9C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87AD8-3BC9-469F-BB6C-5599109DCF9C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87AD8-3BC9-469F-BB6C-5599109DCF9C}" type="slidenum">
              <a:rPr lang="fr-FR" smtClean="0"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587AD8-3BC9-469F-BB6C-5599109DCF9C}" type="slidenum">
              <a:rPr lang="fr-FR" smtClean="0"/>
              <a:t>6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463B3-E044-4CAA-91D0-962995114F0D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C801-FA2E-4380-A11D-AAD3B3C76AF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463B3-E044-4CAA-91D0-962995114F0D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C801-FA2E-4380-A11D-AAD3B3C76AF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463B3-E044-4CAA-91D0-962995114F0D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C801-FA2E-4380-A11D-AAD3B3C76AF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463B3-E044-4CAA-91D0-962995114F0D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C801-FA2E-4380-A11D-AAD3B3C76AF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463B3-E044-4CAA-91D0-962995114F0D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C801-FA2E-4380-A11D-AAD3B3C76AF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463B3-E044-4CAA-91D0-962995114F0D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C801-FA2E-4380-A11D-AAD3B3C76AF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463B3-E044-4CAA-91D0-962995114F0D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C801-FA2E-4380-A11D-AAD3B3C76AF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463B3-E044-4CAA-91D0-962995114F0D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C801-FA2E-4380-A11D-AAD3B3C76AF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463B3-E044-4CAA-91D0-962995114F0D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C801-FA2E-4380-A11D-AAD3B3C76AF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463B3-E044-4CAA-91D0-962995114F0D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C801-FA2E-4380-A11D-AAD3B3C76AF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463B3-E044-4CAA-91D0-962995114F0D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0C801-FA2E-4380-A11D-AAD3B3C76AF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463B3-E044-4CAA-91D0-962995114F0D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0C801-FA2E-4380-A11D-AAD3B3C76AFD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FIF 101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1. </a:t>
            </a:r>
            <a:r>
              <a:rPr lang="fr-FR" sz="5400" dirty="0" err="1" smtClean="0">
                <a:latin typeface="Cambria" pitchFamily="18" charset="0"/>
              </a:rPr>
              <a:t>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mpanota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mahantra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Fantaro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izao</a:t>
            </a:r>
            <a:r>
              <a:rPr lang="fr-FR" sz="5400" dirty="0" smtClean="0">
                <a:latin typeface="Cambria" pitchFamily="18" charset="0"/>
              </a:rPr>
              <a:t>, fa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Ho </a:t>
            </a:r>
            <a:r>
              <a:rPr lang="fr-FR" sz="5400" dirty="0" err="1" smtClean="0">
                <a:latin typeface="Cambria" pitchFamily="18" charset="0"/>
              </a:rPr>
              <a:t>levona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ity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tany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ity</a:t>
            </a:r>
            <a:r>
              <a:rPr lang="fr-FR" sz="5400" dirty="0" smtClean="0"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He ! </a:t>
            </a:r>
            <a:r>
              <a:rPr lang="fr-FR" sz="5400" dirty="0" err="1" smtClean="0">
                <a:latin typeface="Cambria" pitchFamily="18" charset="0"/>
              </a:rPr>
              <a:t>miantso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Jesosy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Ka </a:t>
            </a:r>
            <a:r>
              <a:rPr lang="fr-FR" sz="5400" dirty="0" err="1" smtClean="0">
                <a:latin typeface="Cambria" pitchFamily="18" charset="0"/>
              </a:rPr>
              <a:t>mitady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Miverena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hianao</a:t>
            </a:r>
            <a:r>
              <a:rPr lang="fr-FR" sz="5400" dirty="0" smtClean="0">
                <a:latin typeface="Cambria" pitchFamily="18" charset="0"/>
              </a:rPr>
              <a:t>, ka </a:t>
            </a:r>
            <a:r>
              <a:rPr lang="fr-FR" sz="5400" dirty="0" err="1" smtClean="0">
                <a:latin typeface="Cambria" pitchFamily="18" charset="0"/>
              </a:rPr>
              <a:t>modia</a:t>
            </a:r>
            <a:r>
              <a:rPr lang="fr-FR" sz="5400" dirty="0" smtClean="0">
                <a:latin typeface="Cambria" pitchFamily="18" charset="0"/>
              </a:rPr>
              <a:t>.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FIF 101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6000" dirty="0" err="1"/>
              <a:t>Mitsangàna</a:t>
            </a:r>
            <a:r>
              <a:rPr lang="fr-FR" sz="6000" dirty="0"/>
              <a:t> </a:t>
            </a:r>
            <a:r>
              <a:rPr lang="fr-FR" sz="6000" dirty="0" err="1"/>
              <a:t>hianao</a:t>
            </a:r>
            <a:r>
              <a:rPr lang="fr-FR" sz="6000" dirty="0"/>
              <a:t>, ka</a:t>
            </a:r>
          </a:p>
          <a:p>
            <a:pPr>
              <a:buNone/>
            </a:pPr>
            <a:r>
              <a:rPr lang="fr-FR" sz="6000" dirty="0" err="1" smtClean="0"/>
              <a:t>modia</a:t>
            </a:r>
            <a:r>
              <a:rPr lang="fr-FR" sz="6000" dirty="0" smtClean="0"/>
              <a:t> </a:t>
            </a:r>
            <a:r>
              <a:rPr lang="fr-FR" sz="6000" dirty="0" err="1"/>
              <a:t>izao</a:t>
            </a:r>
            <a:r>
              <a:rPr lang="fr-FR" sz="6000" dirty="0"/>
              <a:t>,</a:t>
            </a:r>
          </a:p>
          <a:p>
            <a:pPr>
              <a:buNone/>
            </a:pPr>
            <a:r>
              <a:rPr lang="fr-FR" sz="6000" dirty="0" err="1" smtClean="0"/>
              <a:t>M</a:t>
            </a:r>
            <a:r>
              <a:rPr lang="fr-FR" sz="6000" dirty="0" err="1" smtClean="0"/>
              <a:t>ba</a:t>
            </a:r>
            <a:r>
              <a:rPr lang="fr-FR" sz="6000" dirty="0" smtClean="0"/>
              <a:t> </a:t>
            </a:r>
            <a:r>
              <a:rPr lang="fr-FR" sz="6000" dirty="0" err="1" smtClean="0"/>
              <a:t>horaisin'ny</a:t>
            </a:r>
            <a:r>
              <a:rPr lang="fr-FR" sz="6000" dirty="0" smtClean="0"/>
              <a:t> </a:t>
            </a:r>
            <a:r>
              <a:rPr lang="fr-FR" sz="6000" dirty="0" err="1" smtClean="0"/>
              <a:t>Tompo</a:t>
            </a:r>
            <a:r>
              <a:rPr lang="fr-FR" sz="6000" dirty="0" smtClean="0"/>
              <a:t> </a:t>
            </a:r>
            <a:r>
              <a:rPr lang="fr-FR" sz="6000" dirty="0" err="1" smtClean="0"/>
              <a:t>tia</a:t>
            </a:r>
            <a:r>
              <a:rPr lang="fr-FR" sz="6000" dirty="0" smtClean="0"/>
              <a:t> ;</a:t>
            </a:r>
            <a:endParaRPr lang="fr-FR" sz="6000" dirty="0"/>
          </a:p>
          <a:p>
            <a:pPr>
              <a:buNone/>
            </a:pPr>
            <a:r>
              <a:rPr lang="fr-FR" sz="6000" dirty="0" err="1" smtClean="0"/>
              <a:t>Tsy</a:t>
            </a:r>
            <a:r>
              <a:rPr lang="fr-FR" sz="6000" dirty="0" smtClean="0"/>
              <a:t> </a:t>
            </a:r>
            <a:r>
              <a:rPr lang="fr-FR" sz="6000" dirty="0" err="1" smtClean="0"/>
              <a:t>mba</a:t>
            </a:r>
            <a:r>
              <a:rPr lang="fr-FR" sz="6000" dirty="0" smtClean="0"/>
              <a:t> </a:t>
            </a:r>
            <a:r>
              <a:rPr lang="fr-FR" sz="6000" dirty="0" err="1" smtClean="0"/>
              <a:t>henonao</a:t>
            </a:r>
            <a:r>
              <a:rPr lang="fr-FR" sz="6000" dirty="0" smtClean="0"/>
              <a:t> </a:t>
            </a:r>
            <a:r>
              <a:rPr lang="fr-FR" sz="6000" dirty="0" err="1" smtClean="0"/>
              <a:t>ve</a:t>
            </a:r>
            <a:r>
              <a:rPr lang="fr-FR" sz="6000" dirty="0" smtClean="0"/>
              <a:t>,</a:t>
            </a:r>
          </a:p>
          <a:p>
            <a:pPr>
              <a:buNone/>
            </a:pPr>
            <a:r>
              <a:rPr lang="fr-FR" sz="6000" dirty="0" err="1" smtClean="0"/>
              <a:t>feo</a:t>
            </a:r>
            <a:r>
              <a:rPr lang="fr-FR" sz="6000" dirty="0" smtClean="0"/>
              <a:t> </a:t>
            </a:r>
            <a:r>
              <a:rPr lang="fr-FR" sz="6000" dirty="0" err="1" smtClean="0"/>
              <a:t>mibitsika</a:t>
            </a:r>
            <a:r>
              <a:rPr lang="fr-FR" sz="6000" dirty="0" smtClean="0"/>
              <a:t> </a:t>
            </a:r>
            <a:r>
              <a:rPr lang="fr-FR" sz="6000" dirty="0" err="1" smtClean="0"/>
              <a:t>hoe</a:t>
            </a:r>
            <a:r>
              <a:rPr lang="fr-FR" sz="6000" dirty="0" smtClean="0"/>
              <a:t>:</a:t>
            </a:r>
          </a:p>
          <a:p>
            <a:pPr>
              <a:buNone/>
            </a:pPr>
            <a:r>
              <a:rPr lang="fr-FR" sz="6000" dirty="0" err="1" smtClean="0"/>
              <a:t>Miverena</a:t>
            </a:r>
            <a:r>
              <a:rPr lang="fr-FR" sz="6000" dirty="0" smtClean="0"/>
              <a:t> </a:t>
            </a:r>
            <a:r>
              <a:rPr lang="fr-FR" sz="6000" dirty="0" err="1" smtClean="0"/>
              <a:t>ry</a:t>
            </a:r>
            <a:r>
              <a:rPr lang="fr-FR" sz="6000" dirty="0" smtClean="0"/>
              <a:t> </a:t>
            </a:r>
            <a:r>
              <a:rPr lang="fr-FR" sz="6000" dirty="0" err="1" smtClean="0"/>
              <a:t>ondry</a:t>
            </a:r>
            <a:r>
              <a:rPr lang="fr-FR" sz="6000" dirty="0"/>
              <a:t> </a:t>
            </a:r>
            <a:r>
              <a:rPr lang="fr-FR" sz="6000" dirty="0" smtClean="0"/>
              <a:t>mania !</a:t>
            </a:r>
            <a:endParaRPr lang="fr-FR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FIF 101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2. </a:t>
            </a:r>
            <a:r>
              <a:rPr lang="fr-FR" sz="5400" dirty="0" err="1" smtClean="0">
                <a:latin typeface="Cambria" pitchFamily="18" charset="0"/>
              </a:rPr>
              <a:t>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mpanota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mahantra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Mba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saino</a:t>
            </a:r>
            <a:r>
              <a:rPr lang="fr-FR" sz="5400" dirty="0" smtClean="0">
                <a:latin typeface="Cambria" pitchFamily="18" charset="0"/>
              </a:rPr>
              <a:t> ange,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Fa </a:t>
            </a:r>
            <a:r>
              <a:rPr lang="fr-FR" sz="5400" dirty="0" err="1" smtClean="0">
                <a:latin typeface="Cambria" pitchFamily="18" charset="0"/>
              </a:rPr>
              <a:t>mandalo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ity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sitrapo</a:t>
            </a:r>
            <a:r>
              <a:rPr lang="fr-FR" sz="5400" dirty="0" smtClean="0"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He ! </a:t>
            </a:r>
            <a:r>
              <a:rPr lang="fr-FR" sz="5400" dirty="0" err="1" smtClean="0">
                <a:latin typeface="Cambria" pitchFamily="18" charset="0"/>
              </a:rPr>
              <a:t>miantso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Jeso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Ka </a:t>
            </a:r>
            <a:r>
              <a:rPr lang="fr-FR" sz="5400" dirty="0" err="1" smtClean="0">
                <a:latin typeface="Cambria" pitchFamily="18" charset="0"/>
              </a:rPr>
              <a:t>mangoraka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anao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Miverena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anio</a:t>
            </a:r>
            <a:r>
              <a:rPr lang="fr-FR" sz="5400" dirty="0" smtClean="0">
                <a:latin typeface="Cambria" pitchFamily="18" charset="0"/>
              </a:rPr>
              <a:t>, ka </a:t>
            </a:r>
            <a:r>
              <a:rPr lang="fr-FR" sz="5400" dirty="0" err="1" smtClean="0">
                <a:latin typeface="Cambria" pitchFamily="18" charset="0"/>
              </a:rPr>
              <a:t>modia</a:t>
            </a:r>
            <a:r>
              <a:rPr lang="fr-FR" sz="5400" dirty="0" smtClean="0">
                <a:latin typeface="Cambria" pitchFamily="18" charset="0"/>
              </a:rPr>
              <a:t> !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FIF 101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6000" dirty="0" err="1"/>
              <a:t>Mitsangàna</a:t>
            </a:r>
            <a:r>
              <a:rPr lang="fr-FR" sz="6000" dirty="0"/>
              <a:t> </a:t>
            </a:r>
            <a:r>
              <a:rPr lang="fr-FR" sz="6000" dirty="0" err="1"/>
              <a:t>hianao</a:t>
            </a:r>
            <a:r>
              <a:rPr lang="fr-FR" sz="6000" dirty="0"/>
              <a:t>, ka</a:t>
            </a:r>
          </a:p>
          <a:p>
            <a:pPr>
              <a:buNone/>
            </a:pPr>
            <a:r>
              <a:rPr lang="fr-FR" sz="6000" dirty="0" err="1" smtClean="0"/>
              <a:t>modia</a:t>
            </a:r>
            <a:r>
              <a:rPr lang="fr-FR" sz="6000" dirty="0" smtClean="0"/>
              <a:t> </a:t>
            </a:r>
            <a:r>
              <a:rPr lang="fr-FR" sz="6000" dirty="0" err="1"/>
              <a:t>izao</a:t>
            </a:r>
            <a:r>
              <a:rPr lang="fr-FR" sz="6000" dirty="0"/>
              <a:t>,</a:t>
            </a:r>
          </a:p>
          <a:p>
            <a:pPr>
              <a:buNone/>
            </a:pPr>
            <a:r>
              <a:rPr lang="fr-FR" sz="6000" dirty="0" err="1" smtClean="0"/>
              <a:t>M</a:t>
            </a:r>
            <a:r>
              <a:rPr lang="fr-FR" sz="6000" dirty="0" err="1" smtClean="0"/>
              <a:t>ba</a:t>
            </a:r>
            <a:r>
              <a:rPr lang="fr-FR" sz="6000" dirty="0" smtClean="0"/>
              <a:t> </a:t>
            </a:r>
            <a:r>
              <a:rPr lang="fr-FR" sz="6000" dirty="0" err="1" smtClean="0"/>
              <a:t>horaisin'ny</a:t>
            </a:r>
            <a:r>
              <a:rPr lang="fr-FR" sz="6000" dirty="0" smtClean="0"/>
              <a:t> </a:t>
            </a:r>
            <a:r>
              <a:rPr lang="fr-FR" sz="6000" dirty="0" err="1" smtClean="0"/>
              <a:t>Tompo</a:t>
            </a:r>
            <a:r>
              <a:rPr lang="fr-FR" sz="6000" dirty="0" smtClean="0"/>
              <a:t> </a:t>
            </a:r>
            <a:r>
              <a:rPr lang="fr-FR" sz="6000" dirty="0" err="1" smtClean="0"/>
              <a:t>tia</a:t>
            </a:r>
            <a:r>
              <a:rPr lang="fr-FR" sz="6000" dirty="0" smtClean="0"/>
              <a:t> ;</a:t>
            </a:r>
            <a:endParaRPr lang="fr-FR" sz="6000" dirty="0"/>
          </a:p>
          <a:p>
            <a:pPr>
              <a:buNone/>
            </a:pPr>
            <a:r>
              <a:rPr lang="fr-FR" sz="6000" dirty="0" err="1" smtClean="0"/>
              <a:t>Tsy</a:t>
            </a:r>
            <a:r>
              <a:rPr lang="fr-FR" sz="6000" dirty="0" smtClean="0"/>
              <a:t> </a:t>
            </a:r>
            <a:r>
              <a:rPr lang="fr-FR" sz="6000" dirty="0" err="1" smtClean="0"/>
              <a:t>mba</a:t>
            </a:r>
            <a:r>
              <a:rPr lang="fr-FR" sz="6000" dirty="0" smtClean="0"/>
              <a:t> </a:t>
            </a:r>
            <a:r>
              <a:rPr lang="fr-FR" sz="6000" dirty="0" err="1" smtClean="0"/>
              <a:t>henonao</a:t>
            </a:r>
            <a:r>
              <a:rPr lang="fr-FR" sz="6000" dirty="0" smtClean="0"/>
              <a:t> </a:t>
            </a:r>
            <a:r>
              <a:rPr lang="fr-FR" sz="6000" dirty="0" err="1" smtClean="0"/>
              <a:t>ve</a:t>
            </a:r>
            <a:r>
              <a:rPr lang="fr-FR" sz="6000" dirty="0" smtClean="0"/>
              <a:t>,</a:t>
            </a:r>
          </a:p>
          <a:p>
            <a:pPr>
              <a:buNone/>
            </a:pPr>
            <a:r>
              <a:rPr lang="fr-FR" sz="6000" dirty="0" err="1" smtClean="0"/>
              <a:t>feo</a:t>
            </a:r>
            <a:r>
              <a:rPr lang="fr-FR" sz="6000" dirty="0" smtClean="0"/>
              <a:t> </a:t>
            </a:r>
            <a:r>
              <a:rPr lang="fr-FR" sz="6000" dirty="0" err="1" smtClean="0"/>
              <a:t>mibitsika</a:t>
            </a:r>
            <a:r>
              <a:rPr lang="fr-FR" sz="6000" dirty="0" smtClean="0"/>
              <a:t> </a:t>
            </a:r>
            <a:r>
              <a:rPr lang="fr-FR" sz="6000" dirty="0" err="1" smtClean="0"/>
              <a:t>hoe</a:t>
            </a:r>
            <a:r>
              <a:rPr lang="fr-FR" sz="6000" dirty="0" smtClean="0"/>
              <a:t>:</a:t>
            </a:r>
          </a:p>
          <a:p>
            <a:pPr>
              <a:buNone/>
            </a:pPr>
            <a:r>
              <a:rPr lang="fr-FR" sz="6000" dirty="0" err="1" smtClean="0"/>
              <a:t>Miverena</a:t>
            </a:r>
            <a:r>
              <a:rPr lang="fr-FR" sz="6000" dirty="0" smtClean="0"/>
              <a:t> </a:t>
            </a:r>
            <a:r>
              <a:rPr lang="fr-FR" sz="6000" dirty="0" err="1" smtClean="0"/>
              <a:t>ry</a:t>
            </a:r>
            <a:r>
              <a:rPr lang="fr-FR" sz="6000" dirty="0" smtClean="0"/>
              <a:t> </a:t>
            </a:r>
            <a:r>
              <a:rPr lang="fr-FR" sz="6000" dirty="0" err="1" smtClean="0"/>
              <a:t>ondry</a:t>
            </a:r>
            <a:r>
              <a:rPr lang="fr-FR" sz="6000" dirty="0"/>
              <a:t> </a:t>
            </a:r>
            <a:r>
              <a:rPr lang="fr-FR" sz="6000" dirty="0" smtClean="0"/>
              <a:t>mania !</a:t>
            </a:r>
            <a:endParaRPr lang="fr-FR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FIF 101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/>
              <a:t>3. </a:t>
            </a:r>
            <a:r>
              <a:rPr lang="fr-FR" sz="5400" dirty="0" err="1" smtClean="0"/>
              <a:t>Ry</a:t>
            </a:r>
            <a:r>
              <a:rPr lang="fr-FR" sz="5400" dirty="0" smtClean="0"/>
              <a:t> </a:t>
            </a:r>
            <a:r>
              <a:rPr lang="fr-FR" sz="5400" dirty="0" err="1" smtClean="0"/>
              <a:t>mpanola</a:t>
            </a:r>
            <a:r>
              <a:rPr lang="fr-FR" sz="5400" dirty="0" smtClean="0"/>
              <a:t> </a:t>
            </a:r>
            <a:r>
              <a:rPr lang="fr-FR" sz="5400" dirty="0" err="1" smtClean="0"/>
              <a:t>mahantra</a:t>
            </a:r>
            <a:r>
              <a:rPr lang="fr-FR" sz="5400" dirty="0" smtClean="0"/>
              <a:t>,</a:t>
            </a:r>
          </a:p>
          <a:p>
            <a:pPr>
              <a:buNone/>
            </a:pPr>
            <a:r>
              <a:rPr lang="fr-FR" sz="5400" dirty="0" err="1" smtClean="0"/>
              <a:t>Hevero</a:t>
            </a:r>
            <a:r>
              <a:rPr lang="fr-FR" sz="5400" dirty="0" smtClean="0"/>
              <a:t> ange !</a:t>
            </a:r>
          </a:p>
          <a:p>
            <a:pPr>
              <a:buNone/>
            </a:pPr>
            <a:r>
              <a:rPr lang="fr-FR" sz="5400" dirty="0" err="1" smtClean="0"/>
              <a:t>Marobe</a:t>
            </a:r>
            <a:r>
              <a:rPr lang="fr-FR" sz="5400" dirty="0" smtClean="0"/>
              <a:t> </a:t>
            </a:r>
            <a:r>
              <a:rPr lang="fr-FR" sz="5400" dirty="0" err="1" smtClean="0"/>
              <a:t>fahavalo</a:t>
            </a:r>
            <a:r>
              <a:rPr lang="fr-FR" sz="5400" dirty="0" smtClean="0"/>
              <a:t> </a:t>
            </a:r>
            <a:r>
              <a:rPr lang="fr-FR" sz="5400" dirty="0" err="1" smtClean="0"/>
              <a:t>ety</a:t>
            </a:r>
            <a:r>
              <a:rPr lang="fr-FR" sz="5400" dirty="0" smtClean="0"/>
              <a:t> ;</a:t>
            </a:r>
          </a:p>
          <a:p>
            <a:pPr>
              <a:buNone/>
            </a:pPr>
            <a:r>
              <a:rPr lang="fr-FR" sz="5400" dirty="0" smtClean="0"/>
              <a:t>He ! </a:t>
            </a:r>
            <a:r>
              <a:rPr lang="fr-FR" sz="5400" dirty="0" err="1" smtClean="0"/>
              <a:t>miantso</a:t>
            </a:r>
            <a:r>
              <a:rPr lang="fr-FR" sz="5400" dirty="0" smtClean="0"/>
              <a:t> </a:t>
            </a:r>
            <a:r>
              <a:rPr lang="fr-FR" sz="5400" dirty="0" err="1" smtClean="0"/>
              <a:t>Jeso</a:t>
            </a:r>
            <a:r>
              <a:rPr lang="fr-FR" sz="5400" dirty="0" smtClean="0"/>
              <a:t>,</a:t>
            </a:r>
          </a:p>
          <a:p>
            <a:pPr>
              <a:buNone/>
            </a:pPr>
            <a:r>
              <a:rPr lang="fr-FR" sz="5400" dirty="0" smtClean="0"/>
              <a:t>Te-</a:t>
            </a:r>
            <a:r>
              <a:rPr lang="fr-FR" sz="5400" dirty="0" err="1" smtClean="0"/>
              <a:t>hiaro</a:t>
            </a:r>
            <a:r>
              <a:rPr lang="fr-FR" sz="5400" dirty="0" smtClean="0"/>
              <a:t> </a:t>
            </a:r>
            <a:r>
              <a:rPr lang="fr-FR" sz="5400" dirty="0" err="1" smtClean="0"/>
              <a:t>anao</a:t>
            </a:r>
            <a:r>
              <a:rPr lang="fr-FR" sz="5400" dirty="0" smtClean="0"/>
              <a:t>,</a:t>
            </a:r>
          </a:p>
          <a:p>
            <a:pPr>
              <a:buNone/>
            </a:pPr>
            <a:r>
              <a:rPr lang="fr-FR" sz="5400" dirty="0" smtClean="0"/>
              <a:t>Sao ho </a:t>
            </a:r>
            <a:r>
              <a:rPr lang="fr-FR" sz="5400" dirty="0" err="1" smtClean="0"/>
              <a:t>lanin'ireo</a:t>
            </a:r>
            <a:r>
              <a:rPr lang="fr-FR" sz="5400" dirty="0" smtClean="0"/>
              <a:t> </a:t>
            </a:r>
            <a:r>
              <a:rPr lang="fr-FR" sz="5400" dirty="0" err="1" smtClean="0"/>
              <a:t>bibidia</a:t>
            </a:r>
            <a:r>
              <a:rPr lang="fr-FR" sz="5400" dirty="0" smtClean="0"/>
              <a:t>.</a:t>
            </a:r>
            <a:endParaRPr lang="fr-FR" sz="5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/>
              <a:t>FIF 101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6000768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6000" dirty="0" err="1"/>
              <a:t>Mitsangàna</a:t>
            </a:r>
            <a:r>
              <a:rPr lang="fr-FR" sz="6000" dirty="0"/>
              <a:t> </a:t>
            </a:r>
            <a:r>
              <a:rPr lang="fr-FR" sz="6000" dirty="0" err="1"/>
              <a:t>hianao</a:t>
            </a:r>
            <a:r>
              <a:rPr lang="fr-FR" sz="6000" dirty="0"/>
              <a:t>, ka</a:t>
            </a:r>
          </a:p>
          <a:p>
            <a:pPr>
              <a:buNone/>
            </a:pPr>
            <a:r>
              <a:rPr lang="fr-FR" sz="6000" dirty="0" err="1" smtClean="0"/>
              <a:t>modia</a:t>
            </a:r>
            <a:r>
              <a:rPr lang="fr-FR" sz="6000" dirty="0" smtClean="0"/>
              <a:t> </a:t>
            </a:r>
            <a:r>
              <a:rPr lang="fr-FR" sz="6000" dirty="0" err="1"/>
              <a:t>izao</a:t>
            </a:r>
            <a:r>
              <a:rPr lang="fr-FR" sz="6000" dirty="0"/>
              <a:t>,</a:t>
            </a:r>
          </a:p>
          <a:p>
            <a:pPr>
              <a:buNone/>
            </a:pPr>
            <a:r>
              <a:rPr lang="fr-FR" sz="6000" dirty="0" err="1" smtClean="0"/>
              <a:t>M</a:t>
            </a:r>
            <a:r>
              <a:rPr lang="fr-FR" sz="6000" dirty="0" err="1" smtClean="0"/>
              <a:t>ba</a:t>
            </a:r>
            <a:r>
              <a:rPr lang="fr-FR" sz="6000" dirty="0" smtClean="0"/>
              <a:t> </a:t>
            </a:r>
            <a:r>
              <a:rPr lang="fr-FR" sz="6000" dirty="0" err="1" smtClean="0"/>
              <a:t>horaisin'ny</a:t>
            </a:r>
            <a:r>
              <a:rPr lang="fr-FR" sz="6000" dirty="0" smtClean="0"/>
              <a:t> </a:t>
            </a:r>
            <a:r>
              <a:rPr lang="fr-FR" sz="6000" dirty="0" err="1" smtClean="0"/>
              <a:t>Tompo</a:t>
            </a:r>
            <a:r>
              <a:rPr lang="fr-FR" sz="6000" dirty="0" smtClean="0"/>
              <a:t> </a:t>
            </a:r>
            <a:r>
              <a:rPr lang="fr-FR" sz="6000" dirty="0" err="1" smtClean="0"/>
              <a:t>tia</a:t>
            </a:r>
            <a:r>
              <a:rPr lang="fr-FR" sz="6000" dirty="0" smtClean="0"/>
              <a:t> ;</a:t>
            </a:r>
            <a:endParaRPr lang="fr-FR" sz="6000" dirty="0"/>
          </a:p>
          <a:p>
            <a:pPr>
              <a:buNone/>
            </a:pPr>
            <a:r>
              <a:rPr lang="fr-FR" sz="6000" dirty="0" err="1" smtClean="0"/>
              <a:t>Tsy</a:t>
            </a:r>
            <a:r>
              <a:rPr lang="fr-FR" sz="6000" dirty="0" smtClean="0"/>
              <a:t> </a:t>
            </a:r>
            <a:r>
              <a:rPr lang="fr-FR" sz="6000" dirty="0" err="1" smtClean="0"/>
              <a:t>mba</a:t>
            </a:r>
            <a:r>
              <a:rPr lang="fr-FR" sz="6000" dirty="0" smtClean="0"/>
              <a:t> </a:t>
            </a:r>
            <a:r>
              <a:rPr lang="fr-FR" sz="6000" dirty="0" err="1" smtClean="0"/>
              <a:t>henonao</a:t>
            </a:r>
            <a:r>
              <a:rPr lang="fr-FR" sz="6000" dirty="0" smtClean="0"/>
              <a:t> </a:t>
            </a:r>
            <a:r>
              <a:rPr lang="fr-FR" sz="6000" dirty="0" err="1" smtClean="0"/>
              <a:t>ve</a:t>
            </a:r>
            <a:r>
              <a:rPr lang="fr-FR" sz="6000" dirty="0" smtClean="0"/>
              <a:t>,</a:t>
            </a:r>
          </a:p>
          <a:p>
            <a:pPr>
              <a:buNone/>
            </a:pPr>
            <a:r>
              <a:rPr lang="fr-FR" sz="6000" dirty="0" err="1" smtClean="0"/>
              <a:t>feo</a:t>
            </a:r>
            <a:r>
              <a:rPr lang="fr-FR" sz="6000" dirty="0" smtClean="0"/>
              <a:t> </a:t>
            </a:r>
            <a:r>
              <a:rPr lang="fr-FR" sz="6000" dirty="0" err="1" smtClean="0"/>
              <a:t>mibitsika</a:t>
            </a:r>
            <a:r>
              <a:rPr lang="fr-FR" sz="6000" dirty="0" smtClean="0"/>
              <a:t> </a:t>
            </a:r>
            <a:r>
              <a:rPr lang="fr-FR" sz="6000" dirty="0" err="1" smtClean="0"/>
              <a:t>hoe</a:t>
            </a:r>
            <a:r>
              <a:rPr lang="fr-FR" sz="6000" dirty="0" smtClean="0"/>
              <a:t>:</a:t>
            </a:r>
          </a:p>
          <a:p>
            <a:pPr>
              <a:buNone/>
            </a:pPr>
            <a:r>
              <a:rPr lang="fr-FR" sz="6000" dirty="0" err="1" smtClean="0"/>
              <a:t>Miverena</a:t>
            </a:r>
            <a:r>
              <a:rPr lang="fr-FR" sz="6000" dirty="0" smtClean="0"/>
              <a:t> </a:t>
            </a:r>
            <a:r>
              <a:rPr lang="fr-FR" sz="6000" dirty="0" err="1" smtClean="0"/>
              <a:t>ry</a:t>
            </a:r>
            <a:r>
              <a:rPr lang="fr-FR" sz="6000" dirty="0" smtClean="0"/>
              <a:t> </a:t>
            </a:r>
            <a:r>
              <a:rPr lang="fr-FR" sz="6000" dirty="0" err="1" smtClean="0"/>
              <a:t>ondry</a:t>
            </a:r>
            <a:r>
              <a:rPr lang="fr-FR" sz="6000" dirty="0"/>
              <a:t> </a:t>
            </a:r>
            <a:r>
              <a:rPr lang="fr-FR" sz="6000" dirty="0" smtClean="0"/>
              <a:t>mania !</a:t>
            </a:r>
            <a:endParaRPr lang="fr-FR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180</Words>
  <Application>Microsoft Office PowerPoint</Application>
  <PresentationFormat>Affichage à l'écran (4:3)</PresentationFormat>
  <Paragraphs>45</Paragraphs>
  <Slides>6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FIF 101</vt:lpstr>
      <vt:lpstr>FIF 101</vt:lpstr>
      <vt:lpstr>FIF 101</vt:lpstr>
      <vt:lpstr>FIF 101</vt:lpstr>
      <vt:lpstr>FIF 101</vt:lpstr>
      <vt:lpstr>FIF 101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101</dc:title>
  <dc:creator>MIARINTSOA</dc:creator>
  <cp:lastModifiedBy>MIARINTSOA</cp:lastModifiedBy>
  <cp:revision>1</cp:revision>
  <dcterms:created xsi:type="dcterms:W3CDTF">2012-10-05T19:02:37Z</dcterms:created>
  <dcterms:modified xsi:type="dcterms:W3CDTF">2012-10-05T19:10:54Z</dcterms:modified>
</cp:coreProperties>
</file>