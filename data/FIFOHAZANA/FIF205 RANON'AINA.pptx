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72E5-C598-460B-BC71-CFB4EF3A1380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3273-3D6B-47E9-A50D-232341D361E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72E5-C598-460B-BC71-CFB4EF3A1380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3273-3D6B-47E9-A50D-232341D361E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72E5-C598-460B-BC71-CFB4EF3A1380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3273-3D6B-47E9-A50D-232341D361E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72E5-C598-460B-BC71-CFB4EF3A1380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3273-3D6B-47E9-A50D-232341D361E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72E5-C598-460B-BC71-CFB4EF3A1380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3273-3D6B-47E9-A50D-232341D361E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72E5-C598-460B-BC71-CFB4EF3A1380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3273-3D6B-47E9-A50D-232341D361E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72E5-C598-460B-BC71-CFB4EF3A1380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3273-3D6B-47E9-A50D-232341D361E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72E5-C598-460B-BC71-CFB4EF3A1380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3273-3D6B-47E9-A50D-232341D361E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72E5-C598-460B-BC71-CFB4EF3A1380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3273-3D6B-47E9-A50D-232341D361E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72E5-C598-460B-BC71-CFB4EF3A1380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3273-3D6B-47E9-A50D-232341D361E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72E5-C598-460B-BC71-CFB4EF3A1380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23273-3D6B-47E9-A50D-232341D361E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972E5-C598-460B-BC71-CFB4EF3A1380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23273-3D6B-47E9-A50D-232341D361E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14355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205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Ranon'aina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mateza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an-tampon'i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Kalvary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Saro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dalana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sady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mideza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Nefa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kosa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lavitra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14355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205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642918"/>
            <a:ext cx="9501222" cy="6215082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Ranon'aina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tsara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loatra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Mora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azon'ny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maniry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fa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an-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'Zay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tafiditra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dia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tretrika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fr-FR" sz="60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14355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205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346" y="642918"/>
            <a:ext cx="9144000" cy="6215082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Loharano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mety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ritra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maharitra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mandrakizay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Manadio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loto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rehetra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Nefa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kosa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lavitra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14355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205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642918"/>
            <a:ext cx="9501222" cy="6215082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Ranon'aina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tsara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loatra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Mora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azon'ny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maniry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fa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an-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'Zay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tafiditra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dia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tretrika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fr-FR" sz="60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14355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205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346" y="642918"/>
            <a:ext cx="9144000" cy="6215082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fitiavan'i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manolotra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rano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 ho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afaka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mampisento</a:t>
            </a:r>
            <a:endParaRPr lang="fr-FR" sz="60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Hatak'andro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tapaho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anio</a:t>
            </a:r>
            <a:endParaRPr lang="fr-FR" sz="6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14355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205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642918"/>
            <a:ext cx="9501222" cy="6215082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Ranon'aina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tsara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loatra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Mora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azon'ny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maniry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fa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an-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'Zay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tafiditra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dia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tretrika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fr-FR" sz="60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14355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205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346" y="642918"/>
            <a:ext cx="9144000" cy="6215082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4. Tonga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hamonjy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maro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'Zay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mibebaka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o!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matokia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Fanahy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nirahin'ny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Hanadio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ota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-po</a:t>
            </a:r>
            <a:endParaRPr lang="fr-FR" sz="6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14355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205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642918"/>
            <a:ext cx="9501222" cy="6215082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Ranon'aina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tsara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loatra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Mora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azon'ny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maniry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fa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any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an-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'Zay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tafiditra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dia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tretrika</a:t>
            </a:r>
            <a:r>
              <a:rPr lang="fr-FR" sz="6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fr-FR" sz="60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000" b="1" dirty="0" smtClean="0">
                <a:latin typeface="Cambria" pitchFamily="18" charset="0"/>
              </a:rPr>
              <a:t>1. </a:t>
            </a:r>
            <a:r>
              <a:rPr lang="fr-FR" sz="6000" b="1" dirty="0" err="1" smtClean="0">
                <a:latin typeface="Cambria" pitchFamily="18" charset="0"/>
              </a:rPr>
              <a:t>Sambatra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                 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smtClean="0">
                <a:latin typeface="Cambria" pitchFamily="18" charset="0"/>
              </a:rPr>
              <a:t>     </a:t>
            </a:r>
            <a:r>
              <a:rPr lang="fr-FR" sz="6000" b="1" dirty="0" err="1" smtClean="0">
                <a:latin typeface="Cambria" pitchFamily="18" charset="0"/>
              </a:rPr>
              <a:t>mpampihavana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Mamin'ny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tany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sy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lanitra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Tretrika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be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Fitiavana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Izy</a:t>
            </a:r>
            <a:r>
              <a:rPr lang="fr-FR" sz="6000" b="1" dirty="0" smtClean="0">
                <a:latin typeface="Cambria" pitchFamily="18" charset="0"/>
              </a:rPr>
              <a:t> no </a:t>
            </a:r>
            <a:r>
              <a:rPr lang="fr-FR" sz="6000" b="1" dirty="0" err="1" smtClean="0">
                <a:latin typeface="Cambria" pitchFamily="18" charset="0"/>
              </a:rPr>
              <a:t>tena</a:t>
            </a:r>
            <a:r>
              <a:rPr lang="fr-FR" sz="6000" b="1" dirty="0" smtClean="0">
                <a:latin typeface="Cambria" pitchFamily="18" charset="0"/>
              </a:rPr>
              <a:t>     </a:t>
            </a:r>
            <a:r>
              <a:rPr lang="fr-FR" sz="6000" b="1" dirty="0" err="1" smtClean="0">
                <a:latin typeface="Cambria" pitchFamily="18" charset="0"/>
              </a:rPr>
              <a:t>Zanak'Andriamanitra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Endriky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Ravaky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lanitra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ery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Sambatra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mpampihavana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Zanak'Andriamanitra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600" b="1" dirty="0" smtClean="0">
                <a:latin typeface="Cambria" pitchFamily="18" charset="0"/>
              </a:rPr>
              <a:t>2. </a:t>
            </a:r>
            <a:r>
              <a:rPr lang="fr-FR" sz="5600" b="1" dirty="0" err="1" smtClean="0">
                <a:latin typeface="Cambria" pitchFamily="18" charset="0"/>
              </a:rPr>
              <a:t>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teny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izay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lazain'ny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vavany</a:t>
            </a:r>
            <a:endParaRPr lang="fr-FR" sz="5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b="1" dirty="0" err="1" smtClean="0">
                <a:latin typeface="Cambria" pitchFamily="18" charset="0"/>
              </a:rPr>
              <a:t>Toa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vatosoa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mangarangarana</a:t>
            </a:r>
            <a:endParaRPr lang="fr-FR" sz="5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b="1" dirty="0" err="1" smtClean="0">
                <a:latin typeface="Cambria" pitchFamily="18" charset="0"/>
              </a:rPr>
              <a:t>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olona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izay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lalovany</a:t>
            </a:r>
            <a:r>
              <a:rPr lang="fr-FR" sz="5600" b="1" dirty="0" smtClean="0">
                <a:latin typeface="Cambria" pitchFamily="18" charset="0"/>
              </a:rPr>
              <a:t>,</a:t>
            </a:r>
            <a:endParaRPr lang="fr-FR" sz="5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b="1" dirty="0" err="1" smtClean="0">
                <a:latin typeface="Cambria" pitchFamily="18" charset="0"/>
              </a:rPr>
              <a:t>Toa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mahatsinjo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lanitra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miserana</a:t>
            </a:r>
            <a:r>
              <a:rPr lang="fr-FR" sz="5600" b="1" dirty="0" smtClean="0">
                <a:latin typeface="Cambria" pitchFamily="18" charset="0"/>
              </a:rPr>
              <a:t>!</a:t>
            </a:r>
            <a:endParaRPr lang="fr-FR" sz="56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Endriky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tany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ety</a:t>
            </a:r>
            <a:r>
              <a:rPr lang="fr-FR" sz="60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Ravaky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lanitra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ery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Sambatra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mpampihavana</a:t>
            </a:r>
            <a:r>
              <a:rPr lang="fr-FR" sz="60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Izy</a:t>
            </a:r>
            <a:r>
              <a:rPr lang="fr-FR" sz="6000" b="1" dirty="0" smtClean="0">
                <a:latin typeface="Cambria" pitchFamily="18" charset="0"/>
              </a:rPr>
              <a:t> no </a:t>
            </a:r>
            <a:r>
              <a:rPr lang="fr-FR" sz="6000" b="1" dirty="0" err="1" smtClean="0">
                <a:latin typeface="Cambria" pitchFamily="18" charset="0"/>
              </a:rPr>
              <a:t>tena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Zanak'Andriamanitra</a:t>
            </a: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600" b="1" dirty="0" smtClean="0">
                <a:latin typeface="Cambria" pitchFamily="18" charset="0"/>
              </a:rPr>
              <a:t>3.  </a:t>
            </a:r>
            <a:r>
              <a:rPr lang="fr-FR" sz="5600" b="1" dirty="0" err="1" smtClean="0">
                <a:latin typeface="Cambria" pitchFamily="18" charset="0"/>
              </a:rPr>
              <a:t>Izy</a:t>
            </a:r>
            <a:r>
              <a:rPr lang="fr-FR" sz="5600" b="1" dirty="0" smtClean="0">
                <a:latin typeface="Cambria" pitchFamily="18" charset="0"/>
              </a:rPr>
              <a:t> no </a:t>
            </a:r>
            <a:r>
              <a:rPr lang="fr-FR" sz="5600" b="1" dirty="0" err="1" smtClean="0">
                <a:latin typeface="Cambria" pitchFamily="18" charset="0"/>
              </a:rPr>
              <a:t>honina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ao</a:t>
            </a:r>
            <a:r>
              <a:rPr lang="fr-FR" sz="5600" b="1" dirty="0" smtClean="0">
                <a:latin typeface="Cambria" pitchFamily="18" charset="0"/>
              </a:rPr>
              <a:t> an-</a:t>
            </a:r>
            <a:r>
              <a:rPr lang="fr-FR" sz="5600" b="1" dirty="0" err="1" smtClean="0">
                <a:latin typeface="Cambria" pitchFamily="18" charset="0"/>
              </a:rPr>
              <a:t>danitra</a:t>
            </a:r>
            <a:r>
              <a:rPr lang="fr-FR" sz="5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600" b="1" dirty="0" err="1" smtClean="0">
                <a:latin typeface="Cambria" pitchFamily="18" charset="0"/>
              </a:rPr>
              <a:t>Hamantana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anjely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marobe</a:t>
            </a:r>
            <a:r>
              <a:rPr lang="fr-FR" sz="5600" b="1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5600" b="1" dirty="0" smtClean="0">
                <a:latin typeface="Cambria" pitchFamily="18" charset="0"/>
              </a:rPr>
              <a:t>Ho </a:t>
            </a:r>
            <a:r>
              <a:rPr lang="fr-FR" sz="5600" b="1" dirty="0" err="1" smtClean="0">
                <a:latin typeface="Cambria" pitchFamily="18" charset="0"/>
              </a:rPr>
              <a:t>toy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ditin</a:t>
            </a:r>
            <a:r>
              <a:rPr lang="fr-FR" sz="5600" b="1" dirty="0" smtClean="0">
                <a:latin typeface="Cambria" pitchFamily="18" charset="0"/>
              </a:rPr>
              <a:t>-</a:t>
            </a:r>
            <a:r>
              <a:rPr lang="fr-FR" sz="5600" b="1" dirty="0" err="1" smtClean="0">
                <a:latin typeface="Cambria" pitchFamily="18" charset="0"/>
              </a:rPr>
              <a:t>kazo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manitra</a:t>
            </a:r>
            <a:endParaRPr lang="fr-FR" sz="5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600" b="1" dirty="0" err="1" smtClean="0">
                <a:latin typeface="Cambria" pitchFamily="18" charset="0"/>
              </a:rPr>
              <a:t>Ankasitrahan'ny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Mpanjaka</a:t>
            </a:r>
            <a:r>
              <a:rPr lang="fr-FR" sz="5600" b="1" dirty="0" smtClean="0">
                <a:latin typeface="Cambria" pitchFamily="18" charset="0"/>
              </a:rPr>
              <a:t> </a:t>
            </a:r>
            <a:r>
              <a:rPr lang="fr-FR" sz="5600" b="1" dirty="0" err="1" smtClean="0">
                <a:latin typeface="Cambria" pitchFamily="18" charset="0"/>
              </a:rPr>
              <a:t>lehibe</a:t>
            </a:r>
            <a:r>
              <a:rPr lang="fr-FR" sz="5600" b="1" dirty="0" smtClean="0">
                <a:latin typeface="Cambria" pitchFamily="18" charset="0"/>
              </a:rPr>
              <a:t>.</a:t>
            </a:r>
            <a:endParaRPr lang="fr-FR" sz="56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Endriky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tany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ety</a:t>
            </a:r>
            <a:r>
              <a:rPr lang="fr-FR" sz="60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Ravaky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lanitra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ery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Sambatra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mpampihavana</a:t>
            </a:r>
            <a:r>
              <a:rPr lang="fr-FR" sz="60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Izy</a:t>
            </a:r>
            <a:r>
              <a:rPr lang="fr-FR" sz="6000" b="1" dirty="0" smtClean="0">
                <a:latin typeface="Cambria" pitchFamily="18" charset="0"/>
              </a:rPr>
              <a:t> no </a:t>
            </a:r>
            <a:r>
              <a:rPr lang="fr-FR" sz="6000" b="1" dirty="0" err="1" smtClean="0">
                <a:latin typeface="Cambria" pitchFamily="18" charset="0"/>
              </a:rPr>
              <a:t>tena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Zanak'Andriamanitra</a:t>
            </a: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321</Words>
  <Application>Microsoft Office PowerPoint</Application>
  <PresentationFormat>Affichage à l'écran (4:3)</PresentationFormat>
  <Paragraphs>71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Thème Office</vt:lpstr>
      <vt:lpstr>FIF 205</vt:lpstr>
      <vt:lpstr>FIF 205</vt:lpstr>
      <vt:lpstr>FIF 205</vt:lpstr>
      <vt:lpstr>FIF 205</vt:lpstr>
      <vt:lpstr>FIF 205</vt:lpstr>
      <vt:lpstr>FIF 205</vt:lpstr>
      <vt:lpstr>FIF 205</vt:lpstr>
      <vt:lpstr>FIF 205</vt:lpstr>
      <vt:lpstr>FIF 165</vt:lpstr>
      <vt:lpstr>FIF 165</vt:lpstr>
      <vt:lpstr>FIF 165</vt:lpstr>
      <vt:lpstr>FIF 165</vt:lpstr>
      <vt:lpstr>FIF 165</vt:lpstr>
      <vt:lpstr>FIF 165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MIARINTSOA</dc:creator>
  <cp:lastModifiedBy>M</cp:lastModifiedBy>
  <cp:revision>3</cp:revision>
  <dcterms:created xsi:type="dcterms:W3CDTF">2012-10-06T13:50:48Z</dcterms:created>
  <dcterms:modified xsi:type="dcterms:W3CDTF">2014-10-12T08:10:16Z</dcterms:modified>
</cp:coreProperties>
</file>