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71" r:id="rId4"/>
    <p:sldId id="268" r:id="rId5"/>
    <p:sldId id="270" r:id="rId6"/>
    <p:sldId id="257" r:id="rId7"/>
    <p:sldId id="267" r:id="rId8"/>
    <p:sldId id="272" r:id="rId9"/>
    <p:sldId id="273" r:id="rId10"/>
    <p:sldId id="266" r:id="rId11"/>
    <p:sldId id="274" r:id="rId12"/>
    <p:sldId id="27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133" autoAdjust="0"/>
    <p:restoredTop sz="94660"/>
  </p:normalViewPr>
  <p:slideViewPr>
    <p:cSldViewPr>
      <p:cViewPr varScale="1">
        <p:scale>
          <a:sx n="62" d="100"/>
          <a:sy n="62" d="100"/>
        </p:scale>
        <p:origin x="-3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6D08C-D05A-4000-9FC4-E13D92DF3CF5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87034-6D63-4014-9337-69B4D5A5ABCC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</a:t>
            </a:r>
            <a:r>
              <a:rPr lang="fr-FR" sz="5400" dirty="0" err="1" smtClean="0">
                <a:latin typeface="Cambria" pitchFamily="18" charset="0"/>
              </a:rPr>
              <a:t>Vonona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aho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Tompo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hiaraka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Aminao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manolo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tena</a:t>
            </a:r>
            <a:r>
              <a:rPr lang="fr-FR" sz="5400" dirty="0" smtClean="0">
                <a:latin typeface="Cambria" pitchFamily="18" charset="0"/>
              </a:rPr>
              <a:t> ho </a:t>
            </a:r>
            <a:r>
              <a:rPr lang="fr-FR" sz="5400" dirty="0" err="1" smtClean="0">
                <a:latin typeface="Cambria" pitchFamily="18" charset="0"/>
              </a:rPr>
              <a:t>fehezinao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ihany</a:t>
            </a:r>
            <a:r>
              <a:rPr lang="fr-FR" sz="54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no </a:t>
            </a:r>
            <a:r>
              <a:rPr lang="fr-FR" sz="5400" dirty="0" err="1" smtClean="0">
                <a:latin typeface="Cambria" pitchFamily="18" charset="0"/>
              </a:rPr>
              <a:t>homeko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fanahy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raiso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anjakao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Vonona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manolotena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fehezinao</a:t>
            </a: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ihany</a:t>
            </a:r>
            <a:r>
              <a:rPr lang="fr-FR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homeko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anjakao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358346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2. </a:t>
            </a:r>
            <a:r>
              <a:rPr lang="fr-FR" sz="5400" dirty="0" err="1" smtClean="0">
                <a:latin typeface="Cambria" pitchFamily="18" charset="0"/>
              </a:rPr>
              <a:t>lzao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fikasako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>
                <a:latin typeface="Cambria" pitchFamily="18" charset="0"/>
              </a:rPr>
              <a:t> 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irin'ny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</a:t>
            </a:r>
            <a:r>
              <a:rPr lang="fr-FR" sz="54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mpanomponao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Tompo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manan</a:t>
            </a:r>
            <a:r>
              <a:rPr lang="fr-FR" sz="5400" dirty="0" smtClean="0">
                <a:latin typeface="Cambria" pitchFamily="18" charset="0"/>
              </a:rPr>
              <a:t>-</a:t>
            </a:r>
            <a:r>
              <a:rPr lang="fr-FR" sz="5400" dirty="0" err="1" smtClean="0">
                <a:latin typeface="Cambria" pitchFamily="18" charset="0"/>
              </a:rPr>
              <a:t>jo</a:t>
            </a:r>
            <a:r>
              <a:rPr lang="fr-FR" sz="54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mantsy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mety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mora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teninao</a:t>
            </a:r>
            <a:r>
              <a:rPr lang="fr-FR" sz="5400" dirty="0" smtClean="0">
                <a:latin typeface="Cambria" pitchFamily="18" charset="0"/>
              </a:rPr>
              <a:t> no </a:t>
            </a:r>
            <a:r>
              <a:rPr lang="fr-FR" sz="5400" dirty="0" err="1" smtClean="0">
                <a:latin typeface="Cambria" pitchFamily="18" charset="0"/>
              </a:rPr>
              <a:t>maro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mpankatö</a:t>
            </a:r>
            <a:r>
              <a:rPr lang="fr-FR" sz="5400" dirty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Vonona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manolotena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fehezinao</a:t>
            </a: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ihany</a:t>
            </a:r>
            <a:r>
              <a:rPr lang="fr-FR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homeko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anjakao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4800" dirty="0" smtClean="0">
                <a:latin typeface="Cambria" pitchFamily="18" charset="0"/>
              </a:rPr>
              <a:t>3. </a:t>
            </a:r>
            <a:r>
              <a:rPr lang="fr-FR" sz="4800" dirty="0" err="1" smtClean="0">
                <a:latin typeface="Cambria" pitchFamily="18" charset="0"/>
              </a:rPr>
              <a:t>Raisonao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ny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foko</a:t>
            </a:r>
            <a:r>
              <a:rPr lang="fr-FR" sz="48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4800" dirty="0" err="1" smtClean="0">
                <a:latin typeface="Cambria" pitchFamily="18" charset="0"/>
              </a:rPr>
              <a:t>tairo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sy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hetseho</a:t>
            </a:r>
            <a:r>
              <a:rPr lang="fr-FR" sz="4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smtClean="0">
                <a:latin typeface="Cambria" pitchFamily="18" charset="0"/>
              </a:rPr>
              <a:t>Ka </a:t>
            </a:r>
            <a:r>
              <a:rPr lang="fr-FR" sz="4800" dirty="0" err="1" smtClean="0">
                <a:latin typeface="Cambria" pitchFamily="18" charset="0"/>
              </a:rPr>
              <a:t>ny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fahotako</a:t>
            </a:r>
            <a:r>
              <a:rPr lang="fr-FR" sz="4800" dirty="0" smtClean="0">
                <a:latin typeface="Cambria" pitchFamily="18" charset="0"/>
              </a:rPr>
              <a:t>, </a:t>
            </a:r>
            <a:r>
              <a:rPr lang="fr-FR" sz="4800" dirty="0" err="1" smtClean="0">
                <a:latin typeface="Cambria" pitchFamily="18" charset="0"/>
              </a:rPr>
              <a:t>eny</a:t>
            </a:r>
            <a:r>
              <a:rPr lang="fr-FR" sz="4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err="1" smtClean="0">
                <a:latin typeface="Cambria" pitchFamily="18" charset="0"/>
              </a:rPr>
              <a:t>mba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koseho</a:t>
            </a:r>
            <a:r>
              <a:rPr lang="fr-FR" sz="4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smtClean="0">
                <a:latin typeface="Cambria" pitchFamily="18" charset="0"/>
              </a:rPr>
              <a:t>Ka </a:t>
            </a:r>
            <a:r>
              <a:rPr lang="fr-FR" sz="4800" dirty="0" err="1" smtClean="0">
                <a:latin typeface="Cambria" pitchFamily="18" charset="0"/>
              </a:rPr>
              <a:t>ny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herinao</a:t>
            </a:r>
            <a:r>
              <a:rPr lang="fr-FR" sz="4800" dirty="0" smtClean="0">
                <a:latin typeface="Cambria" pitchFamily="18" charset="0"/>
              </a:rPr>
              <a:t> no </a:t>
            </a:r>
            <a:r>
              <a:rPr lang="fr-FR" sz="4800" dirty="0" err="1" smtClean="0">
                <a:latin typeface="Cambria" pitchFamily="18" charset="0"/>
              </a:rPr>
              <a:t>aoka</a:t>
            </a:r>
            <a:endParaRPr lang="fr-FR" sz="4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4800" dirty="0" err="1" smtClean="0">
                <a:latin typeface="Cambria" pitchFamily="18" charset="0"/>
              </a:rPr>
              <a:t>mba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hiseho</a:t>
            </a:r>
            <a:r>
              <a:rPr lang="fr-FR" sz="4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4800" dirty="0" smtClean="0">
                <a:latin typeface="Cambria" pitchFamily="18" charset="0"/>
              </a:rPr>
              <a:t>Fa </a:t>
            </a:r>
            <a:r>
              <a:rPr lang="fr-FR" sz="4800" dirty="0" err="1" smtClean="0">
                <a:latin typeface="Cambria" pitchFamily="18" charset="0"/>
              </a:rPr>
              <a:t>maniry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Anao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hoentiko</a:t>
            </a:r>
            <a:r>
              <a:rPr lang="fr-FR" sz="4800" dirty="0" smtClean="0">
                <a:latin typeface="Cambria" pitchFamily="18" charset="0"/>
              </a:rPr>
              <a:t> </a:t>
            </a:r>
            <a:r>
              <a:rPr lang="fr-FR" sz="4800" dirty="0" err="1" smtClean="0">
                <a:latin typeface="Cambria" pitchFamily="18" charset="0"/>
              </a:rPr>
              <a:t>maneho</a:t>
            </a:r>
            <a:endParaRPr lang="fr-FR" sz="4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Vonona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manolotena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fehezinao</a:t>
            </a: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ihany</a:t>
            </a:r>
            <a:r>
              <a:rPr lang="fr-FR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homeko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anjakao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</a:t>
            </a: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avy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fotoana</a:t>
            </a:r>
            <a:r>
              <a:rPr lang="fr-FR" sz="5400" dirty="0">
                <a:latin typeface="Cambria" pitchFamily="18" charset="0"/>
              </a:rPr>
              <a:t> 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hialako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foiko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mantsy'ty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afoiko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mantsy'ty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Paradisa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lovako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ary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'Zay </a:t>
            </a:r>
            <a:r>
              <a:rPr lang="fr-FR" sz="5400" dirty="0" err="1" smtClean="0">
                <a:latin typeface="Cambria" pitchFamily="18" charset="0"/>
              </a:rPr>
              <a:t>hodiako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mandry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raha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miala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ety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42939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 !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Vonona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Hiaraka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Aminao</a:t>
            </a:r>
            <a:r>
              <a:rPr lang="fr-FR" sz="60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aho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manolotena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Ho </a:t>
            </a:r>
            <a:r>
              <a:rPr lang="fr-FR" sz="6000" dirty="0" err="1" smtClean="0">
                <a:latin typeface="Cambria" pitchFamily="18" charset="0"/>
              </a:rPr>
              <a:t>fehezinao</a:t>
            </a:r>
            <a:r>
              <a:rPr lang="fr-FR" sz="6000" dirty="0" smtClean="0">
                <a:latin typeface="Cambria" pitchFamily="18" charset="0"/>
              </a:rPr>
              <a:t> 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121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tena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ihany</a:t>
            </a:r>
            <a:r>
              <a:rPr lang="fr-FR" sz="6000" dirty="0" smtClean="0">
                <a:latin typeface="Cambria" pitchFamily="18" charset="0"/>
              </a:rPr>
              <a:t> no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homeko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Fa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fanahy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raiso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anjakao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299</Words>
  <Application>Microsoft Office PowerPoint</Application>
  <PresentationFormat>Affichage à l'écran (4:3)</PresentationFormat>
  <Paragraphs>73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Diapositive 1</vt:lpstr>
      <vt:lpstr>Diapositive 2</vt:lpstr>
      <vt:lpstr>FIF 121</vt:lpstr>
      <vt:lpstr>Diapositive 4</vt:lpstr>
      <vt:lpstr>FIF 121</vt:lpstr>
      <vt:lpstr>FIF 121</vt:lpstr>
      <vt:lpstr>Diapositive 7</vt:lpstr>
      <vt:lpstr>FIF 121</vt:lpstr>
      <vt:lpstr>FIF 121</vt:lpstr>
      <vt:lpstr>Diapositive 10</vt:lpstr>
      <vt:lpstr>FIF 121</vt:lpstr>
      <vt:lpstr>FIF 121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121</dc:title>
  <dc:creator>MIARINTSOA</dc:creator>
  <cp:lastModifiedBy>MIARINTSOA</cp:lastModifiedBy>
  <cp:revision>3</cp:revision>
  <dcterms:created xsi:type="dcterms:W3CDTF">2012-10-05T20:10:50Z</dcterms:created>
  <dcterms:modified xsi:type="dcterms:W3CDTF">2012-10-05T20:31:24Z</dcterms:modified>
</cp:coreProperties>
</file>