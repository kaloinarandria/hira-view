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66" r:id="rId4"/>
    <p:sldId id="268" r:id="rId5"/>
    <p:sldId id="265" r:id="rId6"/>
    <p:sldId id="269" r:id="rId7"/>
    <p:sldId id="264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1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AE9FB-4F38-41D7-B057-2C0EEE7A7EE9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CDD0D-E26B-439E-92D8-D97D3A710C8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AE9FB-4F38-41D7-B057-2C0EEE7A7EE9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CDD0D-E26B-439E-92D8-D97D3A710C8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AE9FB-4F38-41D7-B057-2C0EEE7A7EE9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CDD0D-E26B-439E-92D8-D97D3A710C8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AE9FB-4F38-41D7-B057-2C0EEE7A7EE9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CDD0D-E26B-439E-92D8-D97D3A710C8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AE9FB-4F38-41D7-B057-2C0EEE7A7EE9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CDD0D-E26B-439E-92D8-D97D3A710C8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AE9FB-4F38-41D7-B057-2C0EEE7A7EE9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CDD0D-E26B-439E-92D8-D97D3A710C8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AE9FB-4F38-41D7-B057-2C0EEE7A7EE9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CDD0D-E26B-439E-92D8-D97D3A710C8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AE9FB-4F38-41D7-B057-2C0EEE7A7EE9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CDD0D-E26B-439E-92D8-D97D3A710C8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AE9FB-4F38-41D7-B057-2C0EEE7A7EE9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CDD0D-E26B-439E-92D8-D97D3A710C8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AE9FB-4F38-41D7-B057-2C0EEE7A7EE9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CDD0D-E26B-439E-92D8-D97D3A710C8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AE9FB-4F38-41D7-B057-2C0EEE7A7EE9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CDD0D-E26B-439E-92D8-D97D3A710C8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AE9FB-4F38-41D7-B057-2C0EEE7A7EE9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CDD0D-E26B-439E-92D8-D97D3A710C8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1.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an-</a:t>
            </a:r>
            <a:r>
              <a:rPr lang="fr-FR" sz="5400" dirty="0" err="1" smtClean="0">
                <a:latin typeface="Cambria" pitchFamily="18" charset="0"/>
              </a:rPr>
              <a:t>tery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re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vozonana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No </a:t>
            </a:r>
            <a:r>
              <a:rPr lang="fr-FR" sz="5400" dirty="0" err="1" smtClean="0">
                <a:latin typeface="Cambria" pitchFamily="18" charset="0"/>
              </a:rPr>
              <a:t>idirana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am</a:t>
            </a:r>
            <a:r>
              <a:rPr lang="fr-FR" sz="5400" dirty="0" smtClean="0">
                <a:latin typeface="Cambria" pitchFamily="18" charset="0"/>
              </a:rPr>
              <a:t>-</a:t>
            </a:r>
            <a:r>
              <a:rPr lang="fr-FR" sz="5400" dirty="0" err="1" smtClean="0">
                <a:latin typeface="Cambria" pitchFamily="18" charset="0"/>
              </a:rPr>
              <a:t>piangonana</a:t>
            </a:r>
            <a:r>
              <a:rPr lang="fr-FR" sz="54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Tena </a:t>
            </a:r>
            <a:r>
              <a:rPr lang="fr-FR" sz="5400" dirty="0" err="1" smtClean="0">
                <a:latin typeface="Cambria" pitchFamily="18" charset="0"/>
              </a:rPr>
              <a:t>sitrapo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anenenana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Ka </a:t>
            </a:r>
            <a:r>
              <a:rPr lang="fr-FR" sz="5400" dirty="0" err="1" smtClean="0">
                <a:latin typeface="Cambria" pitchFamily="18" charset="0"/>
              </a:rPr>
              <a:t>nahoana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moa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iafenana</a:t>
            </a:r>
            <a:r>
              <a:rPr lang="fr-FR" sz="5400" dirty="0" smtClean="0">
                <a:latin typeface="Cambria" pitchFamily="18" charset="0"/>
              </a:rPr>
              <a:t>?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857232"/>
            <a:ext cx="9286940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Moa </a:t>
            </a:r>
            <a:r>
              <a:rPr lang="fr-FR" sz="5400" dirty="0" err="1" smtClean="0">
                <a:latin typeface="Cambria" pitchFamily="18" charset="0"/>
              </a:rPr>
              <a:t>firy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sosona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lanitra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Andriamanitra</a:t>
            </a:r>
            <a:r>
              <a:rPr lang="fr-FR" sz="54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Nahoana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atsy</a:t>
            </a:r>
            <a:r>
              <a:rPr lang="fr-FR" sz="5400" dirty="0" smtClean="0">
                <a:latin typeface="Cambria" pitchFamily="18" charset="0"/>
              </a:rPr>
              <a:t> 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 ho </a:t>
            </a:r>
            <a:r>
              <a:rPr lang="fr-FR" sz="5400" dirty="0" err="1" smtClean="0">
                <a:latin typeface="Cambria" pitchFamily="18" charset="0"/>
              </a:rPr>
              <a:t>aroa</a:t>
            </a:r>
            <a:r>
              <a:rPr lang="fr-FR" sz="54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Tapaho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hevitrao</a:t>
            </a:r>
            <a:r>
              <a:rPr lang="fr-FR" sz="54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000" dirty="0" smtClean="0">
                <a:latin typeface="Cambria" pitchFamily="18" charset="0"/>
              </a:rPr>
              <a:t>2. </a:t>
            </a:r>
            <a:r>
              <a:rPr lang="fr-FR" sz="5000" dirty="0" err="1" smtClean="0">
                <a:latin typeface="Cambria" pitchFamily="18" charset="0"/>
              </a:rPr>
              <a:t>Tsy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mba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fanjakan’Andriana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mahamay</a:t>
            </a:r>
            <a:endParaRPr lang="fr-FR" sz="5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000" dirty="0" smtClean="0">
                <a:latin typeface="Cambria" pitchFamily="18" charset="0"/>
              </a:rPr>
              <a:t>No </a:t>
            </a:r>
            <a:r>
              <a:rPr lang="fr-FR" sz="5000" dirty="0" err="1" smtClean="0">
                <a:latin typeface="Cambria" pitchFamily="18" charset="0"/>
              </a:rPr>
              <a:t>netezanao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hatao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batisa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indray</a:t>
            </a:r>
            <a:r>
              <a:rPr lang="fr-FR" sz="50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5000" dirty="0" smtClean="0">
                <a:latin typeface="Cambria" pitchFamily="18" charset="0"/>
              </a:rPr>
              <a:t>Tena </a:t>
            </a:r>
            <a:r>
              <a:rPr lang="fr-FR" sz="5000" dirty="0" err="1" smtClean="0">
                <a:latin typeface="Cambria" pitchFamily="18" charset="0"/>
              </a:rPr>
              <a:t>sitrapo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tsy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rombon’olona</a:t>
            </a:r>
            <a:r>
              <a:rPr lang="fr-FR" sz="5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000" dirty="0" smtClean="0">
                <a:latin typeface="Cambria" pitchFamily="18" charset="0"/>
              </a:rPr>
              <a:t>Ka </a:t>
            </a:r>
            <a:r>
              <a:rPr lang="fr-FR" sz="5000" dirty="0" err="1" smtClean="0">
                <a:latin typeface="Cambria" pitchFamily="18" charset="0"/>
              </a:rPr>
              <a:t>nahoana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moa</a:t>
            </a:r>
            <a:r>
              <a:rPr lang="fr-FR" sz="5000" dirty="0" smtClean="0">
                <a:latin typeface="Cambria" pitchFamily="18" charset="0"/>
              </a:rPr>
              <a:t> no </a:t>
            </a:r>
            <a:r>
              <a:rPr lang="fr-FR" sz="5000" dirty="0" err="1" smtClean="0">
                <a:latin typeface="Cambria" pitchFamily="18" charset="0"/>
              </a:rPr>
              <a:t>ijanonana</a:t>
            </a:r>
            <a:r>
              <a:rPr lang="fr-FR" sz="5000" dirty="0" smtClean="0">
                <a:latin typeface="Cambria" pitchFamily="18" charset="0"/>
              </a:rPr>
              <a:t>?</a:t>
            </a:r>
            <a:endParaRPr lang="fr-FR" sz="5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Moa </a:t>
            </a:r>
            <a:r>
              <a:rPr lang="fr-FR" sz="5400" dirty="0" err="1" smtClean="0">
                <a:latin typeface="Cambria" pitchFamily="18" charset="0"/>
              </a:rPr>
              <a:t>firy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sosona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lanitra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Andriamanitra</a:t>
            </a:r>
            <a:r>
              <a:rPr lang="fr-FR" sz="54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Nahoana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atsy</a:t>
            </a:r>
            <a:r>
              <a:rPr lang="fr-FR" sz="5400" dirty="0" smtClean="0">
                <a:latin typeface="Cambria" pitchFamily="18" charset="0"/>
              </a:rPr>
              <a:t> 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 ho </a:t>
            </a:r>
            <a:r>
              <a:rPr lang="fr-FR" sz="5400" dirty="0" err="1" smtClean="0">
                <a:latin typeface="Cambria" pitchFamily="18" charset="0"/>
              </a:rPr>
              <a:t>aroa</a:t>
            </a:r>
            <a:r>
              <a:rPr lang="fr-FR" sz="54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Tapaho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hevitrao</a:t>
            </a:r>
            <a:r>
              <a:rPr lang="fr-FR" sz="54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3.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mba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ranomaso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teren</a:t>
            </a:r>
            <a:r>
              <a:rPr lang="fr-FR" sz="5400" dirty="0" smtClean="0">
                <a:latin typeface="Cambria" pitchFamily="18" charset="0"/>
              </a:rPr>
              <a:t>-</a:t>
            </a:r>
            <a:r>
              <a:rPr lang="fr-FR" sz="5400" dirty="0" err="1" smtClean="0">
                <a:latin typeface="Cambria" pitchFamily="18" charset="0"/>
              </a:rPr>
              <a:t>tsetroka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No </a:t>
            </a:r>
            <a:r>
              <a:rPr lang="fr-FR" sz="5400" dirty="0" err="1" smtClean="0">
                <a:latin typeface="Cambria" pitchFamily="18" charset="0"/>
              </a:rPr>
              <a:t>netezanao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hilatsaka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mpandray</a:t>
            </a:r>
            <a:r>
              <a:rPr lang="fr-FR" sz="54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Tena </a:t>
            </a:r>
            <a:r>
              <a:rPr lang="fr-FR" sz="5400" dirty="0" err="1" smtClean="0">
                <a:latin typeface="Cambria" pitchFamily="18" charset="0"/>
              </a:rPr>
              <a:t>sitrapo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misy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fitaka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Ka </a:t>
            </a:r>
            <a:r>
              <a:rPr lang="fr-FR" sz="5400" dirty="0" err="1" smtClean="0">
                <a:latin typeface="Cambria" pitchFamily="18" charset="0"/>
              </a:rPr>
              <a:t>nahoana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moa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misintaka</a:t>
            </a:r>
            <a:r>
              <a:rPr lang="fr-FR" sz="5400" dirty="0" smtClean="0">
                <a:latin typeface="Cambria" pitchFamily="18" charset="0"/>
              </a:rPr>
              <a:t>?</a:t>
            </a:r>
            <a:endParaRPr lang="fr-FR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Moa </a:t>
            </a:r>
            <a:r>
              <a:rPr lang="fr-FR" sz="5400" dirty="0" err="1" smtClean="0">
                <a:latin typeface="Cambria" pitchFamily="18" charset="0"/>
              </a:rPr>
              <a:t>firy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sosona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lanitra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Andriamanitra</a:t>
            </a:r>
            <a:r>
              <a:rPr lang="fr-FR" sz="54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Nahoana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atsy</a:t>
            </a:r>
            <a:r>
              <a:rPr lang="fr-FR" sz="5400" dirty="0" smtClean="0">
                <a:latin typeface="Cambria" pitchFamily="18" charset="0"/>
              </a:rPr>
              <a:t> 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 ho </a:t>
            </a:r>
            <a:r>
              <a:rPr lang="fr-FR" sz="5400" dirty="0" err="1" smtClean="0">
                <a:latin typeface="Cambria" pitchFamily="18" charset="0"/>
              </a:rPr>
              <a:t>aroa</a:t>
            </a:r>
            <a:r>
              <a:rPr lang="fr-FR" sz="54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Tapaho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hevitrao</a:t>
            </a:r>
            <a:r>
              <a:rPr lang="fr-FR" sz="54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4. </a:t>
            </a:r>
            <a:r>
              <a:rPr lang="fr-FR" sz="5400" dirty="0" err="1" smtClean="0">
                <a:latin typeface="Cambria" pitchFamily="18" charset="0"/>
              </a:rPr>
              <a:t>Raha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sitrapo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ivavahana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tia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tena</a:t>
            </a:r>
            <a:r>
              <a:rPr lang="fr-FR" sz="5400" dirty="0" smtClean="0">
                <a:latin typeface="Cambria" pitchFamily="18" charset="0"/>
              </a:rPr>
              <a:t> , fa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namana</a:t>
            </a:r>
            <a:r>
              <a:rPr lang="fr-FR" sz="5400" dirty="0" smtClean="0"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Raha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sitrapo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iangonana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Azerezereo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fialonana</a:t>
            </a:r>
            <a:r>
              <a:rPr lang="fr-FR" sz="5400" dirty="0" smtClean="0">
                <a:latin typeface="Cambria" pitchFamily="18" charset="0"/>
              </a:rPr>
              <a:t>;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folo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sosona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lanitra</a:t>
            </a:r>
            <a:r>
              <a:rPr lang="fr-FR" sz="54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mba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manan</a:t>
            </a:r>
            <a:r>
              <a:rPr lang="fr-FR" sz="5400" dirty="0" smtClean="0">
                <a:latin typeface="Cambria" pitchFamily="18" charset="0"/>
              </a:rPr>
              <a:t>-</a:t>
            </a:r>
            <a:r>
              <a:rPr lang="fr-FR" sz="5400" dirty="0" err="1" smtClean="0">
                <a:latin typeface="Cambria" pitchFamily="18" charset="0"/>
              </a:rPr>
              <a:t>jay</a:t>
            </a:r>
            <a:r>
              <a:rPr lang="fr-FR" sz="5400" dirty="0" smtClean="0">
                <a:latin typeface="Cambria" pitchFamily="18" charset="0"/>
              </a:rPr>
              <a:t>  </a:t>
            </a:r>
            <a:r>
              <a:rPr lang="fr-FR" sz="5400" dirty="0" err="1" smtClean="0">
                <a:latin typeface="Cambria" pitchFamily="18" charset="0"/>
              </a:rPr>
              <a:t>Andriamanitra</a:t>
            </a:r>
            <a:r>
              <a:rPr lang="fr-FR" sz="54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marina </a:t>
            </a:r>
            <a:r>
              <a:rPr lang="fr-FR" sz="5400" dirty="0" err="1" smtClean="0">
                <a:latin typeface="Cambria" pitchFamily="18" charset="0"/>
              </a:rPr>
              <a:t>atao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diso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ialao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lanitra</a:t>
            </a:r>
            <a:r>
              <a:rPr lang="fr-FR" sz="5400" dirty="0" smtClean="0">
                <a:latin typeface="Cambria" pitchFamily="18" charset="0"/>
              </a:rPr>
              <a:t>!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207</Words>
  <Application>Microsoft Office PowerPoint</Application>
  <PresentationFormat>Affichage à l'écran (4:3)</PresentationFormat>
  <Paragraphs>43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FIF 228</vt:lpstr>
      <vt:lpstr>FIF 228</vt:lpstr>
      <vt:lpstr>FIF 228</vt:lpstr>
      <vt:lpstr>FIF 228</vt:lpstr>
      <vt:lpstr>FIF 228</vt:lpstr>
      <vt:lpstr>FIF 228</vt:lpstr>
      <vt:lpstr>FIF 228</vt:lpstr>
      <vt:lpstr>FIF 228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228</dc:title>
  <dc:creator>MIARINTSOA</dc:creator>
  <cp:lastModifiedBy>M</cp:lastModifiedBy>
  <cp:revision>4</cp:revision>
  <dcterms:created xsi:type="dcterms:W3CDTF">2012-10-07T17:24:22Z</dcterms:created>
  <dcterms:modified xsi:type="dcterms:W3CDTF">2014-07-26T11:20:28Z</dcterms:modified>
</cp:coreProperties>
</file>