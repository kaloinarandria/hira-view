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62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10/11/2013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10/11/2013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10/11/2013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10/11/2013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10/11/2013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10/11/2013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10/11/2013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10/11/2013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10/11/2013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10/11/2013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10/11/2013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886BE-A26E-4AAF-8A66-B3EABFBFAF07}" type="datetimeFigureOut">
              <a:rPr lang="fr-FR" smtClean="0"/>
              <a:pPr/>
              <a:t>10/11/2013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357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571480"/>
            <a:ext cx="9786974" cy="6286544"/>
          </a:xfrm>
        </p:spPr>
        <p:txBody>
          <a:bodyPr>
            <a:noAutofit/>
          </a:bodyPr>
          <a:lstStyle/>
          <a:p>
            <a:pPr marL="914400" indent="-914400">
              <a:spcBef>
                <a:spcPts val="0"/>
              </a:spcBef>
              <a:buAutoNum type="arabicPeriod"/>
            </a:pPr>
            <a:r>
              <a:rPr lang="fr-FR" sz="5800" dirty="0" smtClean="0">
                <a:latin typeface="Cambria" pitchFamily="18" charset="0"/>
              </a:rPr>
              <a:t>O! </a:t>
            </a:r>
            <a:r>
              <a:rPr lang="fr-FR" sz="5800" dirty="0" err="1" smtClean="0">
                <a:latin typeface="Cambria" pitchFamily="18" charset="0"/>
              </a:rPr>
              <a:t>Mitsangana</a:t>
            </a:r>
            <a:r>
              <a:rPr lang="fr-FR" sz="5800" dirty="0" smtClean="0">
                <a:latin typeface="Cambria" pitchFamily="18" charset="0"/>
              </a:rPr>
              <a:t> ka dia </a:t>
            </a:r>
            <a:r>
              <a:rPr lang="fr-FR" sz="5800" dirty="0" err="1" smtClean="0">
                <a:latin typeface="Cambria" pitchFamily="18" charset="0"/>
              </a:rPr>
              <a:t>mihazavà</a:t>
            </a:r>
            <a:endParaRPr lang="fr-FR" sz="5800" dirty="0" smtClean="0">
              <a:latin typeface="Cambria" pitchFamily="18" charset="0"/>
            </a:endParaRPr>
          </a:p>
          <a:p>
            <a:pPr marL="914400" indent="-914400">
              <a:spcBef>
                <a:spcPts val="0"/>
              </a:spcBef>
              <a:buNone/>
            </a:pPr>
            <a:r>
              <a:rPr lang="fr-FR" sz="5800" dirty="0" err="1" smtClean="0">
                <a:latin typeface="Cambria" pitchFamily="18" charset="0"/>
              </a:rPr>
              <a:t>F’indro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efa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tonga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Ilay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Fahazavana</a:t>
            </a:r>
            <a:r>
              <a:rPr lang="fr-FR" sz="5800" dirty="0" smtClean="0">
                <a:latin typeface="Cambria" pitchFamily="18" charset="0"/>
              </a:rPr>
              <a:t> O! O!</a:t>
            </a:r>
          </a:p>
          <a:p>
            <a:pPr marL="914400" indent="-914400">
              <a:spcBef>
                <a:spcPts val="0"/>
              </a:spcBef>
              <a:buNone/>
            </a:pPr>
            <a:r>
              <a:rPr lang="fr-FR" sz="5800" dirty="0" err="1" smtClean="0">
                <a:latin typeface="Cambria" pitchFamily="18" charset="0"/>
              </a:rPr>
              <a:t>Maika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ity</a:t>
            </a:r>
            <a:r>
              <a:rPr lang="fr-FR" sz="5800" dirty="0" smtClean="0">
                <a:latin typeface="Cambria" pitchFamily="18" charset="0"/>
              </a:rPr>
              <a:t> asa ka </a:t>
            </a:r>
            <a:r>
              <a:rPr lang="fr-FR" sz="5800" dirty="0" err="1" smtClean="0">
                <a:latin typeface="Cambria" pitchFamily="18" charset="0"/>
              </a:rPr>
              <a:t>miaingà</a:t>
            </a:r>
            <a:endParaRPr lang="fr-FR" sz="5800" dirty="0" smtClean="0">
              <a:latin typeface="Cambria" pitchFamily="18" charset="0"/>
            </a:endParaRPr>
          </a:p>
          <a:p>
            <a:pPr marL="914400" indent="-914400">
              <a:spcBef>
                <a:spcPts val="0"/>
              </a:spcBef>
              <a:buNone/>
            </a:pPr>
            <a:r>
              <a:rPr lang="fr-FR" sz="5800" dirty="0" smtClean="0">
                <a:latin typeface="Cambria" pitchFamily="18" charset="0"/>
              </a:rPr>
              <a:t>Fa </a:t>
            </a:r>
            <a:r>
              <a:rPr lang="fr-FR" sz="5800" dirty="0" err="1" smtClean="0">
                <a:latin typeface="Cambria" pitchFamily="18" charset="0"/>
              </a:rPr>
              <a:t>efa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manjaka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ny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fahajambana</a:t>
            </a:r>
            <a:endParaRPr lang="fr-FR" sz="58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357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00042"/>
            <a:ext cx="9001156" cy="6215106"/>
          </a:xfrm>
        </p:spPr>
        <p:txBody>
          <a:bodyPr>
            <a:noAutofit/>
          </a:bodyPr>
          <a:lstStyle/>
          <a:p>
            <a:pPr marL="914400" indent="-914400">
              <a:spcBef>
                <a:spcPts val="0"/>
              </a:spcBef>
              <a:buNone/>
            </a:pPr>
            <a:r>
              <a:rPr lang="fr-FR" sz="5800" dirty="0" err="1" smtClean="0">
                <a:latin typeface="Cambria" pitchFamily="18" charset="0"/>
              </a:rPr>
              <a:t>Mameno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tany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ny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aizina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be</a:t>
            </a:r>
            <a:endParaRPr lang="fr-FR" sz="5800" dirty="0" smtClean="0">
              <a:latin typeface="Cambria" pitchFamily="18" charset="0"/>
            </a:endParaRPr>
          </a:p>
          <a:p>
            <a:pPr marL="914400" indent="-914400">
              <a:spcBef>
                <a:spcPts val="0"/>
              </a:spcBef>
              <a:buNone/>
            </a:pPr>
            <a:r>
              <a:rPr lang="fr-FR" sz="5800" dirty="0" err="1" smtClean="0">
                <a:latin typeface="Cambria" pitchFamily="18" charset="0"/>
              </a:rPr>
              <a:t>Efa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mandrakotra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ny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firenena</a:t>
            </a:r>
            <a:endParaRPr lang="fr-FR" sz="5800" dirty="0" smtClean="0">
              <a:latin typeface="Cambria" pitchFamily="18" charset="0"/>
            </a:endParaRPr>
          </a:p>
          <a:p>
            <a:pPr marL="914400" indent="-914400">
              <a:spcBef>
                <a:spcPts val="0"/>
              </a:spcBef>
              <a:buNone/>
            </a:pPr>
            <a:r>
              <a:rPr lang="fr-FR" sz="5800" dirty="0" err="1" smtClean="0">
                <a:latin typeface="Cambria" pitchFamily="18" charset="0"/>
              </a:rPr>
              <a:t>Jamba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ireo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olona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ao</a:t>
            </a:r>
            <a:r>
              <a:rPr lang="fr-FR" sz="5800" dirty="0" smtClean="0">
                <a:latin typeface="Cambria" pitchFamily="18" charset="0"/>
              </a:rPr>
              <a:t> ka </a:t>
            </a:r>
            <a:r>
              <a:rPr lang="fr-FR" sz="5800" dirty="0" err="1" smtClean="0">
                <a:latin typeface="Cambria" pitchFamily="18" charset="0"/>
              </a:rPr>
              <a:t>endrey</a:t>
            </a:r>
            <a:endParaRPr lang="fr-FR" sz="5800" dirty="0" smtClean="0">
              <a:latin typeface="Cambria" pitchFamily="18" charset="0"/>
            </a:endParaRPr>
          </a:p>
          <a:p>
            <a:pPr marL="914400" indent="-914400">
              <a:spcBef>
                <a:spcPts val="0"/>
              </a:spcBef>
              <a:buNone/>
            </a:pPr>
            <a:r>
              <a:rPr lang="fr-FR" sz="5800" dirty="0" smtClean="0">
                <a:latin typeface="Cambria" pitchFamily="18" charset="0"/>
              </a:rPr>
              <a:t>Mila </a:t>
            </a:r>
            <a:r>
              <a:rPr lang="fr-FR" sz="5800" dirty="0" err="1" smtClean="0">
                <a:latin typeface="Cambria" pitchFamily="18" charset="0"/>
              </a:rPr>
              <a:t>ity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Fahazavana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omena</a:t>
            </a:r>
            <a:r>
              <a:rPr lang="fr-FR" sz="5800" dirty="0" smtClean="0">
                <a:latin typeface="Cambria" pitchFamily="18" charset="0"/>
              </a:rPr>
              <a:t> O! O!</a:t>
            </a:r>
            <a:endParaRPr lang="fr-FR" sz="58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357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642918"/>
            <a:ext cx="9001156" cy="6000792"/>
          </a:xfrm>
        </p:spPr>
        <p:txBody>
          <a:bodyPr>
            <a:noAutofit/>
          </a:bodyPr>
          <a:lstStyle/>
          <a:p>
            <a:pPr marL="914400" indent="-914400">
              <a:spcBef>
                <a:spcPts val="0"/>
              </a:spcBef>
              <a:buNone/>
            </a:pPr>
            <a:r>
              <a:rPr lang="fr-FR" sz="5800" dirty="0" smtClean="0">
                <a:latin typeface="Cambria" pitchFamily="18" charset="0"/>
              </a:rPr>
              <a:t>2. O! </a:t>
            </a:r>
            <a:r>
              <a:rPr lang="fr-FR" sz="5800" dirty="0" err="1" smtClean="0">
                <a:latin typeface="Cambria" pitchFamily="18" charset="0"/>
              </a:rPr>
              <a:t>mitsangana</a:t>
            </a:r>
            <a:r>
              <a:rPr lang="fr-FR" sz="5800" dirty="0" smtClean="0">
                <a:latin typeface="Cambria" pitchFamily="18" charset="0"/>
              </a:rPr>
              <a:t> ka dia </a:t>
            </a:r>
            <a:r>
              <a:rPr lang="fr-FR" sz="5800" dirty="0" err="1" smtClean="0">
                <a:latin typeface="Cambria" pitchFamily="18" charset="0"/>
              </a:rPr>
              <a:t>mirosoa</a:t>
            </a:r>
            <a:endParaRPr lang="fr-FR" sz="5800" dirty="0" smtClean="0">
              <a:latin typeface="Cambria" pitchFamily="18" charset="0"/>
            </a:endParaRPr>
          </a:p>
          <a:p>
            <a:pPr marL="914400" indent="-914400">
              <a:spcBef>
                <a:spcPts val="0"/>
              </a:spcBef>
              <a:buNone/>
            </a:pPr>
            <a:r>
              <a:rPr lang="fr-FR" sz="5800" dirty="0" err="1" smtClean="0">
                <a:latin typeface="Cambria" pitchFamily="18" charset="0"/>
              </a:rPr>
              <a:t>Ny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hery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rehetra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vononina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tsara</a:t>
            </a:r>
            <a:r>
              <a:rPr lang="fr-FR" sz="5800" dirty="0" smtClean="0">
                <a:latin typeface="Cambria" pitchFamily="18" charset="0"/>
              </a:rPr>
              <a:t> e! e!</a:t>
            </a:r>
          </a:p>
          <a:p>
            <a:pPr marL="914400" indent="-914400">
              <a:spcBef>
                <a:spcPts val="0"/>
              </a:spcBef>
              <a:buNone/>
            </a:pPr>
            <a:r>
              <a:rPr lang="fr-FR" sz="5800" dirty="0" smtClean="0">
                <a:latin typeface="Cambria" pitchFamily="18" charset="0"/>
              </a:rPr>
              <a:t>Fa </a:t>
            </a:r>
            <a:r>
              <a:rPr lang="fr-FR" sz="5800" dirty="0" err="1" smtClean="0">
                <a:latin typeface="Cambria" pitchFamily="18" charset="0"/>
              </a:rPr>
              <a:t>mila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olona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tena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mifoha</a:t>
            </a:r>
            <a:endParaRPr lang="fr-FR" sz="5800" dirty="0" smtClean="0">
              <a:latin typeface="Cambria" pitchFamily="18" charset="0"/>
            </a:endParaRPr>
          </a:p>
          <a:p>
            <a:pPr marL="914400" indent="-914400">
              <a:spcBef>
                <a:spcPts val="0"/>
              </a:spcBef>
              <a:buNone/>
            </a:pPr>
            <a:r>
              <a:rPr lang="fr-FR" sz="5800" dirty="0" err="1" smtClean="0">
                <a:latin typeface="Cambria" pitchFamily="18" charset="0"/>
              </a:rPr>
              <a:t>Hanaitra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ireo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matory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sao</a:t>
            </a:r>
            <a:r>
              <a:rPr lang="fr-FR" sz="5800" dirty="0" smtClean="0">
                <a:latin typeface="Cambria" pitchFamily="18" charset="0"/>
              </a:rPr>
              <a:t> tara</a:t>
            </a:r>
            <a:endParaRPr lang="fr-FR" sz="58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357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00042"/>
            <a:ext cx="9001156" cy="6215106"/>
          </a:xfrm>
        </p:spPr>
        <p:txBody>
          <a:bodyPr>
            <a:noAutofit/>
          </a:bodyPr>
          <a:lstStyle/>
          <a:p>
            <a:pPr marL="914400" indent="-914400">
              <a:spcBef>
                <a:spcPts val="0"/>
              </a:spcBef>
              <a:buNone/>
            </a:pPr>
            <a:r>
              <a:rPr lang="fr-FR" sz="5800" dirty="0" err="1" smtClean="0">
                <a:latin typeface="Cambria" pitchFamily="18" charset="0"/>
              </a:rPr>
              <a:t>Mameno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tany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ny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aizina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be</a:t>
            </a:r>
            <a:endParaRPr lang="fr-FR" sz="5800" dirty="0" smtClean="0">
              <a:latin typeface="Cambria" pitchFamily="18" charset="0"/>
            </a:endParaRPr>
          </a:p>
          <a:p>
            <a:pPr marL="914400" indent="-914400">
              <a:spcBef>
                <a:spcPts val="0"/>
              </a:spcBef>
              <a:buNone/>
            </a:pPr>
            <a:r>
              <a:rPr lang="fr-FR" sz="5800" dirty="0" err="1" smtClean="0">
                <a:latin typeface="Cambria" pitchFamily="18" charset="0"/>
              </a:rPr>
              <a:t>Efa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mandrakotra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ny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firenena</a:t>
            </a:r>
            <a:endParaRPr lang="fr-FR" sz="5800" dirty="0" smtClean="0">
              <a:latin typeface="Cambria" pitchFamily="18" charset="0"/>
            </a:endParaRPr>
          </a:p>
          <a:p>
            <a:pPr marL="914400" indent="-914400">
              <a:spcBef>
                <a:spcPts val="0"/>
              </a:spcBef>
              <a:buNone/>
            </a:pPr>
            <a:r>
              <a:rPr lang="fr-FR" sz="5800" dirty="0" err="1" smtClean="0">
                <a:latin typeface="Cambria" pitchFamily="18" charset="0"/>
              </a:rPr>
              <a:t>Jamba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ireo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olona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ao</a:t>
            </a:r>
            <a:r>
              <a:rPr lang="fr-FR" sz="5800" dirty="0" smtClean="0">
                <a:latin typeface="Cambria" pitchFamily="18" charset="0"/>
              </a:rPr>
              <a:t> ka </a:t>
            </a:r>
            <a:r>
              <a:rPr lang="fr-FR" sz="5800" dirty="0" err="1" smtClean="0">
                <a:latin typeface="Cambria" pitchFamily="18" charset="0"/>
              </a:rPr>
              <a:t>endrey</a:t>
            </a:r>
            <a:endParaRPr lang="fr-FR" sz="5800" dirty="0" smtClean="0">
              <a:latin typeface="Cambria" pitchFamily="18" charset="0"/>
            </a:endParaRPr>
          </a:p>
          <a:p>
            <a:pPr marL="914400" indent="-914400">
              <a:spcBef>
                <a:spcPts val="0"/>
              </a:spcBef>
              <a:buNone/>
            </a:pPr>
            <a:r>
              <a:rPr lang="fr-FR" sz="5800" dirty="0" smtClean="0">
                <a:latin typeface="Cambria" pitchFamily="18" charset="0"/>
              </a:rPr>
              <a:t>Mila </a:t>
            </a:r>
            <a:r>
              <a:rPr lang="fr-FR" sz="5800" dirty="0" err="1" smtClean="0">
                <a:latin typeface="Cambria" pitchFamily="18" charset="0"/>
              </a:rPr>
              <a:t>ity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Fahazavana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omena</a:t>
            </a:r>
            <a:r>
              <a:rPr lang="fr-FR" sz="5800" dirty="0" smtClean="0">
                <a:latin typeface="Cambria" pitchFamily="18" charset="0"/>
              </a:rPr>
              <a:t> O! O!</a:t>
            </a:r>
            <a:endParaRPr lang="fr-FR" sz="58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357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00042"/>
            <a:ext cx="9001156" cy="6357982"/>
          </a:xfrm>
        </p:spPr>
        <p:txBody>
          <a:bodyPr>
            <a:noAutofit/>
          </a:bodyPr>
          <a:lstStyle/>
          <a:p>
            <a:pPr marL="914400" indent="-914400">
              <a:spcBef>
                <a:spcPts val="0"/>
              </a:spcBef>
              <a:buNone/>
            </a:pPr>
            <a:r>
              <a:rPr lang="fr-FR" sz="5800" dirty="0" smtClean="0">
                <a:latin typeface="Cambria" pitchFamily="18" charset="0"/>
              </a:rPr>
              <a:t>3. </a:t>
            </a:r>
            <a:r>
              <a:rPr lang="fr-FR" sz="5800" dirty="0" err="1" smtClean="0">
                <a:latin typeface="Cambria" pitchFamily="18" charset="0"/>
              </a:rPr>
              <a:t>Jesoa</a:t>
            </a:r>
            <a:r>
              <a:rPr lang="fr-FR" sz="5800" dirty="0" smtClean="0">
                <a:latin typeface="Cambria" pitchFamily="18" charset="0"/>
              </a:rPr>
              <a:t> no </a:t>
            </a:r>
            <a:r>
              <a:rPr lang="fr-FR" sz="5800" dirty="0" err="1" smtClean="0">
                <a:latin typeface="Cambria" pitchFamily="18" charset="0"/>
              </a:rPr>
              <a:t>Fahazavana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be</a:t>
            </a:r>
            <a:endParaRPr lang="fr-FR" sz="5800" dirty="0" smtClean="0">
              <a:latin typeface="Cambria" pitchFamily="18" charset="0"/>
            </a:endParaRPr>
          </a:p>
          <a:p>
            <a:pPr marL="914400" indent="-914400">
              <a:spcBef>
                <a:spcPts val="0"/>
              </a:spcBef>
              <a:buNone/>
            </a:pPr>
            <a:r>
              <a:rPr lang="fr-FR" sz="5800" dirty="0" err="1" smtClean="0">
                <a:latin typeface="Cambria" pitchFamily="18" charset="0"/>
              </a:rPr>
              <a:t>Efa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miposaka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eo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aminao</a:t>
            </a:r>
            <a:r>
              <a:rPr lang="fr-FR" sz="5800" dirty="0" smtClean="0">
                <a:latin typeface="Cambria" pitchFamily="18" charset="0"/>
              </a:rPr>
              <a:t> e! e!</a:t>
            </a:r>
          </a:p>
          <a:p>
            <a:pPr marL="914400" indent="-914400">
              <a:spcBef>
                <a:spcPts val="0"/>
              </a:spcBef>
              <a:buNone/>
            </a:pPr>
            <a:r>
              <a:rPr lang="fr-FR" sz="5800" dirty="0" err="1" smtClean="0">
                <a:latin typeface="Cambria" pitchFamily="18" charset="0"/>
              </a:rPr>
              <a:t>Ary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Izy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ihany</a:t>
            </a:r>
            <a:r>
              <a:rPr lang="fr-FR" sz="5800" dirty="0" smtClean="0">
                <a:latin typeface="Cambria" pitchFamily="18" charset="0"/>
              </a:rPr>
              <a:t> no </a:t>
            </a:r>
            <a:r>
              <a:rPr lang="fr-FR" sz="5800" dirty="0" err="1" smtClean="0">
                <a:latin typeface="Cambria" pitchFamily="18" charset="0"/>
              </a:rPr>
              <a:t>làlan</a:t>
            </a:r>
            <a:r>
              <a:rPr lang="fr-FR" sz="5800" dirty="0" smtClean="0">
                <a:latin typeface="Cambria" pitchFamily="18" charset="0"/>
              </a:rPr>
              <a:t>-</a:t>
            </a:r>
            <a:r>
              <a:rPr lang="fr-FR" sz="5800" dirty="0" err="1" smtClean="0">
                <a:latin typeface="Cambria" pitchFamily="18" charset="0"/>
              </a:rPr>
              <a:t>kaleha</a:t>
            </a:r>
            <a:endParaRPr lang="fr-FR" sz="5800" dirty="0" smtClean="0">
              <a:latin typeface="Cambria" pitchFamily="18" charset="0"/>
            </a:endParaRPr>
          </a:p>
          <a:p>
            <a:pPr marL="914400" indent="-914400">
              <a:spcBef>
                <a:spcPts val="0"/>
              </a:spcBef>
              <a:buNone/>
            </a:pPr>
            <a:r>
              <a:rPr lang="fr-FR" sz="5800" dirty="0" smtClean="0">
                <a:latin typeface="Cambria" pitchFamily="18" charset="0"/>
              </a:rPr>
              <a:t>Ho </a:t>
            </a:r>
            <a:r>
              <a:rPr lang="fr-FR" sz="5800" dirty="0" err="1" smtClean="0">
                <a:latin typeface="Cambria" pitchFamily="18" charset="0"/>
              </a:rPr>
              <a:t>amin’ny</a:t>
            </a:r>
            <a:r>
              <a:rPr lang="fr-FR" sz="5800" dirty="0" smtClean="0">
                <a:latin typeface="Cambria" pitchFamily="18" charset="0"/>
              </a:rPr>
              <a:t> Ray </a:t>
            </a:r>
            <a:r>
              <a:rPr lang="fr-FR" sz="5800" dirty="0" err="1" smtClean="0">
                <a:latin typeface="Cambria" pitchFamily="18" charset="0"/>
              </a:rPr>
              <a:t>amin’izao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tany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izao</a:t>
            </a:r>
            <a:endParaRPr lang="fr-FR" sz="58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357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00042"/>
            <a:ext cx="9001156" cy="6215106"/>
          </a:xfrm>
        </p:spPr>
        <p:txBody>
          <a:bodyPr>
            <a:noAutofit/>
          </a:bodyPr>
          <a:lstStyle/>
          <a:p>
            <a:pPr marL="914400" indent="-914400">
              <a:spcBef>
                <a:spcPts val="0"/>
              </a:spcBef>
              <a:buNone/>
            </a:pPr>
            <a:r>
              <a:rPr lang="fr-FR" sz="5800" dirty="0" err="1" smtClean="0">
                <a:latin typeface="Cambria" pitchFamily="18" charset="0"/>
              </a:rPr>
              <a:t>Mameno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tany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ny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aizina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be</a:t>
            </a:r>
            <a:endParaRPr lang="fr-FR" sz="5800" dirty="0" smtClean="0">
              <a:latin typeface="Cambria" pitchFamily="18" charset="0"/>
            </a:endParaRPr>
          </a:p>
          <a:p>
            <a:pPr marL="914400" indent="-914400">
              <a:spcBef>
                <a:spcPts val="0"/>
              </a:spcBef>
              <a:buNone/>
            </a:pPr>
            <a:r>
              <a:rPr lang="fr-FR" sz="5800" dirty="0" err="1" smtClean="0">
                <a:latin typeface="Cambria" pitchFamily="18" charset="0"/>
              </a:rPr>
              <a:t>Efa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mandrakotra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ny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firenena</a:t>
            </a:r>
            <a:endParaRPr lang="fr-FR" sz="5800" dirty="0" smtClean="0">
              <a:latin typeface="Cambria" pitchFamily="18" charset="0"/>
            </a:endParaRPr>
          </a:p>
          <a:p>
            <a:pPr marL="914400" indent="-914400">
              <a:spcBef>
                <a:spcPts val="0"/>
              </a:spcBef>
              <a:buNone/>
            </a:pPr>
            <a:r>
              <a:rPr lang="fr-FR" sz="5800" dirty="0" err="1" smtClean="0">
                <a:latin typeface="Cambria" pitchFamily="18" charset="0"/>
              </a:rPr>
              <a:t>Jamba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ireo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olona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ao</a:t>
            </a:r>
            <a:r>
              <a:rPr lang="fr-FR" sz="5800" dirty="0" smtClean="0">
                <a:latin typeface="Cambria" pitchFamily="18" charset="0"/>
              </a:rPr>
              <a:t> ka </a:t>
            </a:r>
            <a:r>
              <a:rPr lang="fr-FR" sz="5800" dirty="0" err="1" smtClean="0">
                <a:latin typeface="Cambria" pitchFamily="18" charset="0"/>
              </a:rPr>
              <a:t>endrey</a:t>
            </a:r>
            <a:endParaRPr lang="fr-FR" sz="5800" dirty="0" smtClean="0">
              <a:latin typeface="Cambria" pitchFamily="18" charset="0"/>
            </a:endParaRPr>
          </a:p>
          <a:p>
            <a:pPr marL="914400" indent="-914400">
              <a:spcBef>
                <a:spcPts val="0"/>
              </a:spcBef>
              <a:buNone/>
            </a:pPr>
            <a:r>
              <a:rPr lang="fr-FR" sz="5800" dirty="0" smtClean="0">
                <a:latin typeface="Cambria" pitchFamily="18" charset="0"/>
              </a:rPr>
              <a:t>Mila </a:t>
            </a:r>
            <a:r>
              <a:rPr lang="fr-FR" sz="5800" dirty="0" err="1" smtClean="0">
                <a:latin typeface="Cambria" pitchFamily="18" charset="0"/>
              </a:rPr>
              <a:t>ity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Fahazavana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omena</a:t>
            </a:r>
            <a:r>
              <a:rPr lang="fr-FR" sz="5800" dirty="0" smtClean="0">
                <a:latin typeface="Cambria" pitchFamily="18" charset="0"/>
              </a:rPr>
              <a:t> O! O!</a:t>
            </a:r>
            <a:endParaRPr lang="fr-FR" sz="58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158</Words>
  <Application>Microsoft Office PowerPoint</Application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FIF 357</vt:lpstr>
      <vt:lpstr>FIF 357</vt:lpstr>
      <vt:lpstr>FIF 357</vt:lpstr>
      <vt:lpstr>FIF 357</vt:lpstr>
      <vt:lpstr>FIF 357</vt:lpstr>
      <vt:lpstr>FIF 357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355</dc:title>
  <dc:creator>M</dc:creator>
  <cp:lastModifiedBy>M</cp:lastModifiedBy>
  <cp:revision>10</cp:revision>
  <dcterms:created xsi:type="dcterms:W3CDTF">2012-10-09T20:34:16Z</dcterms:created>
  <dcterms:modified xsi:type="dcterms:W3CDTF">2013-11-10T07:33:17Z</dcterms:modified>
</cp:coreProperties>
</file>