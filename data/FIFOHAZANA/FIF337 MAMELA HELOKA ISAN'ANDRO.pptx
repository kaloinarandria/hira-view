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7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FIF 337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 marL="596646" indent="-514350">
              <a:buNone/>
            </a:pPr>
            <a:r>
              <a:rPr lang="fr-FR" sz="5400" dirty="0" smtClean="0">
                <a:latin typeface="Cambria" pitchFamily="18" charset="0"/>
              </a:rPr>
              <a:t>   1- </a:t>
            </a:r>
            <a:r>
              <a:rPr lang="fr-FR" sz="5400" dirty="0" err="1" smtClean="0">
                <a:latin typeface="Cambria" pitchFamily="18" charset="0"/>
              </a:rPr>
              <a:t>Mamela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heloka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isan’andro</a:t>
            </a:r>
            <a:endParaRPr lang="fr-FR" sz="5400" dirty="0" smtClean="0">
              <a:latin typeface="Cambria" pitchFamily="18" charset="0"/>
            </a:endParaRPr>
          </a:p>
          <a:p>
            <a:pPr marL="596646" indent="-514350">
              <a:buNone/>
            </a:pPr>
            <a:r>
              <a:rPr lang="fr-FR" sz="5400" dirty="0" smtClean="0">
                <a:latin typeface="Cambria" pitchFamily="18" charset="0"/>
              </a:rPr>
              <a:t>  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Zoky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be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fitia</a:t>
            </a:r>
            <a:endParaRPr lang="fr-FR" sz="5400" dirty="0" smtClean="0">
              <a:latin typeface="Cambria" pitchFamily="18" charset="0"/>
            </a:endParaRPr>
          </a:p>
          <a:p>
            <a:pPr marL="596646" indent="-514350">
              <a:buNone/>
            </a:pPr>
            <a:r>
              <a:rPr lang="fr-FR" sz="5400" dirty="0" smtClean="0">
                <a:latin typeface="Cambria" pitchFamily="18" charset="0"/>
              </a:rPr>
              <a:t>     – Be </a:t>
            </a:r>
            <a:r>
              <a:rPr lang="fr-FR" sz="5400" dirty="0" err="1" smtClean="0">
                <a:latin typeface="Cambria" pitchFamily="18" charset="0"/>
              </a:rPr>
              <a:t>Fitia</a:t>
            </a:r>
            <a:r>
              <a:rPr lang="fr-FR" sz="5400" dirty="0" smtClean="0">
                <a:latin typeface="Cambria" pitchFamily="18" charset="0"/>
              </a:rPr>
              <a:t> ka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   </a:t>
            </a:r>
            <a:r>
              <a:rPr lang="fr-FR" sz="5400" dirty="0" err="1" smtClean="0">
                <a:latin typeface="Cambria" pitchFamily="18" charset="0"/>
              </a:rPr>
              <a:t>Kanefa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nefa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he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indrisy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   Fa </a:t>
            </a:r>
            <a:r>
              <a:rPr lang="fr-FR" sz="5400" dirty="0" err="1" smtClean="0">
                <a:latin typeface="Cambria" pitchFamily="18" charset="0"/>
              </a:rPr>
              <a:t>lotoiko</a:t>
            </a:r>
            <a:r>
              <a:rPr lang="fr-FR" sz="5400" dirty="0" smtClean="0">
                <a:latin typeface="Cambria" pitchFamily="18" charset="0"/>
              </a:rPr>
              <a:t> (2) </a:t>
            </a:r>
            <a:r>
              <a:rPr lang="fr-FR" sz="5400" dirty="0" err="1" smtClean="0">
                <a:latin typeface="Cambria" pitchFamily="18" charset="0"/>
              </a:rPr>
              <a:t>amin’ny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otako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857232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337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…</a:t>
            </a:r>
            <a:r>
              <a:rPr lang="fr-FR" sz="5400" dirty="0" err="1" smtClean="0">
                <a:latin typeface="Cambria" pitchFamily="18" charset="0"/>
              </a:rPr>
              <a:t>Mh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mh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mh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mh</a:t>
            </a:r>
            <a:r>
              <a:rPr lang="fr-FR" sz="5400" dirty="0" smtClean="0">
                <a:latin typeface="Cambria" pitchFamily="18" charset="0"/>
              </a:rPr>
              <a:t>,…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Miantsoantso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aho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hoe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Ray </a:t>
            </a:r>
            <a:r>
              <a:rPr lang="fr-FR" sz="5400" dirty="0" err="1" smtClean="0">
                <a:latin typeface="Cambria" pitchFamily="18" charset="0"/>
              </a:rPr>
              <a:t>malala</a:t>
            </a:r>
            <a:r>
              <a:rPr lang="fr-FR" sz="54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…</a:t>
            </a:r>
            <a:r>
              <a:rPr lang="fr-FR" sz="5400" dirty="0" err="1" smtClean="0">
                <a:latin typeface="Cambria" pitchFamily="18" charset="0"/>
              </a:rPr>
              <a:t>Mh,mh,mh,mh</a:t>
            </a:r>
            <a:r>
              <a:rPr lang="fr-FR" sz="5400" dirty="0" smtClean="0">
                <a:latin typeface="Cambria" pitchFamily="18" charset="0"/>
              </a:rPr>
              <a:t>,…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Atsangano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aho</a:t>
            </a:r>
            <a:r>
              <a:rPr lang="fr-FR" sz="54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efa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trotraka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857232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337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2- </a:t>
            </a:r>
            <a:r>
              <a:rPr lang="fr-FR" sz="5400" dirty="0" err="1" smtClean="0">
                <a:latin typeface="Cambria" pitchFamily="18" charset="0"/>
              </a:rPr>
              <a:t>Tsaroako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tsaroako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Zoky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be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fitia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-Be </a:t>
            </a:r>
            <a:r>
              <a:rPr lang="fr-FR" sz="5400" dirty="0" err="1" smtClean="0">
                <a:latin typeface="Cambria" pitchFamily="18" charset="0"/>
              </a:rPr>
              <a:t>fitia</a:t>
            </a:r>
            <a:r>
              <a:rPr lang="fr-FR" sz="5400" dirty="0" smtClean="0">
                <a:latin typeface="Cambria" pitchFamily="18" charset="0"/>
              </a:rPr>
              <a:t> ka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Kanefa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nefa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he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indrisy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 Fa </a:t>
            </a:r>
            <a:r>
              <a:rPr lang="fr-FR" sz="5400" dirty="0" err="1" smtClean="0">
                <a:latin typeface="Cambria" pitchFamily="18" charset="0"/>
              </a:rPr>
              <a:t>lotoiko</a:t>
            </a:r>
            <a:r>
              <a:rPr lang="fr-FR" sz="5400" dirty="0" smtClean="0">
                <a:latin typeface="Cambria" pitchFamily="18" charset="0"/>
              </a:rPr>
              <a:t> (2) </a:t>
            </a:r>
            <a:r>
              <a:rPr lang="fr-FR" sz="5400" dirty="0" err="1" smtClean="0">
                <a:latin typeface="Cambria" pitchFamily="18" charset="0"/>
              </a:rPr>
              <a:t>amin’ny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otako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714356"/>
          </a:xfrm>
        </p:spPr>
        <p:txBody>
          <a:bodyPr>
            <a:normAutofit fontScale="90000"/>
          </a:bodyPr>
          <a:lstStyle/>
          <a:p>
            <a:r>
              <a:rPr lang="fr-FR" sz="5400" dirty="0" smtClean="0">
                <a:latin typeface="Cambria" pitchFamily="18" charset="0"/>
              </a:rPr>
              <a:t>FIF 337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Rotsirotsy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Mpamonjy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Diboky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hafaliana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izahay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Novesaram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pahoriana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</a:t>
            </a:r>
            <a:r>
              <a:rPr lang="fr-FR" sz="6000" dirty="0" smtClean="0">
                <a:latin typeface="Cambria" pitchFamily="18" charset="0"/>
              </a:rPr>
              <a:t>, dia </a:t>
            </a:r>
            <a:r>
              <a:rPr lang="fr-FR" sz="6000" dirty="0" err="1" smtClean="0">
                <a:latin typeface="Cambria" pitchFamily="18" charset="0"/>
              </a:rPr>
              <a:t>fiadanana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natolotrao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</Words>
  <PresentationFormat>Affichage à l'écran (4:3)</PresentationFormat>
  <Paragraphs>25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FIF 337</vt:lpstr>
      <vt:lpstr>FIF 337</vt:lpstr>
      <vt:lpstr>FIF 337</vt:lpstr>
      <vt:lpstr>FIF 337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Fihirana fifohazana 337</dc:title>
  <dc:creator>M</dc:creator>
  <cp:lastModifiedBy>M</cp:lastModifiedBy>
  <cp:revision>3</cp:revision>
  <dcterms:created xsi:type="dcterms:W3CDTF">2012-10-03T08:04:16Z</dcterms:created>
  <dcterms:modified xsi:type="dcterms:W3CDTF">2013-07-14T07:19:02Z</dcterms:modified>
</cp:coreProperties>
</file>