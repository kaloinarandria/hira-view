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2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 autoAdjust="0"/>
    <p:restoredTop sz="94660"/>
  </p:normalViewPr>
  <p:slideViewPr>
    <p:cSldViewPr>
      <p:cViewPr varScale="1">
        <p:scale>
          <a:sx n="68" d="100"/>
          <a:sy n="68" d="100"/>
        </p:scale>
        <p:origin x="132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D53D-1BB1-4BD9-9858-83E28DD33F27}" type="datetimeFigureOut">
              <a:rPr lang="fr-FR" smtClean="0"/>
              <a:pPr/>
              <a:t>19/08/2018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AutoNum type="arabicPeriod"/>
            </a:pPr>
            <a:r>
              <a:rPr lang="fr-FR" sz="8000" dirty="0" err="1">
                <a:latin typeface="Cambria" pitchFamily="18" charset="0"/>
              </a:rPr>
              <a:t>Izaho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ry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>
                <a:latin typeface="Cambria" pitchFamily="18" charset="0"/>
              </a:rPr>
              <a:t>Jesosy </a:t>
            </a:r>
            <a:r>
              <a:rPr lang="fr-FR" sz="8000" dirty="0">
                <a:latin typeface="Cambria" pitchFamily="18" charset="0"/>
              </a:rPr>
              <a:t>ho </a:t>
            </a:r>
            <a:r>
              <a:rPr lang="fr-FR" sz="8000" dirty="0" err="1">
                <a:latin typeface="Cambria" pitchFamily="18" charset="0"/>
              </a:rPr>
              <a:t>miaramilanao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Ka </a:t>
            </a:r>
            <a:r>
              <a:rPr lang="fr-FR" sz="8000" dirty="0" err="1">
                <a:latin typeface="Cambria" pitchFamily="18" charset="0"/>
              </a:rPr>
              <a:t>hirotsak’eo</a:t>
            </a:r>
            <a:r>
              <a:rPr lang="fr-FR" sz="8000" dirty="0">
                <a:latin typeface="Cambria" pitchFamily="18" charset="0"/>
              </a:rPr>
              <a:t> an-</a:t>
            </a:r>
            <a:r>
              <a:rPr lang="fr-FR" sz="8000" dirty="0" err="1">
                <a:latin typeface="Cambria" pitchFamily="18" charset="0"/>
              </a:rPr>
              <a:t>tobinao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‘</a:t>
            </a:r>
            <a:r>
              <a:rPr lang="fr-FR" sz="8000" dirty="0" err="1">
                <a:latin typeface="Cambria" pitchFamily="18" charset="0"/>
              </a:rPr>
              <a:t>Zao</a:t>
            </a:r>
            <a:r>
              <a:rPr lang="fr-FR" sz="8000" dirty="0">
                <a:latin typeface="Cambria" pitchFamily="18" charset="0"/>
              </a:rPr>
              <a:t> no </a:t>
            </a:r>
            <a:r>
              <a:rPr lang="fr-FR" sz="8000" dirty="0" err="1">
                <a:latin typeface="Cambria" pitchFamily="18" charset="0"/>
              </a:rPr>
              <a:t>fikasako</a:t>
            </a:r>
            <a:r>
              <a:rPr lang="fr-FR" sz="8000" dirty="0">
                <a:latin typeface="Cambria" pitchFamily="18" charset="0"/>
              </a:rPr>
              <a:t>, </a:t>
            </a:r>
            <a:r>
              <a:rPr lang="fr-FR" sz="8000" dirty="0" err="1">
                <a:latin typeface="Cambria" pitchFamily="18" charset="0"/>
              </a:rPr>
              <a:t>sitrapo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tokoa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tsaran’i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Sahy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Nofy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raha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hivadika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Aminao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‘</a:t>
            </a:r>
            <a:r>
              <a:rPr lang="fr-FR" sz="8000" dirty="0" err="1">
                <a:latin typeface="Cambria" pitchFamily="18" charset="0"/>
              </a:rPr>
              <a:t>Zao</a:t>
            </a:r>
            <a:r>
              <a:rPr lang="fr-FR" sz="8000" dirty="0">
                <a:latin typeface="Cambria" pitchFamily="18" charset="0"/>
              </a:rPr>
              <a:t> no </a:t>
            </a:r>
            <a:r>
              <a:rPr lang="fr-FR" sz="8000" dirty="0" err="1">
                <a:latin typeface="Cambria" pitchFamily="18" charset="0"/>
              </a:rPr>
              <a:t>fikasako</a:t>
            </a:r>
            <a:r>
              <a:rPr lang="fr-FR" sz="8000" dirty="0">
                <a:latin typeface="Cambria" pitchFamily="18" charset="0"/>
              </a:rPr>
              <a:t>, </a:t>
            </a:r>
            <a:r>
              <a:rPr lang="fr-FR" sz="8000" dirty="0" err="1">
                <a:latin typeface="Cambria" pitchFamily="18" charset="0"/>
              </a:rPr>
              <a:t>sitrapo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tokoa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tsaran’i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2. ‘</a:t>
            </a:r>
            <a:r>
              <a:rPr lang="fr-FR" sz="8000" dirty="0" err="1">
                <a:latin typeface="Cambria" pitchFamily="18" charset="0"/>
              </a:rPr>
              <a:t>Zaho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ry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hanara</a:t>
            </a:r>
            <a:r>
              <a:rPr lang="fr-FR" sz="8000" dirty="0">
                <a:latin typeface="Cambria" pitchFamily="18" charset="0"/>
              </a:rPr>
              <a:t>-dia An	</a:t>
            </a:r>
            <a:r>
              <a:rPr lang="fr-FR" sz="8000" dirty="0" err="1">
                <a:latin typeface="Cambria" pitchFamily="18" charset="0"/>
              </a:rPr>
              <a:t>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Na </a:t>
            </a:r>
            <a:r>
              <a:rPr lang="fr-FR" sz="8000" dirty="0" err="1">
                <a:latin typeface="Cambria" pitchFamily="18" charset="0"/>
              </a:rPr>
              <a:t>aiza</a:t>
            </a:r>
            <a:r>
              <a:rPr lang="fr-FR" sz="8000" dirty="0">
                <a:latin typeface="Cambria" pitchFamily="18" charset="0"/>
              </a:rPr>
              <a:t> na </a:t>
            </a:r>
            <a:r>
              <a:rPr lang="fr-FR" sz="8000" dirty="0" err="1">
                <a:latin typeface="Cambria" pitchFamily="18" charset="0"/>
              </a:rPr>
              <a:t>aiza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hitarihanao</a:t>
            </a:r>
            <a:r>
              <a:rPr lang="fr-FR" sz="8000" dirty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Vonona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hihafy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hampanjaka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tsaran’i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Sahy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Nofy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raha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hivadika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Aminao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‘</a:t>
            </a:r>
            <a:r>
              <a:rPr lang="fr-FR" sz="8000" dirty="0" err="1">
                <a:latin typeface="Cambria" pitchFamily="18" charset="0"/>
              </a:rPr>
              <a:t>Zao</a:t>
            </a:r>
            <a:r>
              <a:rPr lang="fr-FR" sz="8000" dirty="0">
                <a:latin typeface="Cambria" pitchFamily="18" charset="0"/>
              </a:rPr>
              <a:t> no </a:t>
            </a:r>
            <a:r>
              <a:rPr lang="fr-FR" sz="8000" dirty="0" err="1">
                <a:latin typeface="Cambria" pitchFamily="18" charset="0"/>
              </a:rPr>
              <a:t>fikasako</a:t>
            </a:r>
            <a:r>
              <a:rPr lang="fr-FR" sz="8000" dirty="0">
                <a:latin typeface="Cambria" pitchFamily="18" charset="0"/>
              </a:rPr>
              <a:t>, </a:t>
            </a:r>
            <a:r>
              <a:rPr lang="fr-FR" sz="8000" dirty="0" err="1">
                <a:latin typeface="Cambria" pitchFamily="18" charset="0"/>
              </a:rPr>
              <a:t>sitrapo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tokoa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tsaran’i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3. </a:t>
            </a:r>
            <a:r>
              <a:rPr lang="fr-FR" sz="8000" dirty="0" err="1">
                <a:latin typeface="Cambria" pitchFamily="18" charset="0"/>
              </a:rPr>
              <a:t>Kapiteny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mba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tarihonao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Ity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miaramilanao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ity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Tsy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hatoky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tena</a:t>
            </a:r>
            <a:r>
              <a:rPr lang="fr-FR" sz="8000" dirty="0">
                <a:latin typeface="Cambria" pitchFamily="18" charset="0"/>
              </a:rPr>
              <a:t>, fa </a:t>
            </a:r>
            <a:r>
              <a:rPr lang="fr-FR" sz="8000" dirty="0" err="1">
                <a:latin typeface="Cambria" pitchFamily="18" charset="0"/>
              </a:rPr>
              <a:t>hiankina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Aminao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tsaran’i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Sahy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Anao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Nofy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raha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hivadika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Aminao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itchFamily="18" charset="0"/>
              </a:rPr>
              <a:t>FIF 133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8000" dirty="0">
                <a:latin typeface="Cambria" pitchFamily="18" charset="0"/>
              </a:rPr>
              <a:t>‘</a:t>
            </a:r>
            <a:r>
              <a:rPr lang="fr-FR" sz="8000" dirty="0" err="1">
                <a:latin typeface="Cambria" pitchFamily="18" charset="0"/>
              </a:rPr>
              <a:t>Zao</a:t>
            </a:r>
            <a:r>
              <a:rPr lang="fr-FR" sz="8000" dirty="0">
                <a:latin typeface="Cambria" pitchFamily="18" charset="0"/>
              </a:rPr>
              <a:t> no </a:t>
            </a:r>
            <a:r>
              <a:rPr lang="fr-FR" sz="8000" dirty="0" err="1">
                <a:latin typeface="Cambria" pitchFamily="18" charset="0"/>
              </a:rPr>
              <a:t>fikasako</a:t>
            </a:r>
            <a:r>
              <a:rPr lang="fr-FR" sz="8000" dirty="0">
                <a:latin typeface="Cambria" pitchFamily="18" charset="0"/>
              </a:rPr>
              <a:t>, </a:t>
            </a:r>
            <a:r>
              <a:rPr lang="fr-FR" sz="8000" dirty="0" err="1">
                <a:latin typeface="Cambria" pitchFamily="18" charset="0"/>
              </a:rPr>
              <a:t>sitrapo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tokoa</a:t>
            </a:r>
            <a:endParaRPr lang="fr-FR" sz="8000" dirty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8000" dirty="0" err="1">
                <a:latin typeface="Cambria" pitchFamily="18" charset="0"/>
              </a:rPr>
              <a:t>Miaramila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tsaran’i</a:t>
            </a:r>
            <a:r>
              <a:rPr lang="fr-FR" sz="8000" dirty="0">
                <a:latin typeface="Cambria" pitchFamily="18" charset="0"/>
              </a:rPr>
              <a:t> </a:t>
            </a:r>
            <a:r>
              <a:rPr lang="fr-FR" sz="8000" dirty="0" err="1">
                <a:latin typeface="Cambria" pitchFamily="18" charset="0"/>
              </a:rPr>
              <a:t>Jesoa</a:t>
            </a:r>
            <a:endParaRPr lang="fr-FR" sz="8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133</Words>
  <Application>Microsoft Office PowerPoint</Application>
  <PresentationFormat>Affichage à l'écran (4:3)</PresentationFormat>
  <Paragraphs>39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Thème Office</vt:lpstr>
      <vt:lpstr>FIF 133</vt:lpstr>
      <vt:lpstr>FIF 133</vt:lpstr>
      <vt:lpstr>FIF 133</vt:lpstr>
      <vt:lpstr>FIF 133</vt:lpstr>
      <vt:lpstr>FIF 133</vt:lpstr>
      <vt:lpstr>FIF 133</vt:lpstr>
      <vt:lpstr>FIF 133</vt:lpstr>
      <vt:lpstr>FIF 133</vt:lpstr>
      <vt:lpstr>FIF 133</vt:lpstr>
      <vt:lpstr>FIF 133</vt:lpstr>
      <vt:lpstr>FIF 133</vt:lpstr>
      <vt:lpstr>FIF 133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144</dc:title>
  <dc:creator>MIARINTSOA</dc:creator>
  <cp:lastModifiedBy>Lenovo</cp:lastModifiedBy>
  <cp:revision>8</cp:revision>
  <dcterms:created xsi:type="dcterms:W3CDTF">2012-10-05T20:34:24Z</dcterms:created>
  <dcterms:modified xsi:type="dcterms:W3CDTF">2018-08-19T07:42:46Z</dcterms:modified>
</cp:coreProperties>
</file>