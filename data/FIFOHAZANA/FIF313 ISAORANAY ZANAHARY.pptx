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1" r:id="rId5"/>
    <p:sldId id="269" r:id="rId6"/>
    <p:sldId id="264" r:id="rId7"/>
    <p:sldId id="270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63" autoAdjust="0"/>
    <p:restoredTop sz="94660"/>
  </p:normalViewPr>
  <p:slideViewPr>
    <p:cSldViewPr>
      <p:cViewPr varScale="1">
        <p:scale>
          <a:sx n="86" d="100"/>
          <a:sy n="86" d="100"/>
        </p:scale>
        <p:origin x="-88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D2CB-8281-4616-ABC3-BC4EC7EAD2DF}" type="datetimeFigureOut">
              <a:rPr lang="fr-FR" smtClean="0"/>
              <a:pPr/>
              <a:t>15/01/2016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D0D9-E288-4FF9-A207-62767A45769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 vert="horz" lIns="91440" tIns="45720" rIns="91440" bIns="45720"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142984"/>
            <a:ext cx="8786842" cy="4786346"/>
          </a:xfrm>
        </p:spPr>
        <p:txBody>
          <a:bodyPr vert="horz" lIns="91440" tIns="45720" rIns="91440" bIns="45720" rtlCol="0">
            <a:normAutofit lnSpcReduction="10000"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matoky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an'i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Jeso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Velona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misy</a:t>
            </a: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marary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 vert="horz" lIns="91440" tIns="45720" rIns="91440" bIns="45720"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6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9144000" cy="5715016"/>
          </a:xfrm>
        </p:spPr>
        <p:txBody>
          <a:bodyPr vert="horz" lIns="91440" tIns="45720" rIns="91440" bIns="45720"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miakatra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ho </a:t>
            </a:r>
            <a:endParaRPr lang="en-U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any 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an-</a:t>
            </a: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danitra</a:t>
            </a:r>
            <a:endParaRPr lang="en-U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endParaRPr lang="en-U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milanja</a:t>
            </a:r>
            <a:r>
              <a:rPr lang="en-U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vatsy</a:t>
            </a:r>
            <a:endParaRPr lang="en-U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 vert="horz" lIns="91440" tIns="45720" rIns="91440" bIns="45720"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6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429288"/>
          </a:xfrm>
        </p:spPr>
        <p:txBody>
          <a:bodyPr vert="horz" lIns="91440" tIns="45720" rIns="91440" bIns="45720" rtlCol="0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es-E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s-E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mahazo</a:t>
            </a:r>
            <a:r>
              <a:rPr lang="es-E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endParaRPr lang="es-E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Paradisa</a:t>
            </a:r>
            <a:endParaRPr lang="es-E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s-ES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Velona </a:t>
            </a:r>
            <a:r>
              <a:rPr lang="es-ES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mandrakizay</a:t>
            </a:r>
            <a:endParaRPr lang="es-ES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5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Isaoranay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Zanahary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nitahy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sy</a:t>
            </a:r>
            <a:r>
              <a:rPr lang="fr-FR" sz="7200" b="1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7200" b="1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niaro</a:t>
            </a:r>
            <a:endParaRPr lang="fr-FR" sz="7200" b="1" dirty="0" smtClean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  <p:sp>
        <p:nvSpPr>
          <p:cNvPr id="6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fr-FR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ambria" pitchFamily="18" charset="0"/>
              </a:rPr>
              <a:t>FIF 313</a:t>
            </a:r>
            <a:endParaRPr lang="fr-FR" b="1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85</Words>
  <Application>Microsoft Office PowerPoint</Application>
  <PresentationFormat>Affichage à l'écran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FIF 313</vt:lpstr>
      <vt:lpstr>FIF 313</vt:lpstr>
      <vt:lpstr>FIF 313</vt:lpstr>
      <vt:lpstr>FIF 313</vt:lpstr>
      <vt:lpstr>FIF 313</vt:lpstr>
      <vt:lpstr>FIF 313</vt:lpstr>
      <vt:lpstr>FIF 313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313</dc:title>
  <dc:creator>MIARINTSOA</dc:creator>
  <cp:lastModifiedBy>Dtoa LOVA</cp:lastModifiedBy>
  <cp:revision>13</cp:revision>
  <dcterms:created xsi:type="dcterms:W3CDTF">2012-10-06T14:02:06Z</dcterms:created>
  <dcterms:modified xsi:type="dcterms:W3CDTF">2016-01-15T06:57:47Z</dcterms:modified>
</cp:coreProperties>
</file>