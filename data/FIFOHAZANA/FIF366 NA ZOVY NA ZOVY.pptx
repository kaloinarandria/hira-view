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6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03694-8245-4E8B-A6F3-C275F480E92A}" type="datetimeFigureOut">
              <a:rPr lang="fr-FR" smtClean="0"/>
              <a:t>14/11/2018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0A99-FB40-470D-9B5F-B2C095436A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7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72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35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77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566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505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920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2443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397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7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1-Na </a:t>
            </a:r>
            <a:r>
              <a:rPr lang="fr-FR" sz="6600" dirty="0" err="1">
                <a:latin typeface="Cambria" pitchFamily="18" charset="0"/>
              </a:rPr>
              <a:t>zovy</a:t>
            </a:r>
            <a:r>
              <a:rPr lang="fr-FR" sz="6600" dirty="0">
                <a:latin typeface="Cambria" pitchFamily="18" charset="0"/>
              </a:rPr>
              <a:t>, na </a:t>
            </a:r>
            <a:r>
              <a:rPr lang="fr-FR" sz="6600" dirty="0" err="1">
                <a:latin typeface="Cambria" pitchFamily="18" charset="0"/>
              </a:rPr>
              <a:t>zovy</a:t>
            </a:r>
            <a:r>
              <a:rPr lang="fr-FR" sz="66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Mila </a:t>
            </a:r>
            <a:r>
              <a:rPr lang="fr-FR" sz="6600" dirty="0" err="1">
                <a:latin typeface="Cambria" pitchFamily="18" charset="0"/>
              </a:rPr>
              <a:t>vavaka</a:t>
            </a:r>
            <a:r>
              <a:rPr lang="fr-FR" sz="66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fonoagna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zalah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koa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tsy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arahin'asa</a:t>
            </a:r>
            <a:r>
              <a:rPr lang="fr-FR" sz="6600" dirty="0">
                <a:latin typeface="Cambria" pitchFamily="18" charset="0"/>
              </a:rPr>
              <a:t> (x2)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lnSpcReduction="1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mangigny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Sao dia </a:t>
            </a:r>
            <a:r>
              <a:rPr lang="fr-FR" sz="6000" dirty="0" err="1">
                <a:latin typeface="Cambria" pitchFamily="18" charset="0"/>
              </a:rPr>
              <a:t>milaza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milaza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mivavaka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anefa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89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izany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izany</a:t>
            </a:r>
            <a:r>
              <a:rPr lang="fr-FR" sz="6000" dirty="0">
                <a:latin typeface="Cambria" pitchFamily="18" charset="0"/>
              </a:rPr>
              <a:t> e!</a:t>
            </a: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Egal </a:t>
            </a:r>
            <a:r>
              <a:rPr lang="fr-FR" sz="6000" dirty="0" err="1">
                <a:latin typeface="Cambria" pitchFamily="18" charset="0"/>
              </a:rPr>
              <a:t>zero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o!o</a:t>
            </a:r>
            <a:r>
              <a:rPr lang="fr-FR" sz="6000" dirty="0">
                <a:latin typeface="Cambria" pitchFamily="18" charset="0"/>
              </a:rPr>
              <a:t>!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sasy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varany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Matimaty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nazy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e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a </a:t>
            </a:r>
            <a:r>
              <a:rPr lang="fr-FR" sz="6000" dirty="0" err="1">
                <a:latin typeface="Cambria" pitchFamily="18" charset="0"/>
              </a:rPr>
              <a:t>a</a:t>
            </a:r>
            <a:r>
              <a:rPr lang="fr-FR" sz="6000" dirty="0">
                <a:latin typeface="Cambria" pitchFamily="18" charset="0"/>
              </a:rPr>
              <a:t>!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r>
              <a:rPr lang="fr-FR" sz="6000" dirty="0">
                <a:latin typeface="Cambria" pitchFamily="18" charset="0"/>
              </a:rPr>
              <a:t> a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41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2-Jesosy </a:t>
            </a:r>
            <a:r>
              <a:rPr lang="fr-FR" sz="6600" dirty="0" err="1">
                <a:latin typeface="Cambria" pitchFamily="18" charset="0"/>
              </a:rPr>
              <a:t>anefa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magnambara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marigny</a:t>
            </a:r>
            <a:r>
              <a:rPr lang="fr-FR" sz="66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finoagna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zala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Koa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tsy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arahin'asa</a:t>
            </a:r>
            <a:r>
              <a:rPr lang="fr-FR" sz="6600" dirty="0">
                <a:latin typeface="Cambria" pitchFamily="18" charset="0"/>
              </a:rPr>
              <a:t> (x2)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5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lnSpcReduction="1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mangigny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Sao dia </a:t>
            </a:r>
            <a:r>
              <a:rPr lang="fr-FR" sz="6000" dirty="0" err="1">
                <a:latin typeface="Cambria" pitchFamily="18" charset="0"/>
              </a:rPr>
              <a:t>milaza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milaza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mivavaka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anefa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85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izany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izany</a:t>
            </a:r>
            <a:r>
              <a:rPr lang="fr-FR" sz="6000" dirty="0">
                <a:latin typeface="Cambria" pitchFamily="18" charset="0"/>
              </a:rPr>
              <a:t> e!</a:t>
            </a: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Egal </a:t>
            </a:r>
            <a:r>
              <a:rPr lang="fr-FR" sz="6000" dirty="0" err="1">
                <a:latin typeface="Cambria" pitchFamily="18" charset="0"/>
              </a:rPr>
              <a:t>zero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o!o</a:t>
            </a:r>
            <a:r>
              <a:rPr lang="fr-FR" sz="6000" dirty="0">
                <a:latin typeface="Cambria" pitchFamily="18" charset="0"/>
              </a:rPr>
              <a:t>!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sasy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varany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Matimaty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nazy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e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a </a:t>
            </a:r>
            <a:r>
              <a:rPr lang="fr-FR" sz="6000" dirty="0" err="1">
                <a:latin typeface="Cambria" pitchFamily="18" charset="0"/>
              </a:rPr>
              <a:t>a</a:t>
            </a:r>
            <a:r>
              <a:rPr lang="fr-FR" sz="6000" dirty="0">
                <a:latin typeface="Cambria" pitchFamily="18" charset="0"/>
              </a:rPr>
              <a:t>!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r>
              <a:rPr lang="fr-FR" sz="6000" dirty="0">
                <a:latin typeface="Cambria" pitchFamily="18" charset="0"/>
              </a:rPr>
              <a:t> a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10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3-O! </a:t>
            </a:r>
            <a:r>
              <a:rPr lang="fr-FR" sz="6600" dirty="0" err="1">
                <a:latin typeface="Cambria" pitchFamily="18" charset="0"/>
              </a:rPr>
              <a:t>ry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havako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mino</a:t>
            </a:r>
            <a:r>
              <a:rPr lang="fr-FR" sz="6600" dirty="0">
                <a:latin typeface="Cambria" pitchFamily="18" charset="0"/>
              </a:rPr>
              <a:t> o!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Mba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mandiniha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atsika</a:t>
            </a:r>
            <a:r>
              <a:rPr lang="fr-FR" sz="6600" dirty="0">
                <a:latin typeface="Cambria" pitchFamily="18" charset="0"/>
              </a:rPr>
              <a:t> e </a:t>
            </a:r>
            <a:r>
              <a:rPr lang="fr-FR" sz="6600" dirty="0" err="1">
                <a:latin typeface="Cambria" pitchFamily="18" charset="0"/>
              </a:rPr>
              <a:t>e</a:t>
            </a:r>
            <a:r>
              <a:rPr lang="fr-FR" sz="66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finoagna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zala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Koa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tsy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arahin'asa</a:t>
            </a:r>
            <a:r>
              <a:rPr lang="fr-FR" sz="6600">
                <a:latin typeface="Cambria" pitchFamily="18" charset="0"/>
              </a:rPr>
              <a:t> (x2)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92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lnSpcReduction="1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mangigny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Sao dia </a:t>
            </a:r>
            <a:r>
              <a:rPr lang="fr-FR" sz="6000" dirty="0" err="1">
                <a:latin typeface="Cambria" pitchFamily="18" charset="0"/>
              </a:rPr>
              <a:t>milaza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milaza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mivavaka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anefa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57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izany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izany</a:t>
            </a:r>
            <a:r>
              <a:rPr lang="fr-FR" sz="6000" dirty="0">
                <a:latin typeface="Cambria" pitchFamily="18" charset="0"/>
              </a:rPr>
              <a:t> e!</a:t>
            </a: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Egal </a:t>
            </a:r>
            <a:r>
              <a:rPr lang="fr-FR" sz="6000" dirty="0" err="1">
                <a:latin typeface="Cambria" pitchFamily="18" charset="0"/>
              </a:rPr>
              <a:t>zero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o!o</a:t>
            </a:r>
            <a:r>
              <a:rPr lang="fr-FR" sz="6000" dirty="0">
                <a:latin typeface="Cambria" pitchFamily="18" charset="0"/>
              </a:rPr>
              <a:t>!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sasy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varany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Matimaty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nazy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e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Finoagna</a:t>
            </a:r>
            <a:r>
              <a:rPr lang="fr-FR" sz="6000" dirty="0">
                <a:latin typeface="Cambria" pitchFamily="18" charset="0"/>
              </a:rPr>
              <a:t> a </a:t>
            </a:r>
            <a:r>
              <a:rPr lang="fr-FR" sz="6000" dirty="0" err="1">
                <a:latin typeface="Cambria" pitchFamily="18" charset="0"/>
              </a:rPr>
              <a:t>a</a:t>
            </a:r>
            <a:r>
              <a:rPr lang="fr-FR" sz="6000" dirty="0">
                <a:latin typeface="Cambria" pitchFamily="18" charset="0"/>
              </a:rPr>
              <a:t>!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arahin'asa</a:t>
            </a:r>
            <a:r>
              <a:rPr lang="fr-FR" sz="6000" dirty="0">
                <a:latin typeface="Cambria" pitchFamily="18" charset="0"/>
              </a:rPr>
              <a:t> a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116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226</Words>
  <Application>Microsoft Office PowerPoint</Application>
  <PresentationFormat>Affichage à l'écran (4:3)</PresentationFormat>
  <Paragraphs>59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Thème Office</vt:lpstr>
      <vt:lpstr>FIF 366</vt:lpstr>
      <vt:lpstr>FIF 366</vt:lpstr>
      <vt:lpstr>FIF 366</vt:lpstr>
      <vt:lpstr>FIF 366</vt:lpstr>
      <vt:lpstr>FIF 366</vt:lpstr>
      <vt:lpstr>FIF 366</vt:lpstr>
      <vt:lpstr>FIF 366</vt:lpstr>
      <vt:lpstr>FIF 366</vt:lpstr>
      <vt:lpstr>FIF 366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drakspro</cp:lastModifiedBy>
  <cp:revision>20</cp:revision>
  <dcterms:created xsi:type="dcterms:W3CDTF">2012-10-09T20:34:16Z</dcterms:created>
  <dcterms:modified xsi:type="dcterms:W3CDTF">2018-11-14T16:44:25Z</dcterms:modified>
</cp:coreProperties>
</file>