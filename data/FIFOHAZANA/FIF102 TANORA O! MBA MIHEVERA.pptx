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66" r:id="rId5"/>
    <p:sldId id="264" r:id="rId6"/>
    <p:sldId id="267" r:id="rId7"/>
    <p:sldId id="263" r:id="rId8"/>
    <p:sldId id="268" r:id="rId9"/>
    <p:sldId id="262" r:id="rId10"/>
    <p:sldId id="269" r:id="rId11"/>
    <p:sldId id="261" r:id="rId12"/>
    <p:sldId id="270" r:id="rId13"/>
    <p:sldId id="260" r:id="rId14"/>
    <p:sldId id="259" r:id="rId15"/>
    <p:sldId id="258" r:id="rId16"/>
    <p:sldId id="273" r:id="rId1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8076" autoAdjust="0"/>
    <p:restoredTop sz="94660"/>
  </p:normalViewPr>
  <p:slideViewPr>
    <p:cSldViewPr>
      <p:cViewPr varScale="1">
        <p:scale>
          <a:sx n="62" d="100"/>
          <a:sy n="62" d="100"/>
        </p:scale>
        <p:origin x="-390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2B74D3-2222-45E4-BE32-0453A5EA00A9}" type="datetimeFigureOut">
              <a:rPr lang="fr-FR" smtClean="0"/>
              <a:t>05/10/2012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57BC2-9FC5-4D17-9BA6-8E02B7D3F67D}" type="slidenum">
              <a:rPr lang="fr-FR" smtClean="0"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714356"/>
            <a:ext cx="9358346" cy="614364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1 </a:t>
            </a:r>
            <a:r>
              <a:rPr lang="fr-FR" sz="6000" dirty="0" err="1" smtClean="0">
                <a:latin typeface="Cambria" pitchFamily="18" charset="0"/>
              </a:rPr>
              <a:t>Tanora</a:t>
            </a:r>
            <a:r>
              <a:rPr lang="fr-FR" sz="6000" dirty="0" smtClean="0">
                <a:latin typeface="Cambria" pitchFamily="18" charset="0"/>
              </a:rPr>
              <a:t> ô!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mihevera</a:t>
            </a:r>
            <a:r>
              <a:rPr lang="fr-FR" sz="6000" dirty="0">
                <a:latin typeface="Cambria" pitchFamily="18" charset="0"/>
              </a:rPr>
              <a:t>  </a:t>
            </a:r>
            <a:r>
              <a:rPr lang="fr-FR" sz="6000" dirty="0" smtClean="0">
                <a:latin typeface="Cambria" pitchFamily="18" charset="0"/>
              </a:rPr>
              <a:t>      </a:t>
            </a:r>
            <a:r>
              <a:rPr lang="fr-FR" sz="6000" dirty="0" err="1" smtClean="0">
                <a:latin typeface="Cambria" pitchFamily="18" charset="0"/>
              </a:rPr>
              <a:t>fatratra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andronao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toy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  </a:t>
            </a:r>
            <a:r>
              <a:rPr lang="fr-FR" sz="6000" dirty="0" err="1" smtClean="0">
                <a:latin typeface="Cambria" pitchFamily="18" charset="0"/>
              </a:rPr>
              <a:t>vonin</a:t>
            </a:r>
            <a:r>
              <a:rPr lang="fr-FR" sz="6000" dirty="0" smtClean="0">
                <a:latin typeface="Cambria" pitchFamily="18" charset="0"/>
              </a:rPr>
              <a:t>-</a:t>
            </a:r>
            <a:r>
              <a:rPr lang="fr-FR" sz="6000" dirty="0" err="1" smtClean="0">
                <a:latin typeface="Cambria" pitchFamily="18" charset="0"/>
              </a:rPr>
              <a:t>javatra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tanjakao</a:t>
            </a:r>
            <a:r>
              <a:rPr lang="fr-FR" sz="6000" dirty="0" smtClean="0">
                <a:latin typeface="Cambria" pitchFamily="18" charset="0"/>
              </a:rPr>
              <a:t> dia </a:t>
            </a:r>
            <a:r>
              <a:rPr lang="fr-FR" sz="6000" dirty="0" err="1" smtClean="0">
                <a:latin typeface="Cambria" pitchFamily="18" charset="0"/>
              </a:rPr>
              <a:t>zavona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       </a:t>
            </a:r>
            <a:r>
              <a:rPr lang="fr-FR" sz="6000" dirty="0" err="1" smtClean="0">
                <a:latin typeface="Cambria" pitchFamily="18" charset="0"/>
              </a:rPr>
              <a:t>hiraraka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"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raviny</a:t>
            </a:r>
            <a:r>
              <a:rPr lang="fr-FR" sz="6000" dirty="0" smtClean="0">
                <a:latin typeface="Cambria" pitchFamily="18" charset="0"/>
              </a:rPr>
              <a:t> mana-</a:t>
            </a:r>
            <a:r>
              <a:rPr lang="fr-FR" sz="6000" dirty="0" err="1" smtClean="0">
                <a:latin typeface="Cambria" pitchFamily="18" charset="0"/>
              </a:rPr>
              <a:t>lokaloka</a:t>
            </a:r>
            <a:r>
              <a:rPr lang="fr-FR" sz="60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voniny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mahafinaritra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Mamerovero</a:t>
            </a:r>
            <a:r>
              <a:rPr lang="fr-FR" sz="6000" dirty="0" smtClean="0">
                <a:latin typeface="Cambria" pitchFamily="18" charset="0"/>
              </a:rPr>
              <a:t>, </a:t>
            </a:r>
            <a:r>
              <a:rPr lang="fr-FR" sz="6000" dirty="0" err="1" smtClean="0">
                <a:latin typeface="Cambria" pitchFamily="18" charset="0"/>
              </a:rPr>
              <a:t>anefa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maharitra</a:t>
            </a:r>
            <a:r>
              <a:rPr lang="fr-FR" sz="6000" dirty="0" smtClean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2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manam</a:t>
            </a:r>
            <a:r>
              <a:rPr lang="fr-FR" sz="5400" dirty="0" smtClean="0">
                <a:latin typeface="Cambria" pitchFamily="18" charset="0"/>
              </a:rPr>
              <a:t>-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  </a:t>
            </a:r>
            <a:r>
              <a:rPr lang="fr-FR" sz="5400" dirty="0" err="1" smtClean="0">
                <a:latin typeface="Cambria" pitchFamily="18" charset="0"/>
              </a:rPr>
              <a:t>pitsaharana</a:t>
            </a:r>
            <a:r>
              <a:rPr lang="fr-FR" sz="5400" dirty="0" smtClean="0">
                <a:latin typeface="Cambria" pitchFamily="18" charset="0"/>
              </a:rPr>
              <a:t> 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nofo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manam</a:t>
            </a:r>
            <a:r>
              <a:rPr lang="fr-FR" sz="5400" dirty="0" smtClean="0">
                <a:latin typeface="Cambria" pitchFamily="18" charset="0"/>
              </a:rPr>
              <a:t>-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  </a:t>
            </a:r>
            <a:r>
              <a:rPr lang="fr-FR" sz="5400" dirty="0" err="1" smtClean="0">
                <a:latin typeface="Cambria" pitchFamily="18" charset="0"/>
              </a:rPr>
              <a:t>panorenana</a:t>
            </a:r>
            <a:r>
              <a:rPr lang="fr-FR" sz="5400" dirty="0" smtClean="0">
                <a:latin typeface="Cambria" pitchFamily="18" charset="0"/>
              </a:rPr>
              <a:t> ?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ve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manam</a:t>
            </a:r>
            <a:r>
              <a:rPr lang="fr-FR" sz="5400" dirty="0" smtClean="0">
                <a:latin typeface="Cambria" pitchFamily="18" charset="0"/>
              </a:rPr>
              <a:t>-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    </a:t>
            </a:r>
            <a:r>
              <a:rPr lang="fr-FR" sz="5400" dirty="0" err="1" smtClean="0">
                <a:latin typeface="Cambria" pitchFamily="18" charset="0"/>
              </a:rPr>
              <a:t>piadanana</a:t>
            </a:r>
            <a:r>
              <a:rPr lang="fr-FR" sz="5400" dirty="0" smtClean="0">
                <a:latin typeface="Cambria" pitchFamily="18" charset="0"/>
              </a:rPr>
              <a:t> ?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"</a:t>
            </a: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filaliana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mihelina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Ao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fiadanana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miserana</a:t>
            </a:r>
            <a:endParaRPr lang="fr-F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fahoriana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tonga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ferana</a:t>
            </a:r>
            <a:r>
              <a:rPr lang="fr-FR" sz="6000" dirty="0" smtClean="0">
                <a:latin typeface="Cambria" pitchFamily="18" charset="0"/>
              </a:rPr>
              <a:t>,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3. </a:t>
            </a:r>
            <a:r>
              <a:rPr lang="fr-FR" sz="5400" dirty="0" err="1" smtClean="0">
                <a:latin typeface="Cambria" pitchFamily="18" charset="0"/>
              </a:rPr>
              <a:t>Ry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olona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mbola</a:t>
            </a:r>
            <a:r>
              <a:rPr lang="fr-FR" sz="5400" dirty="0" smtClean="0">
                <a:latin typeface="Cambria" pitchFamily="18" charset="0"/>
              </a:rPr>
              <a:t> mi-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tanondrika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"</a:t>
            </a:r>
            <a:r>
              <a:rPr lang="fr-FR" sz="5400" dirty="0" err="1" smtClean="0">
                <a:latin typeface="Cambria" pitchFamily="18" charset="0"/>
              </a:rPr>
              <a:t>Ty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tany</a:t>
            </a:r>
            <a:r>
              <a:rPr lang="fr-FR" sz="5400" dirty="0" smtClean="0">
                <a:latin typeface="Cambria" pitchFamily="18" charset="0"/>
              </a:rPr>
              <a:t> '</a:t>
            </a:r>
            <a:r>
              <a:rPr lang="fr-FR" sz="5400" dirty="0" err="1" smtClean="0">
                <a:latin typeface="Cambria" pitchFamily="18" charset="0"/>
              </a:rPr>
              <a:t>ty</a:t>
            </a:r>
            <a:r>
              <a:rPr lang="fr-FR" sz="5400" dirty="0" smtClean="0">
                <a:latin typeface="Cambria" pitchFamily="18" charset="0"/>
              </a:rPr>
              <a:t>  </a:t>
            </a:r>
            <a:r>
              <a:rPr lang="fr-FR" sz="5400" dirty="0" err="1" smtClean="0">
                <a:latin typeface="Cambria" pitchFamily="18" charset="0"/>
              </a:rPr>
              <a:t>tsarovy</a:t>
            </a:r>
            <a:r>
              <a:rPr lang="fr-FR" sz="5400" dirty="0" smtClean="0">
                <a:latin typeface="Cambria" pitchFamily="18" charset="0"/>
              </a:rPr>
              <a:t> fa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maningotra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miorina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eto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dia ho </a:t>
            </a:r>
            <a:r>
              <a:rPr lang="fr-FR" sz="5400" dirty="0" err="1" smtClean="0">
                <a:latin typeface="Cambria" pitchFamily="18" charset="0"/>
              </a:rPr>
              <a:t>fongotra</a:t>
            </a:r>
            <a:r>
              <a:rPr lang="fr-FR" sz="5400" dirty="0" smtClean="0">
                <a:latin typeface="Cambria" pitchFamily="18" charset="0"/>
              </a:rPr>
              <a:t>,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"He ! </a:t>
            </a:r>
            <a:r>
              <a:rPr lang="fr-FR" sz="6000" dirty="0" err="1" smtClean="0">
                <a:latin typeface="Cambria" pitchFamily="18" charset="0"/>
              </a:rPr>
              <a:t>mandalo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eto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mihelina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Soa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azo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ianteherana</a:t>
            </a:r>
            <a:r>
              <a:rPr lang="fr-FR" sz="6000" dirty="0" smtClean="0">
                <a:latin typeface="Cambria" pitchFamily="18" charset="0"/>
              </a:rPr>
              <a:t>. 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He ! mamy </a:t>
            </a:r>
            <a:r>
              <a:rPr lang="fr-FR" sz="6000" dirty="0" err="1" smtClean="0">
                <a:latin typeface="Cambria" pitchFamily="18" charset="0"/>
              </a:rPr>
              <a:t>anefa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aoka</a:t>
            </a:r>
            <a:r>
              <a:rPr lang="fr-FR" sz="6000" dirty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tsy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hatelina</a:t>
            </a:r>
            <a:r>
              <a:rPr lang="fr-FR" sz="6000" dirty="0" smtClean="0">
                <a:latin typeface="Cambria" pitchFamily="18" charset="0"/>
              </a:rPr>
              <a:t> ;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hazon'aina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nosoloan</a:t>
            </a:r>
            <a:r>
              <a:rPr lang="fr-FR" sz="6000" dirty="0" smtClean="0">
                <a:latin typeface="Cambria" pitchFamily="18" charset="0"/>
              </a:rPr>
              <a:t>‘ </a:t>
            </a:r>
            <a:r>
              <a:rPr lang="fr-FR" sz="6000" dirty="0" err="1" smtClean="0">
                <a:latin typeface="Cambria" pitchFamily="18" charset="0"/>
              </a:rPr>
              <a:t>ny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fasana</a:t>
            </a:r>
            <a:r>
              <a:rPr lang="fr-FR" sz="60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000" dirty="0" smtClean="0">
                <a:latin typeface="Cambria" pitchFamily="18" charset="0"/>
              </a:rPr>
              <a:t>Ka </a:t>
            </a:r>
            <a:r>
              <a:rPr lang="fr-FR" sz="6000" dirty="0" err="1" smtClean="0">
                <a:latin typeface="Cambria" pitchFamily="18" charset="0"/>
              </a:rPr>
              <a:t>mba</a:t>
            </a:r>
            <a:r>
              <a:rPr lang="fr-FR" sz="6000" dirty="0" smtClean="0">
                <a:latin typeface="Cambria" pitchFamily="18" charset="0"/>
              </a:rPr>
              <a:t> </a:t>
            </a:r>
            <a:r>
              <a:rPr lang="fr-FR" sz="6000" dirty="0" err="1" smtClean="0">
                <a:latin typeface="Cambria" pitchFamily="18" charset="0"/>
              </a:rPr>
              <a:t>heveronao</a:t>
            </a:r>
            <a:r>
              <a:rPr lang="fr-FR" sz="6000" dirty="0" smtClean="0">
                <a:latin typeface="Cambria" pitchFamily="18" charset="0"/>
              </a:rPr>
              <a:t>'! -</a:t>
            </a:r>
            <a:endParaRPr lang="fr-FR" sz="6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4. </a:t>
            </a:r>
            <a:r>
              <a:rPr lang="fr-FR" sz="5400" dirty="0" err="1" smtClean="0">
                <a:latin typeface="Cambria" pitchFamily="18" charset="0"/>
              </a:rPr>
              <a:t>Edena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izao</a:t>
            </a:r>
            <a:r>
              <a:rPr lang="fr-FR" sz="5400" dirty="0" smtClean="0">
                <a:latin typeface="Cambria" pitchFamily="18" charset="0"/>
              </a:rPr>
              <a:t> dia </a:t>
            </a:r>
            <a:r>
              <a:rPr lang="fr-FR" sz="5400" dirty="0" err="1" smtClean="0">
                <a:latin typeface="Cambria" pitchFamily="18" charset="0"/>
              </a:rPr>
              <a:t>efa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voa</a:t>
            </a:r>
            <a:r>
              <a:rPr lang="fr-FR" sz="5400" dirty="0" smtClean="0">
                <a:latin typeface="Cambria" pitchFamily="18" charset="0"/>
              </a:rPr>
              <a:t>-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sandratra</a:t>
            </a:r>
            <a:r>
              <a:rPr lang="fr-FR" sz="54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Endre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endre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endriky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lanitra</a:t>
            </a:r>
            <a:r>
              <a:rPr lang="fr-FR" sz="5400" dirty="0" smtClean="0">
                <a:latin typeface="Cambria" pitchFamily="18" charset="0"/>
              </a:rPr>
              <a:t> !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Maneho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santatr'izay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efa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sambatra</a:t>
            </a:r>
            <a:r>
              <a:rPr lang="fr-FR" sz="5400" dirty="0" smtClean="0">
                <a:latin typeface="Cambria" pitchFamily="18" charset="0"/>
              </a:rPr>
              <a:t>,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Fa feno fitoerana mahafi-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naritra.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Ka mba heveronao"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fr-FR" sz="5400" dirty="0" smtClean="0">
                <a:latin typeface="Cambria" pitchFamily="18" charset="0"/>
              </a:rPr>
              <a:t>'</a:t>
            </a: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 smtClean="0">
                <a:latin typeface="Cambria" pitchFamily="18" charset="0"/>
              </a:rPr>
              <a:t> Ray </a:t>
            </a:r>
            <a:r>
              <a:rPr lang="fr-FR" sz="5400" dirty="0" err="1" smtClean="0">
                <a:latin typeface="Cambria" pitchFamily="18" charset="0"/>
              </a:rPr>
              <a:t>izay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feno</a:t>
            </a:r>
            <a:endParaRPr lang="fr-FR" sz="54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voninahitra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Ao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Jesosy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mbamin</a:t>
            </a:r>
            <a:r>
              <a:rPr lang="fr-FR" sz="5400" dirty="0" smtClean="0">
                <a:latin typeface="Cambria" pitchFamily="18" charset="0"/>
              </a:rPr>
              <a:t>' </a:t>
            </a:r>
            <a:r>
              <a:rPr lang="fr-FR" sz="5400" dirty="0" err="1" smtClean="0">
                <a:latin typeface="Cambria" pitchFamily="18" charset="0"/>
              </a:rPr>
              <a:t>ny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voavotra</a:t>
            </a:r>
            <a:r>
              <a:rPr lang="fr-FR" sz="54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5400" dirty="0" err="1" smtClean="0">
                <a:latin typeface="Cambria" pitchFamily="18" charset="0"/>
              </a:rPr>
              <a:t>Fanahy</a:t>
            </a:r>
            <a:r>
              <a:rPr lang="fr-FR" sz="5400" dirty="0" smtClean="0">
                <a:latin typeface="Cambria" pitchFamily="18" charset="0"/>
              </a:rPr>
              <a:t>, </a:t>
            </a:r>
            <a:r>
              <a:rPr lang="fr-FR" sz="5400" dirty="0" err="1" smtClean="0">
                <a:latin typeface="Cambria" pitchFamily="18" charset="0"/>
              </a:rPr>
              <a:t>tena</a:t>
            </a:r>
            <a:r>
              <a:rPr lang="fr-FR" sz="5400" dirty="0" smtClean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tokin‘aina</a:t>
            </a:r>
            <a:r>
              <a:rPr lang="fr-FR" sz="5400" dirty="0">
                <a:latin typeface="Cambria" pitchFamily="18" charset="0"/>
              </a:rPr>
              <a:t> </a:t>
            </a:r>
            <a:r>
              <a:rPr lang="fr-FR" sz="5400" dirty="0" err="1" smtClean="0">
                <a:latin typeface="Cambria" pitchFamily="18" charset="0"/>
              </a:rPr>
              <a:t>fatratra</a:t>
            </a:r>
            <a:r>
              <a:rPr lang="fr-FR" sz="5400" dirty="0" smtClean="0">
                <a:latin typeface="Cambria" pitchFamily="18" charset="0"/>
              </a:rPr>
              <a:t>;</a:t>
            </a:r>
            <a:endParaRPr lang="fr-FR" sz="54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57158" y="0"/>
            <a:ext cx="8229600" cy="857232"/>
          </a:xfrm>
        </p:spPr>
        <p:txBody>
          <a:bodyPr>
            <a:normAutofit/>
          </a:bodyPr>
          <a:lstStyle/>
          <a:p>
            <a:r>
              <a:rPr lang="fr-FR" dirty="0" smtClean="0"/>
              <a:t>FIF 102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0" y="928670"/>
            <a:ext cx="9144000" cy="5929330"/>
          </a:xfrm>
        </p:spPr>
        <p:txBody>
          <a:bodyPr>
            <a:normAutofit/>
          </a:bodyPr>
          <a:lstStyle/>
          <a:p>
            <a:pPr>
              <a:buNone/>
            </a:pPr>
            <a:endParaRPr lang="pt-BR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'Zay tonga ao dia feno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voninahitra</a:t>
            </a:r>
          </a:p>
          <a:p>
            <a:pPr>
              <a:buNone/>
            </a:pPr>
            <a:r>
              <a:rPr lang="pt-BR" sz="6000" dirty="0" smtClean="0">
                <a:latin typeface="Cambria" pitchFamily="18" charset="0"/>
              </a:rPr>
              <a:t>Mandrakizay doria" -</a:t>
            </a:r>
            <a:endParaRPr lang="fr-FR" sz="6000" dirty="0">
              <a:latin typeface="Cambria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297</Words>
  <Application>Microsoft Office PowerPoint</Application>
  <PresentationFormat>Affichage à l'écran (4:3)</PresentationFormat>
  <Paragraphs>70</Paragraphs>
  <Slides>16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17" baseType="lpstr">
      <vt:lpstr>Thème Office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  <vt:lpstr>FIF 102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FIF 102</dc:title>
  <dc:creator>MIARINTSOA</dc:creator>
  <cp:lastModifiedBy>MIARINTSOA</cp:lastModifiedBy>
  <cp:revision>3</cp:revision>
  <dcterms:created xsi:type="dcterms:W3CDTF">2012-10-05T19:11:57Z</dcterms:created>
  <dcterms:modified xsi:type="dcterms:W3CDTF">2012-10-05T19:32:22Z</dcterms:modified>
</cp:coreProperties>
</file>