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8288" autoAdjust="0"/>
    <p:restoredTop sz="94660"/>
  </p:normalViewPr>
  <p:slideViewPr>
    <p:cSldViewPr>
      <p:cViewPr varScale="1">
        <p:scale>
          <a:sx n="56" d="100"/>
          <a:sy n="56" d="100"/>
        </p:scale>
        <p:origin x="-19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19/11/2014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19/11/2014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19/11/2014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19/11/2014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19/11/2014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19/11/2014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19/11/2014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19/11/2014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19/11/2014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19/11/2014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19/11/2014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19/11/2014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FIF 314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142908" y="714356"/>
            <a:ext cx="9715536" cy="5929354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Jesosy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ro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Hazomanga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Fitahiandrake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firegneambe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mino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Azy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olon’afak’avoa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devoly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lavits’azy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moa</a:t>
            </a: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FIF 314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14356"/>
            <a:ext cx="8643998" cy="5929354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Ahiko</a:t>
            </a:r>
            <a:r>
              <a:rPr lang="fr-FR" sz="6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Jeso</a:t>
            </a:r>
            <a:r>
              <a:rPr lang="fr-FR" sz="6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bak’etoy</a:t>
            </a:r>
            <a:endParaRPr lang="fr-FR" sz="60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Ahiko</a:t>
            </a:r>
            <a:r>
              <a:rPr lang="fr-FR" sz="6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Jeso</a:t>
            </a:r>
            <a:r>
              <a:rPr lang="fr-FR" sz="6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irak’etoy</a:t>
            </a:r>
            <a:endParaRPr lang="fr-FR" sz="60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Lavareake</a:t>
            </a:r>
            <a:r>
              <a:rPr lang="fr-FR" sz="6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ngaiko</a:t>
            </a:r>
            <a:r>
              <a:rPr lang="fr-FR" sz="6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izao</a:t>
            </a:r>
            <a:endParaRPr lang="fr-FR" sz="60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Manen’an’i</a:t>
            </a:r>
            <a:r>
              <a:rPr lang="fr-FR" sz="6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Jeso</a:t>
            </a:r>
            <a:r>
              <a:rPr lang="fr-FR" sz="6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anateko</a:t>
            </a:r>
            <a:r>
              <a:rPr lang="fr-FR" sz="6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ao</a:t>
            </a:r>
            <a:endParaRPr lang="fr-FR" sz="6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FIF 314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500042"/>
            <a:ext cx="8929718" cy="6143668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2.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Baiboly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ro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havelona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tokoa</a:t>
            </a:r>
            <a:endParaRPr lang="fr-FR" sz="5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Tano ka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valio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lah’ka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mihemotse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koa</a:t>
            </a:r>
            <a:endParaRPr lang="fr-FR" sz="5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Taomo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longo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mba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ho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afak’avoa</a:t>
            </a:r>
            <a:endParaRPr lang="fr-FR" sz="5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Jeso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ro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Hazomanga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soa</a:t>
            </a:r>
            <a:endParaRPr lang="fr-FR" sz="5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FIF 314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14356"/>
            <a:ext cx="8643998" cy="5929354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Ahiko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Jeso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bak’etoy</a:t>
            </a:r>
            <a:endParaRPr lang="fr-FR" sz="5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Ahiko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Jeso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irak’etoy</a:t>
            </a:r>
            <a:endParaRPr lang="fr-FR" sz="5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Lavareake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ngaiko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izao</a:t>
            </a:r>
            <a:endParaRPr lang="fr-FR" sz="5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Manen’an’i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Jeso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anateko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ao</a:t>
            </a:r>
            <a:endParaRPr lang="fr-FR" sz="5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FIF 314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14356"/>
            <a:ext cx="8643998" cy="5929354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3.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Ndra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inoino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soa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ety</a:t>
            </a:r>
            <a:endParaRPr lang="fr-FR" sz="5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Jeso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tsy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atakalo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ndraka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tsy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azo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afoe</a:t>
            </a:r>
            <a:endParaRPr lang="fr-FR" sz="5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Tsy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ampirafesy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amin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-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dratsy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fiatao</a:t>
            </a:r>
            <a:endParaRPr lang="fr-FR" sz="5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finoan’Azy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anate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ao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.</a:t>
            </a:r>
            <a:endParaRPr lang="fr-FR" sz="5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FIF 314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14356"/>
            <a:ext cx="8643998" cy="5929354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Ahiko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Jeso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bak’etoy</a:t>
            </a:r>
            <a:endParaRPr lang="fr-FR" sz="5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Ahiko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Jeso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irak’etoy</a:t>
            </a:r>
            <a:endParaRPr lang="fr-FR" sz="5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Lavareake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ngaiko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izao</a:t>
            </a:r>
            <a:endParaRPr lang="fr-FR" sz="5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Manen’an’i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Jeso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anateko</a:t>
            </a:r>
            <a:r>
              <a:rPr lang="fr-FR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ao</a:t>
            </a:r>
            <a:endParaRPr lang="fr-FR" sz="5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114</Words>
  <PresentationFormat>Affichage à l'écran (4:3)</PresentationFormat>
  <Paragraphs>30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FIF 314</vt:lpstr>
      <vt:lpstr>FIF 314</vt:lpstr>
      <vt:lpstr>FIF 314</vt:lpstr>
      <vt:lpstr>FIF 314</vt:lpstr>
      <vt:lpstr>FIF 314</vt:lpstr>
      <vt:lpstr>FIF 314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 314</dc:title>
  <cp:lastModifiedBy>M</cp:lastModifiedBy>
  <cp:revision>3</cp:revision>
  <dcterms:modified xsi:type="dcterms:W3CDTF">2014-11-19T11:23:38Z</dcterms:modified>
</cp:coreProperties>
</file>