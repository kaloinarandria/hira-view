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9" r:id="rId5"/>
    <p:sldId id="266" r:id="rId6"/>
    <p:sldId id="258" r:id="rId7"/>
    <p:sldId id="270" r:id="rId8"/>
    <p:sldId id="271" r:id="rId9"/>
    <p:sldId id="263" r:id="rId10"/>
    <p:sldId id="264" r:id="rId11"/>
    <p:sldId id="272" r:id="rId12"/>
    <p:sldId id="273" r:id="rId13"/>
    <p:sldId id="274" r:id="rId14"/>
    <p:sldId id="275" r:id="rId15"/>
    <p:sldId id="286" r:id="rId16"/>
    <p:sldId id="287" r:id="rId17"/>
    <p:sldId id="265" r:id="rId18"/>
    <p:sldId id="262" r:id="rId19"/>
    <p:sldId id="288" r:id="rId20"/>
    <p:sldId id="289" r:id="rId2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551" autoAdjust="0"/>
    <p:restoredTop sz="94660"/>
  </p:normalViewPr>
  <p:slideViewPr>
    <p:cSldViewPr>
      <p:cViewPr varScale="1">
        <p:scale>
          <a:sx n="55" d="100"/>
          <a:sy n="55" d="100"/>
        </p:scale>
        <p:origin x="-102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01/03/2015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01/03/2015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01/03/2015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01/03/2015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01/03/2015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Indreto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Zanahary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Mitondra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ny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ravoravo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Mahatsiaro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ny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nataonao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50072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Hatry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ny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ela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(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elabe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)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Hatry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ela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Avakeo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barako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niany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564360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Indreto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Zanahary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Mitondra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ny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ravoravo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Mahatsiaro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ny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nataonao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142984"/>
            <a:ext cx="8858280" cy="528641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Hatry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ny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ela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(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elabe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)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Hatry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ela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Avakeo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barako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niany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4292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(O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akalay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)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Mankalaza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Zanahary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 (in-2)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jiaby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vory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aketo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niany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357298"/>
            <a:ext cx="8858280" cy="507209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Mankasitraka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Mankateliny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tatô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4292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Oa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kalay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)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Mankalaza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Zanahary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 (in-2)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jiaby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vory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aketo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niany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357298"/>
            <a:ext cx="8858280" cy="507209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Mankasitraka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Mankateliny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tatô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214422"/>
            <a:ext cx="8858280" cy="521497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Tsaiky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very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e)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aombinao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Nitsakaroahinao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)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tanaty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alan’ny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fahotana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35785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Nandia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fasana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Tsimagnaja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mazoto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mataho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drotro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keki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panenitry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Nitsaka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dengy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lalina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4292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Oa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kalay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)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Mankalaza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Zanahary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 (in-2)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jiaby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vory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aketo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niany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357298"/>
            <a:ext cx="8858280" cy="507209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Mankasitraka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Mankateliny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tatô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4292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Oa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kalay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)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Mankalaza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Zanahary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 (in-2)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jiaby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vory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aketo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niany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357298"/>
            <a:ext cx="8858280" cy="507209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Mankasitraka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Mankateliny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tatô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214422"/>
            <a:ext cx="8858280" cy="521497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Tsaiky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very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e)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aombinao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Nitsakaroahinao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)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tanaty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alan’ny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fahotana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357850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Nandia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fasana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Tsimagnaja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mazoto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mataho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drotro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keki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panenitry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Nitsaka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dengy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lalina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397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214422"/>
            <a:ext cx="8858280" cy="521497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Salakady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voay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Mitety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karazam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bato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malamatra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Nefa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lavo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71546"/>
            <a:ext cx="8929718" cy="578645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ô)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Zanahary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Zanahary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4292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Oa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kalay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)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Mankalaza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Zanahary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 (in-2)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jiaby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vory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aketo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niany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358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357298"/>
            <a:ext cx="8858280" cy="507209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Mankasitraka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Mankateliny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tatô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337</Words>
  <PresentationFormat>Affichage à l'écran (4:3)</PresentationFormat>
  <Paragraphs>81</Paragraphs>
  <Slides>20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Thème Office</vt:lpstr>
      <vt:lpstr>FIF 358</vt:lpstr>
      <vt:lpstr>FIF 358</vt:lpstr>
      <vt:lpstr>FIF 358</vt:lpstr>
      <vt:lpstr>FIF 358</vt:lpstr>
      <vt:lpstr>FIF 358</vt:lpstr>
      <vt:lpstr>FIF 358</vt:lpstr>
      <vt:lpstr>FIF 358</vt:lpstr>
      <vt:lpstr>FIF 358</vt:lpstr>
      <vt:lpstr>FIF 358</vt:lpstr>
      <vt:lpstr>FIF 358</vt:lpstr>
      <vt:lpstr>FIF 358</vt:lpstr>
      <vt:lpstr>FIF 358</vt:lpstr>
      <vt:lpstr>FIF 358</vt:lpstr>
      <vt:lpstr>FIF 358</vt:lpstr>
      <vt:lpstr>FIF 358</vt:lpstr>
      <vt:lpstr>FIF 358</vt:lpstr>
      <vt:lpstr>FIF 358</vt:lpstr>
      <vt:lpstr>FIF 358</vt:lpstr>
      <vt:lpstr>FIF 358</vt:lpstr>
      <vt:lpstr>FIF 358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FIFOHA</dc:title>
  <dc:creator>M</dc:creator>
  <cp:lastModifiedBy>M</cp:lastModifiedBy>
  <cp:revision>19</cp:revision>
  <dcterms:created xsi:type="dcterms:W3CDTF">2012-10-26T16:54:23Z</dcterms:created>
  <dcterms:modified xsi:type="dcterms:W3CDTF">2015-03-01T08:02:50Z</dcterms:modified>
</cp:coreProperties>
</file>