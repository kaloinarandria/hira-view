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3" r:id="rId6"/>
    <p:sldId id="262" r:id="rId7"/>
    <p:sldId id="260" r:id="rId8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2" d="100"/>
          <a:sy n="62" d="100"/>
        </p:scale>
        <p:origin x="-462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2DEF1-A131-456C-8FF4-661373171F70}" type="datetimeFigureOut">
              <a:rPr lang="fr-FR" smtClean="0"/>
              <a:t>04/10/2012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3D4D4-ADE1-4484-8E2E-83327CFA3AE8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2DEF1-A131-456C-8FF4-661373171F70}" type="datetimeFigureOut">
              <a:rPr lang="fr-FR" smtClean="0"/>
              <a:t>04/10/2012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3D4D4-ADE1-4484-8E2E-83327CFA3AE8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2DEF1-A131-456C-8FF4-661373171F70}" type="datetimeFigureOut">
              <a:rPr lang="fr-FR" smtClean="0"/>
              <a:t>04/10/2012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3D4D4-ADE1-4484-8E2E-83327CFA3AE8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2DEF1-A131-456C-8FF4-661373171F70}" type="datetimeFigureOut">
              <a:rPr lang="fr-FR" smtClean="0"/>
              <a:t>04/10/2012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3D4D4-ADE1-4484-8E2E-83327CFA3AE8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2DEF1-A131-456C-8FF4-661373171F70}" type="datetimeFigureOut">
              <a:rPr lang="fr-FR" smtClean="0"/>
              <a:t>04/10/2012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3D4D4-ADE1-4484-8E2E-83327CFA3AE8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2DEF1-A131-456C-8FF4-661373171F70}" type="datetimeFigureOut">
              <a:rPr lang="fr-FR" smtClean="0"/>
              <a:t>04/10/2012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3D4D4-ADE1-4484-8E2E-83327CFA3AE8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2DEF1-A131-456C-8FF4-661373171F70}" type="datetimeFigureOut">
              <a:rPr lang="fr-FR" smtClean="0"/>
              <a:t>04/10/2012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3D4D4-ADE1-4484-8E2E-83327CFA3AE8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2DEF1-A131-456C-8FF4-661373171F70}" type="datetimeFigureOut">
              <a:rPr lang="fr-FR" smtClean="0"/>
              <a:t>04/10/2012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3D4D4-ADE1-4484-8E2E-83327CFA3AE8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2DEF1-A131-456C-8FF4-661373171F70}" type="datetimeFigureOut">
              <a:rPr lang="fr-FR" smtClean="0"/>
              <a:t>04/10/2012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3D4D4-ADE1-4484-8E2E-83327CFA3AE8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2DEF1-A131-456C-8FF4-661373171F70}" type="datetimeFigureOut">
              <a:rPr lang="fr-FR" smtClean="0"/>
              <a:t>04/10/2012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3D4D4-ADE1-4484-8E2E-83327CFA3AE8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2DEF1-A131-456C-8FF4-661373171F70}" type="datetimeFigureOut">
              <a:rPr lang="fr-FR" smtClean="0"/>
              <a:t>04/10/2012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3D4D4-ADE1-4484-8E2E-83327CFA3AE8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02DEF1-A131-456C-8FF4-661373171F70}" type="datetimeFigureOut">
              <a:rPr lang="fr-FR" smtClean="0"/>
              <a:t>04/10/2012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03D4D4-ADE1-4484-8E2E-83327CFA3AE8}" type="slidenum">
              <a:rPr lang="fr-FR" smtClean="0"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00108"/>
          </a:xfrm>
        </p:spPr>
        <p:txBody>
          <a:bodyPr/>
          <a:lstStyle/>
          <a:p>
            <a:r>
              <a:rPr lang="fr-FR" dirty="0" smtClean="0"/>
              <a:t>FIF 91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0" y="928670"/>
            <a:ext cx="9144000" cy="5929330"/>
          </a:xfrm>
        </p:spPr>
        <p:txBody>
          <a:bodyPr>
            <a:normAutofit/>
          </a:bodyPr>
          <a:lstStyle/>
          <a:p>
            <a:pPr marL="1143000" indent="-1143000">
              <a:buAutoNum type="arabicPeriod"/>
            </a:pP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fitondran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‘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Andriamanitra</a:t>
            </a:r>
            <a:endParaRPr lang="fr-FR" sz="60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fantantsika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loatra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Fa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ao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an-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koatry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rahona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Ka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mihatra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vao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mampiaiky</a:t>
            </a:r>
            <a:endParaRPr lang="fr-FR" sz="6000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00108"/>
          </a:xfrm>
        </p:spPr>
        <p:txBody>
          <a:bodyPr/>
          <a:lstStyle/>
          <a:p>
            <a:r>
              <a:rPr lang="fr-FR" dirty="0" smtClean="0"/>
              <a:t>FIF 91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0" y="928670"/>
            <a:ext cx="9144000" cy="59293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Indraindray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re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Indraindray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toa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misento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Ka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mijaly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lalandava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Raha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mifaly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aza</a:t>
            </a:r>
            <a:endParaRPr lang="fr-FR" sz="6000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00108"/>
          </a:xfrm>
        </p:spPr>
        <p:txBody>
          <a:bodyPr/>
          <a:lstStyle/>
          <a:p>
            <a:r>
              <a:rPr lang="fr-FR" dirty="0" smtClean="0"/>
              <a:t>FIF 91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0" y="928670"/>
            <a:ext cx="9144000" cy="592933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5400" dirty="0" smtClean="0">
                <a:solidFill>
                  <a:srgbClr val="002060"/>
                </a:solidFill>
                <a:latin typeface="Cambria" pitchFamily="18" charset="0"/>
              </a:rPr>
              <a:t>Dia </a:t>
            </a:r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diasam</a:t>
            </a:r>
            <a:r>
              <a:rPr lang="fr-FR" sz="5400" dirty="0" smtClean="0">
                <a:solidFill>
                  <a:srgbClr val="002060"/>
                </a:solidFill>
                <a:latin typeface="Cambria" pitchFamily="18" charset="0"/>
              </a:rPr>
              <a:t>-</a:t>
            </a:r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pahoriana</a:t>
            </a:r>
            <a:r>
              <a:rPr lang="fr-FR" sz="5400" dirty="0" smtClean="0">
                <a:solidFill>
                  <a:srgbClr val="002060"/>
                </a:solidFill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fr-FR" sz="54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fr-FR" sz="54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misy</a:t>
            </a:r>
            <a:r>
              <a:rPr lang="fr-FR" sz="54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izay</a:t>
            </a:r>
            <a:r>
              <a:rPr lang="fr-FR" sz="54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maharitra</a:t>
            </a:r>
            <a:endParaRPr lang="fr-FR" sz="54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Itony</a:t>
            </a:r>
            <a:r>
              <a:rPr lang="fr-FR" sz="54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fiainantsika</a:t>
            </a:r>
            <a:r>
              <a:rPr lang="fr-FR" sz="54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eto</a:t>
            </a:r>
            <a:r>
              <a:rPr lang="fr-FR" sz="5400" dirty="0" smtClean="0">
                <a:solidFill>
                  <a:srgbClr val="002060"/>
                </a:solidFill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fr-FR" sz="5400" dirty="0" smtClean="0">
                <a:solidFill>
                  <a:srgbClr val="002060"/>
                </a:solidFill>
                <a:latin typeface="Cambria" pitchFamily="18" charset="0"/>
              </a:rPr>
              <a:t>Mora </a:t>
            </a:r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miova</a:t>
            </a:r>
            <a:r>
              <a:rPr lang="fr-FR" sz="5400" dirty="0" smtClean="0">
                <a:solidFill>
                  <a:srgbClr val="002060"/>
                </a:solidFill>
                <a:latin typeface="Cambria" pitchFamily="18" charset="0"/>
              </a:rPr>
              <a:t> ka </a:t>
            </a:r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fr-FR" sz="54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azo</a:t>
            </a:r>
            <a:r>
              <a:rPr lang="fr-FR" sz="54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ianteherana</a:t>
            </a:r>
            <a:endParaRPr lang="fr-FR" sz="54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endParaRPr lang="fr-FR" sz="5400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00108"/>
          </a:xfrm>
        </p:spPr>
        <p:txBody>
          <a:bodyPr/>
          <a:lstStyle/>
          <a:p>
            <a:r>
              <a:rPr lang="fr-FR" dirty="0" smtClean="0"/>
              <a:t>FIF 91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0" y="928670"/>
            <a:ext cx="9144000" cy="59293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mahagaga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anefa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izany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Fa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tany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ity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fonenentsika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Ka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raha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mbola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monina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eto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Izany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no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anjarantsika</a:t>
            </a:r>
            <a:endParaRPr lang="fr-FR" sz="6000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00108"/>
          </a:xfrm>
        </p:spPr>
        <p:txBody>
          <a:bodyPr/>
          <a:lstStyle/>
          <a:p>
            <a:r>
              <a:rPr lang="fr-FR" dirty="0" smtClean="0"/>
              <a:t>FIF 91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0" y="928670"/>
            <a:ext cx="9144000" cy="59293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antitra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sy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tanora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o!</a:t>
            </a:r>
          </a:p>
          <a:p>
            <a:pPr>
              <a:buNone/>
            </a:pP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Aza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be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fangatak'andro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fantatrao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akory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anie</a:t>
            </a:r>
            <a:endParaRPr lang="fr-FR" sz="60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Izay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andro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hodianao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;</a:t>
            </a:r>
            <a:endParaRPr lang="fr-FR" sz="6000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00108"/>
          </a:xfrm>
        </p:spPr>
        <p:txBody>
          <a:bodyPr/>
          <a:lstStyle/>
          <a:p>
            <a:r>
              <a:rPr lang="fr-FR" dirty="0" smtClean="0"/>
              <a:t>FIF 91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0" y="928670"/>
            <a:ext cx="9144000" cy="59293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hitanao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va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re</a:t>
            </a:r>
            <a:endParaRPr lang="fr-FR" sz="60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olo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-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maro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toa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anao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Fa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efa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lasa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any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am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-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pasana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Ka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mangina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izy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any</a:t>
            </a:r>
            <a:endParaRPr lang="fr-FR" sz="6000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00108"/>
          </a:xfrm>
        </p:spPr>
        <p:txBody>
          <a:bodyPr/>
          <a:lstStyle/>
          <a:p>
            <a:r>
              <a:rPr lang="fr-FR" dirty="0" smtClean="0"/>
              <a:t>FIF 91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0" y="928670"/>
            <a:ext cx="9144000" cy="59293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Ka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raha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izany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ihany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Andeha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hifankatia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Velona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manan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-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kavana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Maty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hohadinoina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endParaRPr lang="fr-FR" sz="6000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139</Words>
  <Application>Microsoft Office PowerPoint</Application>
  <PresentationFormat>Affichage à l'écran (4:3)</PresentationFormat>
  <Paragraphs>35</Paragraphs>
  <Slides>7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8" baseType="lpstr">
      <vt:lpstr>Thème Office</vt:lpstr>
      <vt:lpstr>FIF 91</vt:lpstr>
      <vt:lpstr>FIF 91</vt:lpstr>
      <vt:lpstr>FIF 91</vt:lpstr>
      <vt:lpstr>FIF 91</vt:lpstr>
      <vt:lpstr>FIF 91</vt:lpstr>
      <vt:lpstr>FIF 91</vt:lpstr>
      <vt:lpstr>FIF 91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FIF 91</dc:title>
  <dc:creator>MIARINTSOA</dc:creator>
  <cp:lastModifiedBy>MIARINTSOA</cp:lastModifiedBy>
  <cp:revision>1</cp:revision>
  <dcterms:created xsi:type="dcterms:W3CDTF">2012-10-03T21:05:00Z</dcterms:created>
  <dcterms:modified xsi:type="dcterms:W3CDTF">2012-10-03T21:13:03Z</dcterms:modified>
</cp:coreProperties>
</file>