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32" y="714356"/>
            <a:ext cx="9358378" cy="6143644"/>
          </a:xfrm>
        </p:spPr>
        <p:txBody>
          <a:bodyPr>
            <a:noAutofit/>
          </a:bodyPr>
          <a:lstStyle/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vazantany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lanitry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ô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1071546"/>
            <a:ext cx="8929718" cy="5786454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namindrafo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nanome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to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Hanafaka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olon’ory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1214422"/>
            <a:ext cx="8929718" cy="5643578"/>
          </a:xfrm>
        </p:spPr>
        <p:txBody>
          <a:bodyPr>
            <a:noAutofit/>
          </a:bodyPr>
          <a:lstStyle/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drehetra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ranomasin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dehibe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tendrombohitra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rahona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voronkely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zavona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voninahiny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1214422"/>
            <a:ext cx="8929718" cy="5643578"/>
          </a:xfrm>
        </p:spPr>
        <p:txBody>
          <a:bodyPr>
            <a:noAutofit/>
          </a:bodyPr>
          <a:lstStyle/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Hobio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manehoeho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vahoaka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1428736"/>
            <a:ext cx="8929718" cy="5429264"/>
          </a:xfrm>
        </p:spPr>
        <p:txBody>
          <a:bodyPr>
            <a:noAutofit/>
          </a:bodyPr>
          <a:lstStyle/>
          <a:p>
            <a:pPr algn="l"/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an’ilay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namorona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117</Words>
  <Application>Microsoft Office PowerPoint</Application>
  <PresentationFormat>Affichage à l'écran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FIF 1</vt:lpstr>
      <vt:lpstr>FIF 1</vt:lpstr>
      <vt:lpstr>FIF 1</vt:lpstr>
      <vt:lpstr>FIF 1</vt:lpstr>
      <vt:lpstr>FIF 1</vt:lpstr>
      <vt:lpstr>FIF 1</vt:lpstr>
      <vt:lpstr>FIF 1</vt:lpstr>
      <vt:lpstr>FIF 1</vt:lpstr>
      <vt:lpstr>FIF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8</cp:revision>
  <dcterms:created xsi:type="dcterms:W3CDTF">2012-10-05T20:56:28Z</dcterms:created>
  <dcterms:modified xsi:type="dcterms:W3CDTF">2014-11-19T10:52:13Z</dcterms:modified>
</cp:coreProperties>
</file>