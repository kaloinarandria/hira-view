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332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358346" cy="6072206"/>
          </a:xfrm>
        </p:spPr>
        <p:txBody>
          <a:bodyPr>
            <a:noAutofit/>
          </a:bodyPr>
          <a:lstStyle/>
          <a:p>
            <a:pPr marL="914400" indent="-914400">
              <a:buAutoNum type="arabicPeriod"/>
            </a:pPr>
            <a:r>
              <a:rPr lang="fr-FR" sz="6600" b="1" dirty="0" err="1" smtClean="0">
                <a:latin typeface="Cambria" pitchFamily="18" charset="0"/>
              </a:rPr>
              <a:t>Fony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tonga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tety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fahizay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endParaRPr lang="fr-FR" sz="66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tsy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mba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nanana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zavatra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soa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endParaRPr lang="fr-FR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332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929750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600" b="1" dirty="0" err="1" smtClean="0">
                <a:latin typeface="Cambria" pitchFamily="18" charset="0"/>
              </a:rPr>
              <a:t>Tany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am</a:t>
            </a:r>
            <a:r>
              <a:rPr lang="fr-FR" sz="6600" b="1" dirty="0" smtClean="0">
                <a:latin typeface="Cambria" pitchFamily="18" charset="0"/>
              </a:rPr>
              <a:t>-</a:t>
            </a:r>
            <a:r>
              <a:rPr lang="fr-FR" sz="6600" b="1" dirty="0" err="1" smtClean="0">
                <a:latin typeface="Cambria" pitchFamily="18" charset="0"/>
              </a:rPr>
              <a:t>pahitra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kely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izay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endParaRPr lang="fr-FR" sz="6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latin typeface="Cambria" pitchFamily="18" charset="0"/>
              </a:rPr>
              <a:t>Tany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an’efitra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koa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endParaRPr lang="fr-FR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-214338"/>
            <a:ext cx="9144064" cy="707233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am</a:t>
            </a:r>
            <a:r>
              <a:rPr lang="fr-FR" sz="5600" b="1" dirty="0" smtClean="0">
                <a:latin typeface="Cambria" pitchFamily="18" charset="0"/>
              </a:rPr>
              <a:t>-</a:t>
            </a:r>
            <a:r>
              <a:rPr lang="fr-FR" sz="5600" b="1" dirty="0" err="1" smtClean="0">
                <a:latin typeface="Cambria" pitchFamily="18" charset="0"/>
              </a:rPr>
              <a:t>ponao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smtClean="0">
                <a:latin typeface="Cambria" pitchFamily="18" charset="0"/>
              </a:rPr>
              <a:t>No </a:t>
            </a:r>
            <a:r>
              <a:rPr lang="fr-FR" sz="5600" b="1" dirty="0" err="1" smtClean="0">
                <a:latin typeface="Cambria" pitchFamily="18" charset="0"/>
              </a:rPr>
              <a:t>mandona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am</a:t>
            </a:r>
            <a:r>
              <a:rPr lang="fr-FR" sz="5600" b="1" dirty="0" smtClean="0">
                <a:latin typeface="Cambria" pitchFamily="18" charset="0"/>
              </a:rPr>
              <a:t>-</a:t>
            </a:r>
            <a:r>
              <a:rPr lang="fr-FR" sz="5600" b="1" dirty="0" err="1" smtClean="0">
                <a:latin typeface="Cambria" pitchFamily="18" charset="0"/>
              </a:rPr>
              <a:t>ponao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no </a:t>
            </a:r>
            <a:r>
              <a:rPr lang="fr-FR" sz="5600" b="1" dirty="0" err="1" smtClean="0">
                <a:latin typeface="Cambria" pitchFamily="18" charset="0"/>
              </a:rPr>
              <a:t>tian’i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smtClean="0">
                <a:latin typeface="Cambria" pitchFamily="18" charset="0"/>
              </a:rPr>
              <a:t>Ho </a:t>
            </a:r>
            <a:r>
              <a:rPr lang="fr-FR" sz="5600" b="1" dirty="0" err="1" smtClean="0">
                <a:latin typeface="Cambria" pitchFamily="18" charset="0"/>
              </a:rPr>
              <a:t>any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an’efitra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indray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smtClean="0">
                <a:latin typeface="Cambria" pitchFamily="18" charset="0"/>
              </a:rPr>
              <a:t>va</a:t>
            </a: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Jesosy</a:t>
            </a:r>
            <a:r>
              <a:rPr lang="fr-FR" sz="5600" b="1" dirty="0" smtClean="0">
                <a:latin typeface="Cambria" pitchFamily="18" charset="0"/>
              </a:rPr>
              <a:t> sa </a:t>
            </a:r>
            <a:r>
              <a:rPr lang="fr-FR" sz="5600" b="1" dirty="0" err="1" smtClean="0">
                <a:latin typeface="Cambria" pitchFamily="18" charset="0"/>
              </a:rPr>
              <a:t>horaisinao</a:t>
            </a:r>
            <a:r>
              <a:rPr lang="fr-FR" sz="5600" b="1" dirty="0" smtClean="0"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am</a:t>
            </a:r>
            <a:r>
              <a:rPr lang="fr-FR" sz="5600" b="1" dirty="0" smtClean="0">
                <a:latin typeface="Cambria" pitchFamily="18" charset="0"/>
              </a:rPr>
              <a:t>-po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332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144064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600" b="1" dirty="0" smtClean="0">
                <a:latin typeface="Cambria" pitchFamily="18" charset="0"/>
              </a:rPr>
              <a:t>2. </a:t>
            </a:r>
            <a:r>
              <a:rPr lang="fr-FR" sz="6600" b="1" dirty="0" err="1" smtClean="0">
                <a:latin typeface="Cambria" pitchFamily="18" charset="0"/>
              </a:rPr>
              <a:t>Indro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miantso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anao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indray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endParaRPr lang="fr-FR" sz="6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smtClean="0">
                <a:latin typeface="Cambria" pitchFamily="18" charset="0"/>
              </a:rPr>
              <a:t>Te </a:t>
            </a:r>
            <a:r>
              <a:rPr lang="fr-FR" sz="6600" b="1" dirty="0" err="1" smtClean="0">
                <a:latin typeface="Cambria" pitchFamily="18" charset="0"/>
              </a:rPr>
              <a:t>hamonjy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fanahinao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endParaRPr lang="fr-FR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332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9001188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600" b="1" dirty="0" smtClean="0">
                <a:latin typeface="Cambria" pitchFamily="18" charset="0"/>
              </a:rPr>
              <a:t>Dia ho </a:t>
            </a:r>
            <a:r>
              <a:rPr lang="fr-FR" sz="6600" b="1" dirty="0" err="1" smtClean="0">
                <a:latin typeface="Cambria" pitchFamily="18" charset="0"/>
              </a:rPr>
              <a:t>lavinao</a:t>
            </a:r>
            <a:r>
              <a:rPr lang="fr-FR" sz="6600" b="1" dirty="0" smtClean="0">
                <a:latin typeface="Cambria" pitchFamily="18" charset="0"/>
              </a:rPr>
              <a:t> va </a:t>
            </a:r>
            <a:r>
              <a:rPr lang="fr-FR" sz="6600" b="1" dirty="0" err="1" smtClean="0">
                <a:latin typeface="Cambria" pitchFamily="18" charset="0"/>
              </a:rPr>
              <a:t>re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izao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endParaRPr lang="fr-FR" sz="6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 err="1" smtClean="0">
                <a:latin typeface="Cambria" pitchFamily="18" charset="0"/>
              </a:rPr>
              <a:t>Raha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hitondra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otanao</a:t>
            </a:r>
            <a:endParaRPr lang="fr-FR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-214338"/>
            <a:ext cx="9144064" cy="707233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am</a:t>
            </a:r>
            <a:r>
              <a:rPr lang="fr-FR" sz="5600" b="1" dirty="0" smtClean="0">
                <a:latin typeface="Cambria" pitchFamily="18" charset="0"/>
              </a:rPr>
              <a:t>-</a:t>
            </a:r>
            <a:r>
              <a:rPr lang="fr-FR" sz="5600" b="1" dirty="0" err="1" smtClean="0">
                <a:latin typeface="Cambria" pitchFamily="18" charset="0"/>
              </a:rPr>
              <a:t>ponao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smtClean="0">
                <a:latin typeface="Cambria" pitchFamily="18" charset="0"/>
              </a:rPr>
              <a:t>No </a:t>
            </a:r>
            <a:r>
              <a:rPr lang="fr-FR" sz="5600" b="1" dirty="0" err="1" smtClean="0">
                <a:latin typeface="Cambria" pitchFamily="18" charset="0"/>
              </a:rPr>
              <a:t>mandona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am</a:t>
            </a:r>
            <a:r>
              <a:rPr lang="fr-FR" sz="5600" b="1" dirty="0" smtClean="0">
                <a:latin typeface="Cambria" pitchFamily="18" charset="0"/>
              </a:rPr>
              <a:t>-</a:t>
            </a:r>
            <a:r>
              <a:rPr lang="fr-FR" sz="5600" b="1" dirty="0" err="1" smtClean="0">
                <a:latin typeface="Cambria" pitchFamily="18" charset="0"/>
              </a:rPr>
              <a:t>ponao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no </a:t>
            </a:r>
            <a:r>
              <a:rPr lang="fr-FR" sz="5600" b="1" dirty="0" err="1" smtClean="0">
                <a:latin typeface="Cambria" pitchFamily="18" charset="0"/>
              </a:rPr>
              <a:t>tian’i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Jeso</a:t>
            </a:r>
            <a:endParaRPr lang="fr-FR" sz="5600" b="1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5600" b="1" dirty="0" smtClean="0">
                <a:latin typeface="Cambria" pitchFamily="18" charset="0"/>
              </a:rPr>
              <a:t>Ho </a:t>
            </a:r>
            <a:r>
              <a:rPr lang="fr-FR" sz="5600" b="1" dirty="0" err="1" smtClean="0">
                <a:latin typeface="Cambria" pitchFamily="18" charset="0"/>
              </a:rPr>
              <a:t>any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an’efitra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indray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smtClean="0">
                <a:latin typeface="Cambria" pitchFamily="18" charset="0"/>
              </a:rPr>
              <a:t>va</a:t>
            </a: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Jesosy</a:t>
            </a:r>
            <a:r>
              <a:rPr lang="fr-FR" sz="5600" b="1" dirty="0" smtClean="0">
                <a:latin typeface="Cambria" pitchFamily="18" charset="0"/>
              </a:rPr>
              <a:t> sa </a:t>
            </a:r>
            <a:r>
              <a:rPr lang="fr-FR" sz="5600" b="1" dirty="0" err="1" smtClean="0">
                <a:latin typeface="Cambria" pitchFamily="18" charset="0"/>
              </a:rPr>
              <a:t>horaisinao</a:t>
            </a:r>
            <a:r>
              <a:rPr lang="fr-FR" sz="5600" b="1" dirty="0" smtClean="0"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am</a:t>
            </a:r>
            <a:r>
              <a:rPr lang="fr-FR" sz="5600" b="1" dirty="0" smtClean="0">
                <a:latin typeface="Cambria" pitchFamily="18" charset="0"/>
              </a:rPr>
              <a:t>-po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98</Words>
  <PresentationFormat>Affichage à l'écran 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332</vt:lpstr>
      <vt:lpstr>FIF 332</vt:lpstr>
      <vt:lpstr>Diapositive 3</vt:lpstr>
      <vt:lpstr>FIF 332</vt:lpstr>
      <vt:lpstr>FIF 332</vt:lpstr>
      <vt:lpstr>Diapositive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331</dc:title>
  <dc:creator>M</dc:creator>
  <cp:lastModifiedBy>M</cp:lastModifiedBy>
  <cp:revision>3</cp:revision>
  <dcterms:created xsi:type="dcterms:W3CDTF">2012-12-01T23:44:33Z</dcterms:created>
  <dcterms:modified xsi:type="dcterms:W3CDTF">2014-09-28T10:42:29Z</dcterms:modified>
</cp:coreProperties>
</file>