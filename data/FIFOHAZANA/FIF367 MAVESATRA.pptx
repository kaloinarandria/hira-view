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66" r:id="rId3"/>
    <p:sldId id="267" r:id="rId4"/>
    <p:sldId id="268" r:id="rId5"/>
    <p:sldId id="269" r:id="rId6"/>
    <p:sldId id="270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03694-8245-4E8B-A6F3-C275F480E92A}" type="datetimeFigureOut">
              <a:rPr lang="fr-FR" smtClean="0"/>
              <a:t>24/08/2018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60A99-FB40-470D-9B5F-B2C095436A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17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724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35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2387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246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6050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94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86BE-A26E-4AAF-8A66-B3EABFBFAF07}" type="datetimeFigureOut">
              <a:rPr lang="fr-FR" smtClean="0"/>
              <a:pPr/>
              <a:t>24/08/2018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92500" lnSpcReduction="200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1-Antegna </a:t>
            </a:r>
            <a:r>
              <a:rPr lang="fr-FR" sz="6000" dirty="0" err="1">
                <a:latin typeface="Cambria" pitchFamily="18" charset="0"/>
              </a:rPr>
              <a:t>teo</a:t>
            </a:r>
            <a:r>
              <a:rPr lang="fr-FR" sz="6000" dirty="0">
                <a:latin typeface="Cambria" pitchFamily="18" charset="0"/>
              </a:rPr>
              <a:t> ami-</a:t>
            </a:r>
            <a:r>
              <a:rPr lang="fr-FR" sz="6000" dirty="0" err="1">
                <a:latin typeface="Cambria" pitchFamily="18" charset="0"/>
              </a:rPr>
              <a:t>taloha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Andeha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hivavaka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omban'ny</a:t>
            </a:r>
            <a:r>
              <a:rPr lang="fr-FR" sz="6000" dirty="0">
                <a:latin typeface="Cambria" pitchFamily="18" charset="0"/>
              </a:rPr>
              <a:t> ray aman-</a:t>
            </a:r>
            <a:r>
              <a:rPr lang="fr-FR" sz="6000" dirty="0" err="1">
                <a:latin typeface="Cambria" pitchFamily="18" charset="0"/>
              </a:rPr>
              <a:t>dreny</a:t>
            </a:r>
            <a:r>
              <a:rPr lang="fr-FR" sz="60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Miasa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loha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antegna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Mijaly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menimeny</a:t>
            </a:r>
            <a:r>
              <a:rPr lang="fr-FR" sz="60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haiko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ataoko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ô!oa!rô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367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(</a:t>
            </a:r>
            <a:r>
              <a:rPr lang="fr-FR" sz="6000" dirty="0" err="1">
                <a:latin typeface="Cambria" pitchFamily="18" charset="0"/>
              </a:rPr>
              <a:t>Mavesatra</a:t>
            </a:r>
            <a:r>
              <a:rPr lang="fr-FR" sz="6000" dirty="0">
                <a:latin typeface="Cambria" pitchFamily="18" charset="0"/>
              </a:rPr>
              <a:t>) </a:t>
            </a:r>
            <a:r>
              <a:rPr lang="fr-FR" sz="6000" dirty="0" err="1">
                <a:latin typeface="Cambria" pitchFamily="18" charset="0"/>
              </a:rPr>
              <a:t>mavesatra</a:t>
            </a:r>
            <a:r>
              <a:rPr lang="fr-FR" sz="6000" dirty="0">
                <a:latin typeface="Cambria" pitchFamily="18" charset="0"/>
              </a:rPr>
              <a:t> a! a!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fanenjehana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mahazo</a:t>
            </a:r>
            <a:r>
              <a:rPr lang="fr-FR" sz="6000" dirty="0">
                <a:latin typeface="Cambria" pitchFamily="18" charset="0"/>
              </a:rPr>
              <a:t> ô!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Asan'ny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masantoko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eky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zalahy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Tsisy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karaha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tôy</a:t>
            </a:r>
            <a:r>
              <a:rPr lang="fr-FR" sz="6000" dirty="0">
                <a:latin typeface="Cambria" pitchFamily="18" charset="0"/>
              </a:rPr>
              <a:t> e! e!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Hita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miharihary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devoly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Mitsangana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antamiagna</a:t>
            </a:r>
            <a:r>
              <a:rPr lang="fr-FR" sz="6000" dirty="0">
                <a:latin typeface="Cambria" pitchFamily="18" charset="0"/>
              </a:rPr>
              <a:t> a!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Mizaha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afitsany</a:t>
            </a:r>
            <a:r>
              <a:rPr lang="fr-FR" sz="6000" dirty="0">
                <a:latin typeface="Cambria" pitchFamily="18" charset="0"/>
              </a:rPr>
              <a:t> e </a:t>
            </a:r>
            <a:r>
              <a:rPr lang="fr-FR" sz="6000" dirty="0" err="1">
                <a:latin typeface="Cambria" pitchFamily="18" charset="0"/>
              </a:rPr>
              <a:t>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rô</a:t>
            </a:r>
            <a:r>
              <a:rPr lang="fr-FR" sz="6000" dirty="0">
                <a:latin typeface="Cambria" pitchFamily="18" charset="0"/>
              </a:rPr>
              <a:t>!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367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89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92500" lnSpcReduction="100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2-Antegna </a:t>
            </a:r>
            <a:r>
              <a:rPr lang="fr-FR" sz="6000" dirty="0" err="1">
                <a:latin typeface="Cambria" pitchFamily="18" charset="0"/>
              </a:rPr>
              <a:t>ndreky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avaÏzo</a:t>
            </a:r>
            <a:r>
              <a:rPr lang="fr-FR" sz="6000" dirty="0">
                <a:latin typeface="Cambria" pitchFamily="18" charset="0"/>
              </a:rPr>
              <a:t> ô!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mivavaka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mpaniratsira</a:t>
            </a:r>
            <a:r>
              <a:rPr lang="fr-FR" sz="6000" dirty="0">
                <a:latin typeface="Cambria" pitchFamily="18" charset="0"/>
              </a:rPr>
              <a:t> a! a!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Magnano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tsara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antegna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Misy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mpagnôdy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ratsy</a:t>
            </a:r>
            <a:r>
              <a:rPr lang="fr-FR" sz="60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Sahirantsaigny</a:t>
            </a:r>
            <a:r>
              <a:rPr lang="fr-FR" sz="6000" dirty="0">
                <a:latin typeface="Cambria" pitchFamily="18" charset="0"/>
              </a:rPr>
              <a:t> e </a:t>
            </a:r>
            <a:r>
              <a:rPr lang="fr-FR" sz="6000" dirty="0" err="1">
                <a:latin typeface="Cambria" pitchFamily="18" charset="0"/>
              </a:rPr>
              <a:t>e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rô</a:t>
            </a:r>
            <a:r>
              <a:rPr lang="fr-FR" sz="6000" dirty="0">
                <a:latin typeface="Cambria" pitchFamily="18" charset="0"/>
              </a:rPr>
              <a:t>!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367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30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(</a:t>
            </a:r>
            <a:r>
              <a:rPr lang="fr-FR" sz="6000" dirty="0" err="1">
                <a:latin typeface="Cambria" pitchFamily="18" charset="0"/>
              </a:rPr>
              <a:t>Mavesatra</a:t>
            </a:r>
            <a:r>
              <a:rPr lang="fr-FR" sz="6000" dirty="0">
                <a:latin typeface="Cambria" pitchFamily="18" charset="0"/>
              </a:rPr>
              <a:t>) </a:t>
            </a:r>
            <a:r>
              <a:rPr lang="fr-FR" sz="6000" dirty="0" err="1">
                <a:latin typeface="Cambria" pitchFamily="18" charset="0"/>
              </a:rPr>
              <a:t>mavesatra</a:t>
            </a:r>
            <a:r>
              <a:rPr lang="fr-FR" sz="6000" dirty="0">
                <a:latin typeface="Cambria" pitchFamily="18" charset="0"/>
              </a:rPr>
              <a:t> a! a!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fanenjehana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mahazo</a:t>
            </a:r>
            <a:r>
              <a:rPr lang="fr-FR" sz="6000" dirty="0">
                <a:latin typeface="Cambria" pitchFamily="18" charset="0"/>
              </a:rPr>
              <a:t> ô!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Asan'ny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masantoko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eky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zalahy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Tsisy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karaha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tôy</a:t>
            </a:r>
            <a:r>
              <a:rPr lang="fr-FR" sz="6000" dirty="0">
                <a:latin typeface="Cambria" pitchFamily="18" charset="0"/>
              </a:rPr>
              <a:t> e! e!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Hita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miharihary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devoly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Mitsangana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antamiagna</a:t>
            </a:r>
            <a:r>
              <a:rPr lang="fr-FR" sz="6000" dirty="0">
                <a:latin typeface="Cambria" pitchFamily="18" charset="0"/>
              </a:rPr>
              <a:t> a!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Mizaha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afitsany</a:t>
            </a:r>
            <a:r>
              <a:rPr lang="fr-FR" sz="6000" dirty="0">
                <a:latin typeface="Cambria" pitchFamily="18" charset="0"/>
              </a:rPr>
              <a:t> e </a:t>
            </a:r>
            <a:r>
              <a:rPr lang="fr-FR" sz="6000" dirty="0" err="1">
                <a:latin typeface="Cambria" pitchFamily="18" charset="0"/>
              </a:rPr>
              <a:t>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rô</a:t>
            </a:r>
            <a:r>
              <a:rPr lang="fr-FR" sz="6000" dirty="0">
                <a:latin typeface="Cambria" pitchFamily="18" charset="0"/>
              </a:rPr>
              <a:t>!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367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997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92500" lnSpcReduction="200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3- </a:t>
            </a:r>
            <a:r>
              <a:rPr lang="fr-FR" sz="6000" dirty="0" err="1">
                <a:latin typeface="Cambria" pitchFamily="18" charset="0"/>
              </a:rPr>
              <a:t>Anao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koa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mino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an'i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Jesosy</a:t>
            </a:r>
            <a:r>
              <a:rPr lang="fr-FR" sz="6000" dirty="0">
                <a:latin typeface="Cambria" pitchFamily="18" charset="0"/>
              </a:rPr>
              <a:t> e! e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Matokisa</a:t>
            </a:r>
            <a:r>
              <a:rPr lang="fr-FR" sz="6000" dirty="0">
                <a:latin typeface="Cambria" pitchFamily="18" charset="0"/>
              </a:rPr>
              <a:t> fa tian-</a:t>
            </a:r>
            <a:r>
              <a:rPr lang="fr-FR" sz="6000" dirty="0" err="1">
                <a:latin typeface="Cambria" pitchFamily="18" charset="0"/>
              </a:rPr>
              <a:t>Janahary</a:t>
            </a:r>
            <a:r>
              <a:rPr lang="fr-FR" sz="6000" dirty="0">
                <a:latin typeface="Cambria" pitchFamily="18" charset="0"/>
              </a:rPr>
              <a:t> e! e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Enjehin'olo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antegna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Fa </a:t>
            </a:r>
            <a:r>
              <a:rPr lang="fr-FR" sz="6000" dirty="0" err="1">
                <a:latin typeface="Cambria" pitchFamily="18" charset="0"/>
              </a:rPr>
              <a:t>zegny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magnino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Mivavaha</a:t>
            </a:r>
            <a:r>
              <a:rPr lang="fr-FR" sz="6000" dirty="0">
                <a:latin typeface="Cambria" pitchFamily="18" charset="0"/>
              </a:rPr>
              <a:t> e, e </a:t>
            </a:r>
            <a:r>
              <a:rPr lang="fr-FR" sz="6000" dirty="0" err="1">
                <a:latin typeface="Cambria" pitchFamily="18" charset="0"/>
              </a:rPr>
              <a:t>antsika</a:t>
            </a:r>
            <a:r>
              <a:rPr lang="fr-FR" sz="6000" dirty="0">
                <a:latin typeface="Cambria" pitchFamily="18" charset="0"/>
              </a:rPr>
              <a:t> a! </a:t>
            </a:r>
            <a:r>
              <a:rPr lang="fr-FR" sz="6000">
                <a:latin typeface="Cambria" pitchFamily="18" charset="0"/>
              </a:rPr>
              <a:t>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367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82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(</a:t>
            </a:r>
            <a:r>
              <a:rPr lang="fr-FR" sz="6000" dirty="0" err="1">
                <a:latin typeface="Cambria" pitchFamily="18" charset="0"/>
              </a:rPr>
              <a:t>Mavesatra</a:t>
            </a:r>
            <a:r>
              <a:rPr lang="fr-FR" sz="6000" dirty="0">
                <a:latin typeface="Cambria" pitchFamily="18" charset="0"/>
              </a:rPr>
              <a:t>) </a:t>
            </a:r>
            <a:r>
              <a:rPr lang="fr-FR" sz="6000" dirty="0" err="1">
                <a:latin typeface="Cambria" pitchFamily="18" charset="0"/>
              </a:rPr>
              <a:t>mavesatra</a:t>
            </a:r>
            <a:r>
              <a:rPr lang="fr-FR" sz="6000" dirty="0">
                <a:latin typeface="Cambria" pitchFamily="18" charset="0"/>
              </a:rPr>
              <a:t> a! a!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fanenjehana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mahazo</a:t>
            </a:r>
            <a:r>
              <a:rPr lang="fr-FR" sz="6000" dirty="0">
                <a:latin typeface="Cambria" pitchFamily="18" charset="0"/>
              </a:rPr>
              <a:t> ô!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Asan'ny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masantoko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eky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zalahy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Tsisy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karaha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tôy</a:t>
            </a:r>
            <a:r>
              <a:rPr lang="fr-FR" sz="6000" dirty="0">
                <a:latin typeface="Cambria" pitchFamily="18" charset="0"/>
              </a:rPr>
              <a:t> e! e!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Hita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miharihary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devoly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Mitsangana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antamiagna</a:t>
            </a:r>
            <a:r>
              <a:rPr lang="fr-FR" sz="6000" dirty="0">
                <a:latin typeface="Cambria" pitchFamily="18" charset="0"/>
              </a:rPr>
              <a:t> a!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Mizaha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afitsany</a:t>
            </a:r>
            <a:r>
              <a:rPr lang="fr-FR" sz="6000" dirty="0">
                <a:latin typeface="Cambria" pitchFamily="18" charset="0"/>
              </a:rPr>
              <a:t> e </a:t>
            </a:r>
            <a:r>
              <a:rPr lang="fr-FR" sz="6000" dirty="0" err="1">
                <a:latin typeface="Cambria" pitchFamily="18" charset="0"/>
              </a:rPr>
              <a:t>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rô</a:t>
            </a:r>
            <a:r>
              <a:rPr lang="fr-FR" sz="6000" dirty="0">
                <a:latin typeface="Cambria" pitchFamily="18" charset="0"/>
              </a:rPr>
              <a:t>!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367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399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210</Words>
  <Application>Microsoft Office PowerPoint</Application>
  <PresentationFormat>Affichage à l'écran (4:3)</PresentationFormat>
  <Paragraphs>49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Thème Office</vt:lpstr>
      <vt:lpstr>FIF 367</vt:lpstr>
      <vt:lpstr>FIF 367</vt:lpstr>
      <vt:lpstr>FIF 367</vt:lpstr>
      <vt:lpstr>FIF 367</vt:lpstr>
      <vt:lpstr>FIF 367</vt:lpstr>
      <vt:lpstr>FIF 367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355</dc:title>
  <dc:creator>M</dc:creator>
  <cp:lastModifiedBy>Lenovo</cp:lastModifiedBy>
  <cp:revision>17</cp:revision>
  <dcterms:created xsi:type="dcterms:W3CDTF">2012-10-09T20:34:16Z</dcterms:created>
  <dcterms:modified xsi:type="dcterms:W3CDTF">2018-08-24T14:36:41Z</dcterms:modified>
</cp:coreProperties>
</file>