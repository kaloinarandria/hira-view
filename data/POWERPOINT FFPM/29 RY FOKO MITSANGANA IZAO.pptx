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714356"/>
            <a:ext cx="950125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1. Ry </a:t>
            </a: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foko </a:t>
            </a: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mitsangàna izao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Ka miderà ny Tomponao,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Andriamanintsika.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Nasehony ny heriny,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Ny fasana levoniny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Tsy hahatàna antsika.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Derao! Hobio!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Haleloia sy hosana, Fanjakana,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Azy Tompom-pahefana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942978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2. He! Vitanao Mpanavotra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Ny lova mahasambatra: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Ny fasana resenao.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Mahazo toky fatratra,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Ny mitomany sasatra: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57266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Ny lanitra vohanao.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Jeso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Kristy 'Zay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nitsangana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maraina, Tompon'aina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Andro Paka Arahabaina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3. Derao ny voninahiny!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Ankalazao ny heriny,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Fa resy re Satana.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Ry tany sy ry lanitra,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Derao Andriamanitra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Akaro ny Hosana.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Raiso, Tompo,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Raisonao ny voninahitra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Aman-dera: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Ho anao, ry Zanak'ondry.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126</Words>
  <PresentationFormat>Affichage à l'écran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29</vt:lpstr>
      <vt:lpstr>HIRA 29</vt:lpstr>
      <vt:lpstr>HIRA 29</vt:lpstr>
      <vt:lpstr>HIRA 29</vt:lpstr>
      <vt:lpstr>HIRA 29</vt:lpstr>
      <vt:lpstr>HIRA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12</cp:revision>
  <dcterms:created xsi:type="dcterms:W3CDTF">2012-10-02T21:34:15Z</dcterms:created>
  <dcterms:modified xsi:type="dcterms:W3CDTF">2014-06-01T19:10:15Z</dcterms:modified>
</cp:coreProperties>
</file>