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39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13/04/2014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1. O! </a:t>
            </a:r>
            <a:r>
              <a:rPr lang="es-ES" sz="7200" dirty="0" err="1" smtClean="0">
                <a:latin typeface="Cambria" pitchFamily="18" charset="0"/>
              </a:rPr>
              <a:t>Ray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Malala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asehoy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hasoavanao</a:t>
            </a:r>
            <a:r>
              <a:rPr lang="es-E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Sasao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afa-keloka</a:t>
            </a:r>
            <a:r>
              <a:rPr lang="es-E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'</a:t>
            </a:r>
            <a:r>
              <a:rPr lang="es-ES" sz="7200" dirty="0" err="1" smtClean="0">
                <a:latin typeface="Cambria" pitchFamily="18" charset="0"/>
              </a:rPr>
              <a:t>Zahay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zanakao</a:t>
            </a:r>
            <a:r>
              <a:rPr lang="es-ES" sz="72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 Ho </a:t>
            </a:r>
            <a:r>
              <a:rPr lang="es-ES" sz="7200" dirty="0" err="1" smtClean="0">
                <a:latin typeface="Cambria" pitchFamily="18" charset="0"/>
              </a:rPr>
              <a:t>mafy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fiezakay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Handia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lalanao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misy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hijanonanay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Raha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an-tranonao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2. O! </a:t>
            </a:r>
            <a:r>
              <a:rPr lang="es-ES" sz="7200" dirty="0" err="1" smtClean="0">
                <a:latin typeface="Cambria" pitchFamily="18" charset="0"/>
              </a:rPr>
              <a:t>Ray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Malala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mba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henoy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feonay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zanakao</a:t>
            </a:r>
            <a:r>
              <a:rPr lang="es-E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Tantano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an-dalana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Hankany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aminao</a:t>
            </a:r>
            <a:r>
              <a:rPr lang="es-ES" sz="72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 Ho </a:t>
            </a:r>
            <a:r>
              <a:rPr lang="es-ES" sz="7200" dirty="0" err="1" smtClean="0">
                <a:latin typeface="Cambria" pitchFamily="18" charset="0"/>
              </a:rPr>
              <a:t>mafy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fiezakay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Handia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lalanao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misy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hijanonanay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Raha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an-tranonao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O! </a:t>
            </a:r>
            <a:r>
              <a:rPr lang="es-ES" sz="6600" dirty="0" err="1" smtClean="0">
                <a:latin typeface="Cambria" pitchFamily="18" charset="0"/>
              </a:rPr>
              <a:t>Ray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Malala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hitanao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hasambaranay</a:t>
            </a:r>
            <a:r>
              <a:rPr lang="es-ES" sz="6600" dirty="0" smtClean="0">
                <a:latin typeface="Cambria" pitchFamily="18" charset="0"/>
              </a:rPr>
              <a:t>;	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avotr'ain'ny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Zanakao</a:t>
            </a:r>
            <a:r>
              <a:rPr lang="es-E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itokianay</a:t>
            </a:r>
            <a:r>
              <a:rPr lang="es-E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233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 Ho </a:t>
            </a:r>
            <a:r>
              <a:rPr lang="es-ES" sz="7200" dirty="0" err="1" smtClean="0">
                <a:latin typeface="Cambria" pitchFamily="18" charset="0"/>
              </a:rPr>
              <a:t>mafy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fiezakay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Handia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lalanao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misy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hijanonanay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Raha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an-tranonao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233</vt:lpstr>
      <vt:lpstr>Hira 233</vt:lpstr>
      <vt:lpstr>Hira 233</vt:lpstr>
      <vt:lpstr>Hira 233</vt:lpstr>
      <vt:lpstr>Hira 233</vt:lpstr>
      <vt:lpstr>Hira 233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3</cp:revision>
  <dcterms:created xsi:type="dcterms:W3CDTF">2012-11-11T21:23:20Z</dcterms:created>
  <dcterms:modified xsi:type="dcterms:W3CDTF">2014-04-13T05:58:08Z</dcterms:modified>
</cp:coreProperties>
</file>