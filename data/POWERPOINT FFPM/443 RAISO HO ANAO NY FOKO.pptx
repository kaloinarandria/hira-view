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56" r:id="rId6"/>
    <p:sldId id="257" r:id="rId7"/>
    <p:sldId id="258" r:id="rId8"/>
    <p:sldId id="259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0427" autoAdjust="0"/>
    <p:restoredTop sz="94660"/>
  </p:normalViewPr>
  <p:slideViewPr>
    <p:cSldViewPr>
      <p:cViewPr varScale="1">
        <p:scale>
          <a:sx n="59" d="100"/>
          <a:sy n="59" d="100"/>
        </p:scale>
        <p:origin x="-53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443 </a:t>
            </a:r>
            <a:r>
              <a:rPr lang="fr-FR" sz="4800" b="1" dirty="0" smtClean="0">
                <a:latin typeface="Cambria" pitchFamily="18" charset="0"/>
              </a:rPr>
              <a:t>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Raiso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foko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Jehovah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Raiko</a:t>
            </a:r>
            <a:r>
              <a:rPr lang="fr-FR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Mitoera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aty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ampoko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trano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443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:,: O,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Raiko</a:t>
            </a:r>
            <a:r>
              <a:rPr lang="fr-FR" sz="6600" dirty="0" smtClean="0">
                <a:latin typeface="Cambria" pitchFamily="18" charset="0"/>
              </a:rPr>
              <a:t>! O,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Raiko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Mitoera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443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Raiso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foko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vola, fa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foko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No </a:t>
            </a:r>
            <a:r>
              <a:rPr lang="fr-FR" sz="6600" dirty="0" err="1" smtClean="0">
                <a:latin typeface="Cambria" pitchFamily="18" charset="0"/>
              </a:rPr>
              <a:t>atolotro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443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:,: </a:t>
            </a:r>
            <a:r>
              <a:rPr lang="fr-FR" sz="6600" dirty="0" err="1" smtClean="0">
                <a:latin typeface="Cambria" pitchFamily="18" charset="0"/>
              </a:rPr>
              <a:t>Raiso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! </a:t>
            </a:r>
            <a:r>
              <a:rPr lang="fr-FR" sz="6600" dirty="0" err="1" smtClean="0">
                <a:latin typeface="Cambria" pitchFamily="18" charset="0"/>
              </a:rPr>
              <a:t>Raiso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fanati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tsitrapo</a:t>
            </a:r>
            <a:r>
              <a:rPr lang="fr-FR" sz="6600" dirty="0" smtClean="0">
                <a:latin typeface="Cambria" pitchFamily="18" charset="0"/>
              </a:rPr>
              <a:t>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443 </a:t>
            </a:r>
            <a:r>
              <a:rPr lang="fr-FR" sz="4800" b="1" dirty="0" smtClean="0">
                <a:latin typeface="Cambria" pitchFamily="18" charset="0"/>
              </a:rPr>
              <a:t>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Raiso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foko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Fanahy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Masina</a:t>
            </a:r>
            <a:r>
              <a:rPr lang="fr-FR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Hazavao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poko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Diovy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tempolinao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443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:,: </a:t>
            </a:r>
            <a:r>
              <a:rPr lang="fr-FR" sz="6600" dirty="0" err="1" smtClean="0">
                <a:latin typeface="Cambria" pitchFamily="18" charset="0"/>
              </a:rPr>
              <a:t>Indro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raiso</a:t>
            </a:r>
            <a:r>
              <a:rPr lang="fr-FR" sz="6600" dirty="0" smtClean="0">
                <a:latin typeface="Cambria" pitchFamily="18" charset="0"/>
              </a:rPr>
              <a:t> ! </a:t>
            </a:r>
            <a:r>
              <a:rPr lang="fr-FR" sz="6600" dirty="0" err="1" smtClean="0">
                <a:latin typeface="Cambria" pitchFamily="18" charset="0"/>
              </a:rPr>
              <a:t>Indro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raiso</a:t>
            </a:r>
            <a:r>
              <a:rPr lang="fr-FR" sz="6600" dirty="0" smtClean="0"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Itokany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443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4.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arindriko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foko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vohako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midira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aty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poko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Manjakà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irery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443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:,: </a:t>
            </a:r>
            <a:r>
              <a:rPr lang="fr-FR" sz="6600" dirty="0" err="1" smtClean="0">
                <a:latin typeface="Cambria" pitchFamily="18" charset="0"/>
              </a:rPr>
              <a:t>Eny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! </a:t>
            </a:r>
            <a:r>
              <a:rPr lang="fr-FR" sz="6600" dirty="0" err="1" smtClean="0">
                <a:latin typeface="Cambria" pitchFamily="18" charset="0"/>
              </a:rPr>
              <a:t>Eny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Raiso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aho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158</Words>
  <PresentationFormat>Affichage à l'écran (4:3)</PresentationFormat>
  <Paragraphs>32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443  </vt:lpstr>
      <vt:lpstr>Hira 443 </vt:lpstr>
      <vt:lpstr>Hira 443 </vt:lpstr>
      <vt:lpstr>Hira 443 </vt:lpstr>
      <vt:lpstr>Hira 443  </vt:lpstr>
      <vt:lpstr>Hira 443 </vt:lpstr>
      <vt:lpstr>Hira 443 </vt:lpstr>
      <vt:lpstr>Hira 443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444: 1, 2</dc:title>
  <dc:creator>M</dc:creator>
  <cp:lastModifiedBy>M</cp:lastModifiedBy>
  <cp:revision>6</cp:revision>
  <dcterms:created xsi:type="dcterms:W3CDTF">2012-10-02T21:16:57Z</dcterms:created>
  <dcterms:modified xsi:type="dcterms:W3CDTF">2013-07-23T15:37:29Z</dcterms:modified>
</cp:coreProperties>
</file>