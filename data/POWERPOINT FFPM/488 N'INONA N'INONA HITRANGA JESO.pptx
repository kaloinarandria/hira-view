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90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Na</a:t>
            </a:r>
            <a:r>
              <a:rPr lang="en-US" sz="6600" b="1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hitranga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manga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Na ho </a:t>
            </a:r>
            <a:r>
              <a:rPr lang="en-US" sz="6600" dirty="0" err="1" smtClean="0">
                <a:latin typeface="Cambria" pitchFamily="18" charset="0"/>
              </a:rPr>
              <a:t>maloka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mangina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feno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	Ny fotoana dia handalo,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tsy hisy hampimalo,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Raha miorina ao am-poko,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Ilay fitiavanao inoako,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Raha jereko ny andro lasa,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Tao ny tsiky, tao ny ratra,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Nefa Hianao, Ilay Mpampahery,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nambomba sy nijery,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	Ny fotoana dia handalo,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tsy hisy hampimalo,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Raha miorina ao am-poko,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Ilay fitiavanao inoako,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Ny ho avy antenaiko,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Mbola ho fifalian'ny saiko,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hasasarako hisava,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harivako hazava,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	Ny fotoana dia handalo,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tsy hisy hampimalo,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498080" cy="785794"/>
          </a:xfrm>
        </p:spPr>
        <p:txBody>
          <a:bodyPr/>
          <a:lstStyle/>
          <a:p>
            <a:r>
              <a:rPr lang="fr-FR" dirty="0" err="1" smtClean="0">
                <a:solidFill>
                  <a:srgbClr val="0070C0"/>
                </a:solidFill>
              </a:rPr>
              <a:t>Hira</a:t>
            </a:r>
            <a:r>
              <a:rPr lang="fr-FR" dirty="0" smtClean="0">
                <a:solidFill>
                  <a:srgbClr val="0070C0"/>
                </a:solidFill>
              </a:rPr>
              <a:t> 488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4294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Raha miorina ao am-poko, Jeso!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Ilay fitiavanao inoako, Jeso!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158</Words>
  <PresentationFormat>Affichage à l'écran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488</vt:lpstr>
      <vt:lpstr>Hira 488</vt:lpstr>
      <vt:lpstr>Hira 488</vt:lpstr>
      <vt:lpstr>Hira 488</vt:lpstr>
      <vt:lpstr>Hira 488</vt:lpstr>
      <vt:lpstr>Hira 488</vt:lpstr>
      <vt:lpstr>Hira 488</vt:lpstr>
      <vt:lpstr>Hira 488</vt:lpstr>
      <vt:lpstr>Hira 488</vt:lpstr>
      <vt:lpstr>Hira 488</vt:lpstr>
      <vt:lpstr>Hira 488</vt:lpstr>
      <vt:lpstr>Hira 488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487</dc:title>
  <dc:creator>M</dc:creator>
  <cp:lastModifiedBy>M</cp:lastModifiedBy>
  <cp:revision>5</cp:revision>
  <dcterms:created xsi:type="dcterms:W3CDTF">2012-10-02T21:45:37Z</dcterms:created>
  <dcterms:modified xsi:type="dcterms:W3CDTF">2015-04-12T05:56:01Z</dcterms:modified>
</cp:coreProperties>
</file>