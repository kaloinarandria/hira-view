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3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215238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Fenoy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noforoninao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858048" cy="10715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176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Tongava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Mpananatro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Nomen'Andriamanitra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loharano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Hiboiboika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-po.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176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358346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Sokafy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Hidiram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pitiavana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malemy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Ampaherezonao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429552" cy="10715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176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50122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Reseo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fahavalonay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Onòny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tahotray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Tantano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dàlana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</a:t>
            </a:r>
            <a:r>
              <a:rPr lang="fr-FR" sz="6600" b="1" i="1" dirty="0" err="1" smtClean="0">
                <a:solidFill>
                  <a:srgbClr val="002060"/>
                </a:solidFill>
                <a:latin typeface="Cambria" pitchFamily="18" charset="0"/>
              </a:rPr>
              <a:t>ha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traranay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286676" cy="10715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176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hitiavanay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hitokianay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176</vt:lpstr>
      <vt:lpstr>HIRA 176</vt:lpstr>
      <vt:lpstr>HIRA 176</vt:lpstr>
      <vt:lpstr>HIRA 176</vt:lpstr>
      <vt:lpstr>HIRA 176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9</cp:revision>
  <dcterms:created xsi:type="dcterms:W3CDTF">2012-10-03T08:15:06Z</dcterms:created>
  <dcterms:modified xsi:type="dcterms:W3CDTF">2014-07-20T06:19:26Z</dcterms:modified>
</cp:coreProperties>
</file>