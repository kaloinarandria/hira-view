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5" r:id="rId7"/>
    <p:sldId id="260" r:id="rId8"/>
    <p:sldId id="261" r:id="rId9"/>
    <p:sldId id="266" r:id="rId10"/>
    <p:sldId id="262" r:id="rId11"/>
    <p:sldId id="263" r:id="rId12"/>
    <p:sldId id="267" r:id="rId13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18" autoAdjust="0"/>
    <p:restoredTop sz="94660"/>
  </p:normalViewPr>
  <p:slideViewPr>
    <p:cSldViewPr>
      <p:cViewPr varScale="1">
        <p:scale>
          <a:sx n="56" d="100"/>
          <a:sy n="56" d="100"/>
        </p:scale>
        <p:origin x="-52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24/05/2014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Zoky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fitia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Sakambino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moramora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mpania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Arovy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madinikao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Tsinjonao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ady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mora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Hitanay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ety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Arovy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madinikao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92933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He!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mpanakora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lavo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indray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Arovy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madinikao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4.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Sakaizan'ny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tanora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sitrakay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Isan'andro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isan'ora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Arovy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madinikao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759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714356"/>
            <a:ext cx="8929718" cy="6143644"/>
          </a:xfrm>
        </p:spPr>
        <p:txBody>
          <a:bodyPr>
            <a:normAutofit/>
          </a:bodyPr>
          <a:lstStyle/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Eny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aza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afoy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fa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tsarovy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Tano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fr-FR" sz="6600" b="1" dirty="0" err="1" smtClean="0">
                <a:solidFill>
                  <a:srgbClr val="002060"/>
                </a:solidFill>
                <a:latin typeface="Cambria" pitchFamily="18" charset="0"/>
              </a:rPr>
              <a:t>Anao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217</Words>
  <PresentationFormat>Affichage à l'écran (4:3)</PresentationFormat>
  <Paragraphs>56</Paragraphs>
  <Slides>12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3" baseType="lpstr">
      <vt:lpstr>Thème Office</vt:lpstr>
      <vt:lpstr>HIRA 759</vt:lpstr>
      <vt:lpstr>HIRA 759</vt:lpstr>
      <vt:lpstr>HIRA 759</vt:lpstr>
      <vt:lpstr>HIRA 759</vt:lpstr>
      <vt:lpstr>HIRA 759</vt:lpstr>
      <vt:lpstr>HIRA 759</vt:lpstr>
      <vt:lpstr>HIRA 759</vt:lpstr>
      <vt:lpstr>HIRA 759</vt:lpstr>
      <vt:lpstr>HIRA 759</vt:lpstr>
      <vt:lpstr>HIRA 759</vt:lpstr>
      <vt:lpstr>HIRA 759</vt:lpstr>
      <vt:lpstr>HIRA 759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10</cp:revision>
  <dcterms:created xsi:type="dcterms:W3CDTF">2012-12-02T01:28:21Z</dcterms:created>
  <dcterms:modified xsi:type="dcterms:W3CDTF">2014-05-24T17:35:02Z</dcterms:modified>
</cp:coreProperties>
</file>