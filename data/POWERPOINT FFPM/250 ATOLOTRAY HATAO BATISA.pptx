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0" r:id="rId5"/>
    <p:sldId id="259" r:id="rId6"/>
    <p:sldId id="258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5664" autoAdjust="0"/>
    <p:restoredTop sz="94660"/>
  </p:normalViewPr>
  <p:slideViewPr>
    <p:cSldViewPr>
      <p:cViewPr varScale="1">
        <p:scale>
          <a:sx n="39" d="100"/>
          <a:sy n="39" d="100"/>
        </p:scale>
        <p:origin x="-102" y="-5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250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142908" y="1000132"/>
            <a:ext cx="914400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Atolotray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hatao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batisa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zanakay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Jesosy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Irinay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isan'ny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Zaza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tezainao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250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000108"/>
            <a:ext cx="885828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efa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nifidy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handray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zanakay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: </a:t>
            </a: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raiso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fa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voavidy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Tamin'ny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ranao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250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000108"/>
            <a:ext cx="885828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Soraty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handova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lanitra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fonenanao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fanahinao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hanova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fony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250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000108"/>
            <a:ext cx="885828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Tahio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fahazazany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fanorena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-marina; 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Ampianaro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azy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Mivavaka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250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Tantano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mandra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-pita, </a:t>
            </a: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tonga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danitra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aoka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hahita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dàlany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250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6. Ka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amin'ny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fotoana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feno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Handaozany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ity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ity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Omeo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toky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iteneno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: </a:t>
            </a:r>
          </a:p>
          <a:p>
            <a:pPr>
              <a:buNone/>
            </a:pP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"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Ndeha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hody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anaka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."</a:t>
            </a:r>
          </a:p>
          <a:p>
            <a:pPr>
              <a:buNone/>
            </a:pP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126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250</vt:lpstr>
      <vt:lpstr>Hira 250</vt:lpstr>
      <vt:lpstr>Hira 250</vt:lpstr>
      <vt:lpstr>Hira 250</vt:lpstr>
      <vt:lpstr>Hira 250</vt:lpstr>
      <vt:lpstr>Hira 250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235 </dc:title>
  <dc:creator>M</dc:creator>
  <cp:lastModifiedBy>M</cp:lastModifiedBy>
  <cp:revision>7</cp:revision>
  <dcterms:created xsi:type="dcterms:W3CDTF">2012-11-26T19:15:45Z</dcterms:created>
  <dcterms:modified xsi:type="dcterms:W3CDTF">2014-05-12T10:40:58Z</dcterms:modified>
</cp:coreProperties>
</file>