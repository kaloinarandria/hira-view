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61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11/01/2014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11/01/2014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1. Aza mba </a:t>
            </a:r>
            <a:r>
              <a:rPr lang="fi-FI" sz="6600" dirty="0" smtClean="0">
                <a:latin typeface="Cambria" pitchFamily="18" charset="0"/>
              </a:rPr>
              <a:t>mandalo </a:t>
            </a:r>
            <a:r>
              <a:rPr lang="fi-FI" sz="6600" dirty="0" smtClean="0">
                <a:latin typeface="Cambria" pitchFamily="18" charset="0"/>
              </a:rPr>
              <a:t>ahy,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Ry Mpamonjy ô!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Aza mba manary ahy,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Jeso Tompo ô!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 Ry Mpanjaka,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Mihainoa re!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Mamonje fa mitaraina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vahoakao.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2. Fantatrao fa malahelo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mpanomponao;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Raha mbola eto aho,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Mba tsinjovinao: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 Ry Mpanjaka,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Mihainoa re!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Mamonje fa mitaraina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vahoakao.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3. Indro! fa miandry eto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navotanao;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Aoka tsy mba halahelo,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Mba falio izao: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 Ry Mpanjaka,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Mihainoa re!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Mamonje fa mitaraina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vahoakao.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4. Eny, manomeza hery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Mba ho ahy re,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Ka hahery sy handresy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mpanomponao: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579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 Ry Mpanjaka,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Mihainoa re!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Mamonje fa mitaraina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Ny vahoakao.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141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579</vt:lpstr>
      <vt:lpstr>HIRA 579</vt:lpstr>
      <vt:lpstr>HIRA 579</vt:lpstr>
      <vt:lpstr>HIRA 579</vt:lpstr>
      <vt:lpstr>HIRA 579</vt:lpstr>
      <vt:lpstr>HIRA 579</vt:lpstr>
      <vt:lpstr>HIRA 579</vt:lpstr>
      <vt:lpstr>HIRA 579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5</cp:revision>
  <dcterms:created xsi:type="dcterms:W3CDTF">2012-12-08T21:04:49Z</dcterms:created>
  <dcterms:modified xsi:type="dcterms:W3CDTF">2014-01-11T12:05:02Z</dcterms:modified>
</cp:coreProperties>
</file>