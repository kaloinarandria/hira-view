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4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928670"/>
            <a:ext cx="10072758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Amen, Jeso no Mpifehy,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Amen, ny Fanahiny.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Amen, Amen, re, ny teny</a:t>
            </a:r>
          </a:p>
          <a:p>
            <a:pPr>
              <a:buNone/>
            </a:pPr>
            <a:r>
              <a:rPr lang="fi-FI" sz="6600" smtClean="0">
                <a:latin typeface="Cambria" pitchFamily="18" charset="0"/>
              </a:rPr>
              <a:t>Mbamin’ny </a:t>
            </a:r>
            <a:r>
              <a:rPr lang="fi-FI" sz="6600" dirty="0" smtClean="0">
                <a:latin typeface="Cambria" pitchFamily="18" charset="0"/>
              </a:rPr>
              <a:t>fandraisany</a:t>
            </a:r>
            <a:r>
              <a:rPr lang="fi-FI" sz="6600" dirty="0" smtClean="0">
                <a:latin typeface="Cambria" pitchFamily="18" charset="0"/>
              </a:rPr>
              <a:t>,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1214422"/>
            <a:ext cx="9358378" cy="52149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Amen</a:t>
            </a:r>
            <a:r>
              <a:rPr lang="fi-FI" sz="7200" dirty="0" smtClean="0">
                <a:latin typeface="Cambria" pitchFamily="18" charset="0"/>
              </a:rPr>
              <a:t>, ny batisany.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Amen, ny fiainany.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928670"/>
            <a:ext cx="10072758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Amen, Jeso no Mpanjaka,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Amen, ny Anarany,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Amen, Jeso tonga maka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Ahy ho anjarany</a:t>
            </a:r>
            <a:r>
              <a:rPr lang="fi-FI" sz="6600" dirty="0" smtClean="0">
                <a:latin typeface="Cambria" pitchFamily="18" charset="0"/>
              </a:rPr>
              <a:t>,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1214422"/>
            <a:ext cx="9358378" cy="52149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Amen, Amen ary to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Izy, Izay inoako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928670"/>
            <a:ext cx="10072758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Amen, ny fanantenana,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Zavatra maharitra;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Amen re, ny fifindrana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mankao an-danitra!</a:t>
            </a:r>
          </a:p>
          <a:p>
            <a:pPr>
              <a:buNone/>
            </a:pP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1214422"/>
            <a:ext cx="9358378" cy="52149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Amen, ny fiadanana,Amen, ny fiainana.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928670"/>
            <a:ext cx="10072758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4. Aoka isika hihira Amen,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Amen ho mandrakizay!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Jeso, mba valio Amen,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Dia ho faly izahay;</a:t>
            </a:r>
          </a:p>
          <a:p>
            <a:pPr>
              <a:buNone/>
            </a:pP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1214422"/>
            <a:ext cx="9358378" cy="52149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Amen no ho hiranay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Raha mby Aminao izahay.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139</Words>
  <PresentationFormat>Affichage à l'écran (4:3)</PresentationFormat>
  <Paragraphs>31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162</vt:lpstr>
      <vt:lpstr>HIRA 162</vt:lpstr>
      <vt:lpstr>HIRA 162</vt:lpstr>
      <vt:lpstr>HIRA 162</vt:lpstr>
      <vt:lpstr>HIRA 162</vt:lpstr>
      <vt:lpstr>HIRA 162</vt:lpstr>
      <vt:lpstr>HIRA 162</vt:lpstr>
      <vt:lpstr>HIRA 162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18</cp:revision>
  <dcterms:created xsi:type="dcterms:W3CDTF">2012-10-03T08:15:06Z</dcterms:created>
  <dcterms:modified xsi:type="dcterms:W3CDTF">2013-07-25T18:26:07Z</dcterms:modified>
</cp:coreProperties>
</file>