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5" r:id="rId3"/>
    <p:sldId id="262" r:id="rId4"/>
    <p:sldId id="266" r:id="rId5"/>
    <p:sldId id="263" r:id="rId6"/>
    <p:sldId id="267" r:id="rId7"/>
    <p:sldId id="264" r:id="rId8"/>
    <p:sldId id="268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0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31/05/2014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31/05/2014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299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mahery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Tsitoha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Faly</a:t>
            </a:r>
            <a:r>
              <a:rPr lang="en-US" sz="6000" dirty="0" smtClean="0">
                <a:latin typeface="Cambria" pitchFamily="18" charset="0"/>
              </a:rPr>
              <a:t> '</a:t>
            </a:r>
            <a:r>
              <a:rPr lang="en-US" sz="6000" dirty="0" err="1" smtClean="0">
                <a:latin typeface="Cambria" pitchFamily="18" charset="0"/>
              </a:rPr>
              <a:t>Zahay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mahatsiaro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Loha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niantso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olo-maro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299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428736"/>
            <a:ext cx="8715404" cy="54292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hitohizan'ny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asa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Asa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natomboka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teto</a:t>
            </a:r>
            <a:r>
              <a:rPr lang="en-US" sz="6000" dirty="0" smtClean="0"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299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Raiso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saotra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aman-dera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Noho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zavatra</a:t>
            </a:r>
            <a:r>
              <a:rPr lang="en-US" sz="6000" dirty="0" smtClean="0">
                <a:latin typeface="Cambria" pitchFamily="18" charset="0"/>
              </a:rPr>
              <a:t> vita,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nampahery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mpiasanao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tafita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299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357298"/>
            <a:ext cx="8715404" cy="5500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</a:t>
            </a:r>
            <a:r>
              <a:rPr lang="en-US" sz="6000" dirty="0" err="1" smtClean="0">
                <a:latin typeface="Cambria" pitchFamily="18" charset="0"/>
              </a:rPr>
              <a:t>Raiso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samy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irery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fahefana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hery</a:t>
            </a:r>
            <a:r>
              <a:rPr lang="en-US" sz="6000" dirty="0" smtClean="0"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299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hamasino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asa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fiezahana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mafy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naaon'ylay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mpiasa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Tamin'ny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hafy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299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857364"/>
            <a:ext cx="8715404" cy="50006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Ho </a:t>
            </a:r>
            <a:r>
              <a:rPr lang="en-US" sz="6000" dirty="0" err="1" smtClean="0">
                <a:latin typeface="Cambria" pitchFamily="18" charset="0"/>
              </a:rPr>
              <a:t>voninahitrrao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niantso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azy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hanomo</a:t>
            </a:r>
            <a:r>
              <a:rPr lang="en-US" sz="6000" dirty="0" smtClean="0"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299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</a:t>
            </a:r>
            <a:r>
              <a:rPr lang="en-US" sz="6000" dirty="0" err="1" smtClean="0">
                <a:latin typeface="Cambria" pitchFamily="18" charset="0"/>
              </a:rPr>
              <a:t>Ary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mandova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ta-hanohy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asa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Aoka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toetra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lova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Horaisinay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enti-miasa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299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Ho </a:t>
            </a:r>
            <a:r>
              <a:rPr lang="en-US" sz="6000" dirty="0" err="1" smtClean="0">
                <a:latin typeface="Cambria" pitchFamily="18" charset="0"/>
              </a:rPr>
              <a:t>voninahitrao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'</a:t>
            </a:r>
            <a:r>
              <a:rPr lang="en-US" sz="6000" dirty="0" err="1" smtClean="0">
                <a:latin typeface="Cambria" pitchFamily="18" charset="0"/>
              </a:rPr>
              <a:t>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niantso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mpanompo</a:t>
            </a:r>
            <a:r>
              <a:rPr lang="en-US" sz="6000" dirty="0" smtClean="0"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139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299 </vt:lpstr>
      <vt:lpstr>HIRA 299 </vt:lpstr>
      <vt:lpstr>HIRA 299 </vt:lpstr>
      <vt:lpstr>HIRA 299 </vt:lpstr>
      <vt:lpstr>HIRA 299 </vt:lpstr>
      <vt:lpstr>HIRA 299 </vt:lpstr>
      <vt:lpstr>HIRA 299 </vt:lpstr>
      <vt:lpstr>HIRA 299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Alahady 30 Sept 2012</dc:title>
  <dc:creator>M</dc:creator>
  <cp:lastModifiedBy>M</cp:lastModifiedBy>
  <cp:revision>5</cp:revision>
  <dcterms:created xsi:type="dcterms:W3CDTF">2012-10-03T08:01:55Z</dcterms:created>
  <dcterms:modified xsi:type="dcterms:W3CDTF">2014-05-31T19:49:59Z</dcterms:modified>
</cp:coreProperties>
</file>