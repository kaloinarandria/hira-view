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nanetry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nandao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nahantra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nandrianao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nisy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niantra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Fihinanam-bilon'omby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fandrianao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trano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omby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olo-maro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Nofonosin-damban-jaza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zazabodo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manan-daza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halan'olo-maro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smtClean="0">
                <a:latin typeface="Cambria" pitchFamily="18" charset="0"/>
              </a:rPr>
              <a:t>amiko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103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69</vt:lpstr>
      <vt:lpstr>HIRA 69</vt:lpstr>
      <vt:lpstr>HIRA 69</vt:lpstr>
      <vt:lpstr>HIRA 69</vt:lpstr>
      <vt:lpstr>HIRA 69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5</cp:revision>
  <dcterms:created xsi:type="dcterms:W3CDTF">2012-12-08T21:27:25Z</dcterms:created>
  <dcterms:modified xsi:type="dcterms:W3CDTF">2013-07-02T12:27:16Z</dcterms:modified>
</cp:coreProperties>
</file>