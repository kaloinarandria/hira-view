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46" d="100"/>
          <a:sy n="46" d="100"/>
        </p:scale>
        <p:origin x="-9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762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Fandrao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efitra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Nodiavina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762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miandry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Hampandroso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hanome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762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nanavotra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nisolo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762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ilaozy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natao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Nahameloka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762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Hovantaninao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trano</a:t>
            </a:r>
            <a:r>
              <a:rPr lang="fr-FR" sz="6600" dirty="0" smtClean="0">
                <a:latin typeface="Cambria" pitchFamily="18" charset="0"/>
              </a:rPr>
              <a:t> n'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Modia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124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762</vt:lpstr>
      <vt:lpstr>HIRA 762</vt:lpstr>
      <vt:lpstr>HIRA 762</vt:lpstr>
      <vt:lpstr>HIRA 762</vt:lpstr>
      <vt:lpstr>HIRA 762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13</cp:revision>
  <dcterms:created xsi:type="dcterms:W3CDTF">2012-12-02T01:28:21Z</dcterms:created>
  <dcterms:modified xsi:type="dcterms:W3CDTF">2013-10-16T13:31:57Z</dcterms:modified>
</cp:coreProperties>
</file>