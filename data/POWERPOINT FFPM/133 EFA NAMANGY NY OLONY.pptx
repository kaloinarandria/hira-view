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5" r:id="rId6"/>
    <p:sldId id="264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133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50122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namangy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Lasa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maizina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Tonga </a:t>
            </a:r>
            <a:r>
              <a:rPr lang="en-US" sz="6600" dirty="0" err="1" smtClean="0">
                <a:latin typeface="Cambria" pitchFamily="18" charset="0"/>
              </a:rPr>
              <a:t>indray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maraina</a:t>
            </a:r>
            <a:r>
              <a:rPr lang="en-US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133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50122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nalevina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Nidina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nitsangana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Koa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intsony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133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14346" y="928670"/>
            <a:ext cx="985841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sakaizany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Aiza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nantenaina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fantany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133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50122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Teniny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mivadika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Tonga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nitsidika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 </a:t>
            </a:r>
            <a:r>
              <a:rPr lang="en-US" sz="6600" dirty="0" err="1" smtClean="0">
                <a:latin typeface="Cambria" pitchFamily="18" charset="0"/>
              </a:rPr>
              <a:t>Ireo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mpianany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vory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133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928670"/>
            <a:ext cx="992985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Tonga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taom-pamangiana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Tondraka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fihobiana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;: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nomena</a:t>
            </a:r>
            <a:r>
              <a:rPr lang="en-US" sz="6600" dirty="0" smtClean="0">
                <a:latin typeface="Cambria" pitchFamily="18" charset="0"/>
              </a:rPr>
              <a:t>;: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133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501222" cy="5929330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6.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Teraka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ny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fifaliana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,</a:t>
            </a:r>
            <a:endParaRPr lang="fr-FR" sz="5400" dirty="0" smtClean="0">
              <a:latin typeface="Times New Roman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Tonga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ny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Filazantsara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,</a:t>
            </a:r>
            <a:endParaRPr lang="fr-FR" sz="5400" dirty="0" smtClean="0">
              <a:latin typeface="Times New Roman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Andron'ny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fitomaniana</a:t>
            </a:r>
            <a:endParaRPr lang="fr-FR" sz="5400" dirty="0" smtClean="0">
              <a:latin typeface="Times New Roman"/>
              <a:ea typeface="Times New Roman"/>
            </a:endParaRPr>
          </a:p>
          <a:p>
            <a:pPr>
              <a:spcAft>
                <a:spcPts val="0"/>
              </a:spcAft>
              <a:buNone/>
            </a:pP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:,: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Mody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ho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Pasaka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</a:t>
            </a:r>
            <a:r>
              <a:rPr lang="en-US" sz="6600" kern="50" dirty="0" err="1" smtClean="0">
                <a:solidFill>
                  <a:srgbClr val="1A1A1A"/>
                </a:solidFill>
                <a:latin typeface="Times New Roman"/>
                <a:ea typeface="Times New Roman"/>
              </a:rPr>
              <a:t>tsara</a:t>
            </a:r>
            <a:r>
              <a:rPr lang="en-US" sz="6600" kern="50" dirty="0" smtClean="0">
                <a:solidFill>
                  <a:srgbClr val="1A1A1A"/>
                </a:solidFill>
                <a:latin typeface="Times New Roman"/>
                <a:ea typeface="Times New Roman"/>
              </a:rPr>
              <a:t> :,:</a:t>
            </a:r>
            <a:endParaRPr lang="fr-FR" sz="5400" dirty="0">
              <a:latin typeface="Times New Roman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135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133</vt:lpstr>
      <vt:lpstr>HIRA 133</vt:lpstr>
      <vt:lpstr>HIRA 133</vt:lpstr>
      <vt:lpstr>HIRA 133</vt:lpstr>
      <vt:lpstr>HIRA 133</vt:lpstr>
      <vt:lpstr>HIRA 133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12</cp:revision>
  <dcterms:created xsi:type="dcterms:W3CDTF">2012-10-21T18:56:48Z</dcterms:created>
  <dcterms:modified xsi:type="dcterms:W3CDTF">2013-07-03T07:17:12Z</dcterms:modified>
</cp:coreProperties>
</file>