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172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71546"/>
            <a:ext cx="914400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Hoderaiko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lalandava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 'Lay </a:t>
            </a:r>
            <a:r>
              <a:rPr lang="en-US" sz="7200" dirty="0" err="1" smtClean="0">
                <a:latin typeface="Cambria" pitchFamily="18" charset="0"/>
              </a:rPr>
              <a:t>Mpanavotro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soloko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172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000108"/>
            <a:ext cx="9429784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Hoderaiko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hoderaiko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Nentiny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Afaka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172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Holazaiko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lalandava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tantara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mamiko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nitadiavana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Very </a:t>
            </a: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heloko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172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Hoderaiko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hoderaiko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Nentiny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Afaka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172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Hohiraiko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lalandava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'</a:t>
            </a:r>
            <a:r>
              <a:rPr lang="en-US" sz="7200" dirty="0" err="1" smtClean="0">
                <a:latin typeface="Cambria" pitchFamily="18" charset="0"/>
              </a:rPr>
              <a:t>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voninahiny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fahafatesana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Resy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noho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heriny</a:t>
            </a:r>
            <a:r>
              <a:rPr lang="en-US" sz="72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000132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172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Hoderaiko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hoderaiko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Nentiny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smtClean="0">
                <a:latin typeface="Cambria" pitchFamily="18" charset="0"/>
              </a:rPr>
              <a:t>ahy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Afaka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heloko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172</vt:lpstr>
      <vt:lpstr>Hira 172</vt:lpstr>
      <vt:lpstr>Hira 172</vt:lpstr>
      <vt:lpstr>Hira 172</vt:lpstr>
      <vt:lpstr>Hira 172</vt:lpstr>
      <vt:lpstr>Hira 172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171</dc:title>
  <dc:creator>M</dc:creator>
  <cp:lastModifiedBy>M</cp:lastModifiedBy>
  <cp:revision>4</cp:revision>
  <dcterms:created xsi:type="dcterms:W3CDTF">2012-11-26T18:36:51Z</dcterms:created>
  <dcterms:modified xsi:type="dcterms:W3CDTF">2013-07-26T11:14:08Z</dcterms:modified>
</cp:coreProperties>
</file>