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26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73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071546"/>
            <a:ext cx="8786842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Indro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Zazakely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Zanak'i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Maria,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Tompon'ny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anjely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Nefa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nankaty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73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071546"/>
            <a:ext cx="8715404" cy="578645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Io no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Zazalahy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Zanaky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Ray. </a:t>
            </a: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Tonga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hitahy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: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73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Mihirà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mponina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Hafalian-tsy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lany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Manandrata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feo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73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deraina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Mpanjaka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He!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fanjakany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73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nantenaina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Fony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ela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be,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Sady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Tompon'aina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Manan-kery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be,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73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Mihirà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mifalia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: </a:t>
            </a: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Hoy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mpaminany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Mesia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: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73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Mihirà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mponina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Hafalian-tsy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lany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Manandrata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feo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73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deraina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Mpanjaka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He!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fanjakany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73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hendry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to,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voatendry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Mpanadio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73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78645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Aoka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hijery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tontolo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manan-kery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Indro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hajao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: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73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071546"/>
            <a:ext cx="8786842" cy="578645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Mihirà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mponina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Hafalian-tsy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lany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Manandrata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feo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73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585789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deraina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Mpanjaka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He!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fanjakany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208</Words>
  <PresentationFormat>Affichage à l'écran (4:3)</PresentationFormat>
  <Paragraphs>60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73</vt:lpstr>
      <vt:lpstr>HIRA 73</vt:lpstr>
      <vt:lpstr>HIRA 73</vt:lpstr>
      <vt:lpstr>HIRA 73</vt:lpstr>
      <vt:lpstr>HIRA 73</vt:lpstr>
      <vt:lpstr>HIRA 73</vt:lpstr>
      <vt:lpstr>HIRA 73</vt:lpstr>
      <vt:lpstr>HIRA 73</vt:lpstr>
      <vt:lpstr>HIRA 73</vt:lpstr>
      <vt:lpstr>HIRA 73</vt:lpstr>
      <vt:lpstr>HIRA 73</vt:lpstr>
      <vt:lpstr>HIRA 73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68</dc:title>
  <dc:creator>M</dc:creator>
  <cp:lastModifiedBy>M</cp:lastModifiedBy>
  <cp:revision>7</cp:revision>
  <dcterms:created xsi:type="dcterms:W3CDTF">2012-12-08T21:27:25Z</dcterms:created>
  <dcterms:modified xsi:type="dcterms:W3CDTF">2014-12-14T07:02:18Z</dcterms:modified>
</cp:coreProperties>
</file>