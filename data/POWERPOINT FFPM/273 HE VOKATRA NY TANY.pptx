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7" r:id="rId7"/>
    <p:sldId id="268" r:id="rId8"/>
    <p:sldId id="269" r:id="rId9"/>
    <p:sldId id="270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He! </a:t>
            </a:r>
            <a:r>
              <a:rPr lang="en-US" sz="6600" dirty="0" err="1" smtClean="0">
                <a:latin typeface="Cambria" pitchFamily="18" charset="0"/>
              </a:rPr>
              <a:t>vokatra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Jehovah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hasoavanao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andro fararano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ifalianay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Voataona ao an-trano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vokatra azonay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Saotra tsara entinay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Anao tokoa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olonao rehetra izao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Mifaly avokoa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Ny tany tsy misaona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sambatra tokoa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Tsy tapaka isan-tokoa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fanomezan-tsoa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Endrey, nahazo maina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Izao rehetra izao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zava-manana aina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Mifaly aminao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Saotra tsara entinay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Anao tokoa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olonao rehetra izao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Mifaly avokoa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Tontosa izay nirina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Nahazo izahay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misy taona zina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Nataonao ho anay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Tsy diso isan-taona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fitahianao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olonao mihaona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Mba hankalaza Anao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273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Saotra tsara entinay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Anao tokoa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olonao rehetra izao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Mifaly avokoa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134</Words>
  <PresentationFormat>Affichage à l'écran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273 </vt:lpstr>
      <vt:lpstr>HIRA 273 </vt:lpstr>
      <vt:lpstr>HIRA 273 </vt:lpstr>
      <vt:lpstr>HIRA 273 </vt:lpstr>
      <vt:lpstr>HIRA 273 </vt:lpstr>
      <vt:lpstr>HIRA 273 </vt:lpstr>
      <vt:lpstr>HIRA 273 </vt:lpstr>
      <vt:lpstr>HIRA 273 </vt:lpstr>
      <vt:lpstr>HIRA 273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7</cp:revision>
  <dcterms:created xsi:type="dcterms:W3CDTF">2012-10-03T08:01:55Z</dcterms:created>
  <dcterms:modified xsi:type="dcterms:W3CDTF">2014-09-14T09:39:04Z</dcterms:modified>
</cp:coreProperties>
</file>