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427" autoAdjust="0"/>
    <p:restoredTop sz="94660"/>
  </p:normalViewPr>
  <p:slideViewPr>
    <p:cSldViewPr>
      <p:cViewPr varScale="1">
        <p:scale>
          <a:sx n="60" d="100"/>
          <a:sy n="60" d="100"/>
        </p:scale>
        <p:origin x="-9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Kristy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hasiniko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Hiankohoka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saotra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mendrika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hanaja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faniriako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hitoeranao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holalovanao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Monena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monena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mahafatra-po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orin</a:t>
            </a:r>
            <a:r>
              <a:rPr lang="en-US" sz="6600" dirty="0" smtClean="0">
                <a:latin typeface="Cambria" pitchFamily="18" charset="0"/>
              </a:rPr>
              <a:t>-java-</a:t>
            </a:r>
            <a:r>
              <a:rPr lang="en-US" sz="6600" dirty="0" err="1" smtClean="0">
                <a:latin typeface="Cambria" pitchFamily="18" charset="0"/>
              </a:rPr>
              <a:t>tsoa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itoeranao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lapanao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vohako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midira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447</vt:lpstr>
      <vt:lpstr>Hira 447</vt:lpstr>
      <vt:lpstr>Hira 447</vt:lpstr>
      <vt:lpstr>Hira 447</vt:lpstr>
      <vt:lpstr>Hira 447</vt:lpstr>
      <vt:lpstr>Hira 447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5</cp:revision>
  <dcterms:created xsi:type="dcterms:W3CDTF">2012-10-02T21:16:57Z</dcterms:created>
  <dcterms:modified xsi:type="dcterms:W3CDTF">2012-12-25T20:28:13Z</dcterms:modified>
</cp:coreProperties>
</file>