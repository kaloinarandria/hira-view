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02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500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1. He! </a:t>
            </a:r>
            <a:r>
              <a:rPr lang="en-US" sz="6600" dirty="0" err="1" smtClean="0">
                <a:latin typeface="Cambria" pitchFamily="18" charset="0"/>
              </a:rPr>
              <a:t>Manda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fiarovana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Andriamanitsika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Ampinga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mahatohana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manjo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antsika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500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Mamely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fatratra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Satana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sompatra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Mpandoza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hatrizay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Mpamitaka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mahay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manampaharoa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500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Malemy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tsinontsinona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mora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isika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voahasina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Miady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antsika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500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re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iraky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Ray,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Mpitarika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hatrizay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Tompom-pandresena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500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3. Na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ta-handevona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Ireo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devoly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maro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atahorana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Mpiaro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500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maizina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nohelohina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ahoana</a:t>
            </a:r>
            <a:r>
              <a:rPr lang="en-US" sz="6600" dirty="0" smtClean="0">
                <a:latin typeface="Cambria" pitchFamily="18" charset="0"/>
              </a:rPr>
              <a:t>,	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tokana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mahalavo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azy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500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 fontScale="92500"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Kendreny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hofongorana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tanantsika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Kanefa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foana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momba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antsika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500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Na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fongana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ananana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Harena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havana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mampaninona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lanitra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smtClean="0">
                <a:latin typeface="Cambria" pitchFamily="18" charset="0"/>
              </a:rPr>
              <a:t>antsika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138</Words>
  <PresentationFormat>Affichage à l'écran (4:3)</PresentationFormat>
  <Paragraphs>44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500</vt:lpstr>
      <vt:lpstr>HIRA 500</vt:lpstr>
      <vt:lpstr>HIRA 500</vt:lpstr>
      <vt:lpstr>HIRA 500</vt:lpstr>
      <vt:lpstr>HIRA 500</vt:lpstr>
      <vt:lpstr>HIRA 500</vt:lpstr>
      <vt:lpstr>HIRA 500</vt:lpstr>
      <vt:lpstr>HIRA 500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515</dc:title>
  <dc:creator>M</dc:creator>
  <cp:lastModifiedBy>M</cp:lastModifiedBy>
  <cp:revision>8</cp:revision>
  <dcterms:created xsi:type="dcterms:W3CDTF">2012-12-02T11:05:16Z</dcterms:created>
  <dcterms:modified xsi:type="dcterms:W3CDTF">2013-10-16T18:15:06Z</dcterms:modified>
</cp:coreProperties>
</file>