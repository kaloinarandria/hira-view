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2" r:id="rId5"/>
    <p:sldId id="271" r:id="rId6"/>
    <p:sldId id="27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14346" y="857232"/>
            <a:ext cx="978697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Niakatra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ao</a:t>
            </a:r>
            <a:r>
              <a:rPr lang="fr-FR" sz="7200" dirty="0" smtClean="0">
                <a:latin typeface="Cambria" pitchFamily="18" charset="0"/>
              </a:rPr>
              <a:t> :,: an-</a:t>
            </a:r>
            <a:r>
              <a:rPr lang="fr-FR" sz="7200" dirty="0" err="1" smtClean="0">
                <a:latin typeface="Cambria" pitchFamily="18" charset="0"/>
              </a:rPr>
              <a:t>danitra</a:t>
            </a:r>
            <a:r>
              <a:rPr lang="fr-FR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Zanak'Andriamanitra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 ! :,: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42978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2. Ka monina ao :,: an-danitra:,: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Jesosy Tompon-danitra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:,: Haleloia 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zavatra</a:t>
            </a:r>
            <a:r>
              <a:rPr lang="fr-FR" sz="7200" dirty="0" smtClean="0">
                <a:latin typeface="Cambria" pitchFamily="18" charset="0"/>
              </a:rPr>
              <a:t> :,: </a:t>
            </a:r>
            <a:r>
              <a:rPr lang="fr-FR" sz="7200" dirty="0" err="1" smtClean="0">
                <a:latin typeface="Cambria" pitchFamily="18" charset="0"/>
              </a:rPr>
              <a:t>rehetra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 ô, </a:t>
            </a:r>
            <a:r>
              <a:rPr lang="fr-FR" sz="7200" dirty="0" err="1" smtClean="0">
                <a:latin typeface="Cambria" pitchFamily="18" charset="0"/>
              </a:rPr>
              <a:t>hazoninao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 ! :,: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Isaoranay</a:t>
            </a:r>
            <a:r>
              <a:rPr lang="fr-FR" sz="7200" dirty="0" smtClean="0">
                <a:latin typeface="Cambria" pitchFamily="18" charset="0"/>
              </a:rPr>
              <a:t>, :,: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 ô, :,: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herinao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indrafo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 ! </a:t>
            </a:r>
            <a:r>
              <a:rPr lang="fr-FR" sz="7200" dirty="0" smtClean="0">
                <a:latin typeface="Cambria" pitchFamily="18" charset="0"/>
              </a:rPr>
              <a:t>:,: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42978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5. Fa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devoly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resinao</a:t>
            </a:r>
            <a:r>
              <a:rPr lang="fr-FR" sz="7200" dirty="0" smtClean="0">
                <a:latin typeface="Cambria" pitchFamily="18" charset="0"/>
              </a:rPr>
              <a:t> :,: </a:t>
            </a:r>
            <a:r>
              <a:rPr lang="fr-FR" sz="7200" dirty="0" err="1" smtClean="0">
                <a:latin typeface="Cambria" pitchFamily="18" charset="0"/>
              </a:rPr>
              <a:t>he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resinao</a:t>
            </a:r>
            <a:r>
              <a:rPr lang="fr-FR" sz="72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ratsy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nofogoranao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 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6.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tany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:,: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lanitra</a:t>
            </a:r>
            <a:r>
              <a:rPr lang="fr-FR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Derao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Andriamanitra</a:t>
            </a:r>
            <a:r>
              <a:rPr lang="fr-FR" sz="72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:,: </a:t>
            </a:r>
            <a:r>
              <a:rPr lang="fr-FR" sz="7200" dirty="0" err="1" smtClean="0">
                <a:latin typeface="Cambria" pitchFamily="18" charset="0"/>
              </a:rPr>
              <a:t>Haleloia</a:t>
            </a:r>
            <a:r>
              <a:rPr lang="fr-FR" sz="7200" dirty="0" smtClean="0">
                <a:latin typeface="Cambria" pitchFamily="18" charset="0"/>
              </a:rPr>
              <a:t> 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107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152</vt:lpstr>
      <vt:lpstr>HIRA 152</vt:lpstr>
      <vt:lpstr>HIRA 152</vt:lpstr>
      <vt:lpstr>HIRA 152</vt:lpstr>
      <vt:lpstr>HIRA 152</vt:lpstr>
      <vt:lpstr>HIRA 152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6</cp:revision>
  <dcterms:created xsi:type="dcterms:W3CDTF">2012-10-03T08:15:06Z</dcterms:created>
  <dcterms:modified xsi:type="dcterms:W3CDTF">2013-07-24T19:03:07Z</dcterms:modified>
</cp:coreProperties>
</file>