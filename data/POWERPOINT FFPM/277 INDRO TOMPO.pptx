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1.Indro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vory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Anatrehanao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hanatitra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Vokatry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asanay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endParaRPr lang="it-IT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:,: </a:t>
            </a:r>
            <a:r>
              <a:rPr lang="it-IT" sz="6600" dirty="0" smtClean="0">
                <a:latin typeface="Cambria" pitchFamily="18" charset="0"/>
              </a:rPr>
              <a:t>Raiso re, raiso re!</a:t>
            </a: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Ho fanati-tsitrakao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mampaniry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vokatra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mpitahiry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endParaRPr lang="it-IT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:,: </a:t>
            </a:r>
            <a:r>
              <a:rPr lang="it-IT" sz="6600" dirty="0" smtClean="0">
                <a:latin typeface="Cambria" pitchFamily="18" charset="0"/>
              </a:rPr>
              <a:t>Raiso re, raiso re!</a:t>
            </a: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Ho fanati-tsitrakao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holavinao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enti</a:t>
            </a:r>
            <a:r>
              <a:rPr lang="en-US" sz="6600" dirty="0" smtClean="0">
                <a:latin typeface="Cambria" pitchFamily="18" charset="0"/>
              </a:rPr>
              <a:t>-mankalaza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Anaran-tsoanao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endParaRPr lang="it-IT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:,: </a:t>
            </a:r>
            <a:r>
              <a:rPr lang="it-IT" sz="6600" dirty="0" smtClean="0">
                <a:latin typeface="Cambria" pitchFamily="18" charset="0"/>
              </a:rPr>
              <a:t>Raiso re, raiso re!</a:t>
            </a: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Ho fanati-tsitrakao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re,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tenanay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Amboary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Mahafatra-po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5714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277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500042"/>
            <a:ext cx="9787006" cy="635795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endParaRPr lang="it-IT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:,: </a:t>
            </a:r>
            <a:r>
              <a:rPr lang="it-IT" sz="6600" dirty="0" smtClean="0">
                <a:latin typeface="Cambria" pitchFamily="18" charset="0"/>
              </a:rPr>
              <a:t>Raiso re, raiso re!</a:t>
            </a:r>
          </a:p>
          <a:p>
            <a:pPr marL="1143000" indent="-1143000">
              <a:buNone/>
            </a:pPr>
            <a:r>
              <a:rPr lang="it-IT" sz="6600" dirty="0" smtClean="0">
                <a:latin typeface="Cambria" pitchFamily="18" charset="0"/>
              </a:rPr>
              <a:t>Ho fanati-tsitrakao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117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277 </vt:lpstr>
      <vt:lpstr>HIRA 277 </vt:lpstr>
      <vt:lpstr>HIRA 277 </vt:lpstr>
      <vt:lpstr>HIRA 277 </vt:lpstr>
      <vt:lpstr>HIRA 277 </vt:lpstr>
      <vt:lpstr>HIRA 277 </vt:lpstr>
      <vt:lpstr>HIRA 277 </vt:lpstr>
      <vt:lpstr>HIRA 277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5</cp:revision>
  <dcterms:created xsi:type="dcterms:W3CDTF">2012-10-03T08:01:55Z</dcterms:created>
  <dcterms:modified xsi:type="dcterms:W3CDTF">2014-09-14T09:57:44Z</dcterms:modified>
</cp:coreProperties>
</file>