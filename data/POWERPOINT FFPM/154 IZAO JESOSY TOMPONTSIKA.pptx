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214346" y="642918"/>
            <a:ext cx="992985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1. Izao Jesosy Tompontsika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Dia nasandratry ny Ray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Ao an-tsezam-panjakany 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Izay rehetra nialany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7358082" cy="378621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pt-BR" sz="8000" dirty="0" smtClean="0">
                <a:latin typeface="Cambria" pitchFamily="18" charset="0"/>
              </a:rPr>
              <a:t>:,: Voarainy indray :,:</a:t>
            </a:r>
            <a:endParaRPr lang="pt-BR" sz="8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2. Tsy hadinony anefa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Izay nilaozany taty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Fa omeny ny Fanahy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Mba hitondra sy </a:t>
            </a:r>
            <a:r>
              <a:rPr lang="pt-BR" sz="7200" dirty="0" smtClean="0">
                <a:latin typeface="Cambria" pitchFamily="18" charset="0"/>
              </a:rPr>
              <a:t>hitahy</a:t>
            </a: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857364"/>
            <a:ext cx="8072462" cy="328614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8000" dirty="0" smtClean="0">
                <a:latin typeface="Cambria" pitchFamily="18" charset="0"/>
              </a:rPr>
              <a:t>:,: Ny mpianany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42978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3. Ao anilan-dRainy Izy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Manam-boninahitra,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Ka midera Azy any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Izay rehetra </a:t>
            </a:r>
            <a:r>
              <a:rPr lang="pt-BR" sz="7200" dirty="0" smtClean="0">
                <a:latin typeface="Cambria" pitchFamily="18" charset="0"/>
              </a:rPr>
              <a:t>anjakany</a:t>
            </a: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2071678"/>
            <a:ext cx="8501090" cy="30718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8000" dirty="0" smtClean="0">
                <a:latin typeface="Cambria" pitchFamily="18" charset="0"/>
              </a:rPr>
              <a:t>:,: Eran-danitra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71480"/>
            <a:ext cx="935834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4. Tompom-pitsarana Izy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Samy mba hatsangany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Na ny ratsy na ny tsara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Ka homeny izay </a:t>
            </a:r>
            <a:r>
              <a:rPr lang="pt-BR" sz="7200" dirty="0" smtClean="0">
                <a:latin typeface="Cambria" pitchFamily="18" charset="0"/>
              </a:rPr>
              <a:t>anjara</a:t>
            </a: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928802"/>
            <a:ext cx="7358082" cy="3214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8000" dirty="0" smtClean="0">
                <a:latin typeface="Cambria" pitchFamily="18" charset="0"/>
              </a:rPr>
              <a:t>:,: Valin'asany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35834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5. He ! hohitantsika Izy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Dia ny tena endriny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Ka ny lova soa homena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Izay nandray ny </a:t>
            </a:r>
            <a:r>
              <a:rPr lang="pt-BR" sz="7200" dirty="0" smtClean="0">
                <a:latin typeface="Cambria" pitchFamily="18" charset="0"/>
              </a:rPr>
              <a:t>famonjena</a:t>
            </a: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928802"/>
            <a:ext cx="8358214" cy="3214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8000" dirty="0" smtClean="0">
                <a:latin typeface="Cambria" pitchFamily="18" charset="0"/>
              </a:rPr>
              <a:t>:,: Voatendriny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117</Words>
  <PresentationFormat>Affichage à l'écran (4:3)</PresentationFormat>
  <Paragraphs>35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154</vt:lpstr>
      <vt:lpstr>HIRA 154</vt:lpstr>
      <vt:lpstr>HIRA 154</vt:lpstr>
      <vt:lpstr>HIRA 154</vt:lpstr>
      <vt:lpstr>HIRA 154</vt:lpstr>
      <vt:lpstr>HIRA 154</vt:lpstr>
      <vt:lpstr>HIRA 154</vt:lpstr>
      <vt:lpstr>HIRA 154</vt:lpstr>
      <vt:lpstr>HIRA 154</vt:lpstr>
      <vt:lpstr>HIRA 154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8</cp:revision>
  <dcterms:created xsi:type="dcterms:W3CDTF">2012-10-03T08:15:06Z</dcterms:created>
  <dcterms:modified xsi:type="dcterms:W3CDTF">2013-07-24T19:17:54Z</dcterms:modified>
</cp:coreProperties>
</file>