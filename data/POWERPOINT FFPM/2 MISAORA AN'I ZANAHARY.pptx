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7" d="100"/>
          <a:sy n="87" d="100"/>
        </p:scale>
        <p:origin x="-1062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21/10/2015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21/10/2015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21/10/2015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21/10/2015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21/10/2015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21/10/2015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21/10/2015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21/10/2015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21/10/2015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21/10/2015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21/10/2015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21/10/2015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57158" y="0"/>
            <a:ext cx="8229600" cy="785794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2</a:t>
            </a:r>
            <a:endParaRPr lang="fr-FR" b="1" dirty="0">
              <a:solidFill>
                <a:srgbClr val="00B0F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550070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1.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Misaora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an'i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Zanahary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'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Zao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olona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tontolo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Dia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mankalazà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Azy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anton'izao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rehetra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68346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2</a:t>
            </a:r>
            <a:endParaRPr lang="fr-FR" b="1" dirty="0">
              <a:solidFill>
                <a:srgbClr val="00B0F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928670"/>
            <a:ext cx="8929718" cy="550070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2.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zavatra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nomeny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Mahafaly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mahasoa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Toy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andro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fararano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Toy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andro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mipoaka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868346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2</a:t>
            </a:r>
            <a:endParaRPr lang="fr-FR" b="1" dirty="0">
              <a:solidFill>
                <a:srgbClr val="00B0F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785794"/>
            <a:ext cx="8615362" cy="557214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3.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Dia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ampitomboy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sainay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Hahalala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Teninao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Hahafantatra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marina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sitraky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fonao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60</Words>
  <Application>Microsoft Office PowerPoint</Application>
  <PresentationFormat>Affichage à l'écran (4:3)</PresentationFormat>
  <Paragraphs>15</Paragraphs>
  <Slides>3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4" baseType="lpstr">
      <vt:lpstr>Thème Office</vt:lpstr>
      <vt:lpstr>HIRA 2</vt:lpstr>
      <vt:lpstr>HIRA 2</vt:lpstr>
      <vt:lpstr>HIRA 2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7</dc:title>
  <dc:creator>M</dc:creator>
  <cp:lastModifiedBy>Draka</cp:lastModifiedBy>
  <cp:revision>6</cp:revision>
  <dcterms:created xsi:type="dcterms:W3CDTF">2012-10-21T19:49:29Z</dcterms:created>
  <dcterms:modified xsi:type="dcterms:W3CDTF">2015-10-21T16:12:57Z</dcterms:modified>
</cp:coreProperties>
</file>