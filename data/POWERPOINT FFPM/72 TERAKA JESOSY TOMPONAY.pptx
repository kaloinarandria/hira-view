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66" r:id="rId4"/>
    <p:sldId id="259" r:id="rId5"/>
    <p:sldId id="260" r:id="rId6"/>
    <p:sldId id="265" r:id="rId7"/>
    <p:sldId id="262" r:id="rId8"/>
    <p:sldId id="268" r:id="rId9"/>
    <p:sldId id="269" r:id="rId10"/>
    <p:sldId id="263" r:id="rId11"/>
    <p:sldId id="264" r:id="rId12"/>
    <p:sldId id="267" r:id="rId13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9625" autoAdjust="0"/>
    <p:restoredTop sz="94660"/>
  </p:normalViewPr>
  <p:slideViewPr>
    <p:cSldViewPr>
      <p:cViewPr varScale="1">
        <p:scale>
          <a:sx n="42" d="100"/>
          <a:sy n="42" d="100"/>
        </p:scale>
        <p:origin x="-594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044FDD9-94DB-4BE3-8D3C-B955A080015E}" type="datetimeFigureOut">
              <a:rPr lang="fr-FR" smtClean="0"/>
              <a:pPr/>
              <a:t>22/12/2013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C9AB7-B89E-4244-96C1-AED84E54C964}" type="slidenum">
              <a:rPr lang="fr-FR" smtClean="0"/>
              <a:pPr/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E5C9AB7-B89E-4244-96C1-AED84E54C964}" type="slidenum">
              <a:rPr lang="fr-FR" smtClean="0"/>
              <a:pPr/>
              <a:t>11</a:t>
            </a:fld>
            <a:endParaRPr lang="fr-FR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22/12/2013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22/12/2013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22/12/2013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22/12/2013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22/12/2013</a:t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22/12/2013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22/12/2013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22/12/2013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22/12/2013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22/12/2013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22/12/2013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09A6D-C09C-4548-B29A-6CF363A7E532}" type="datetimeFigureOut">
              <a:rPr lang="fr-FR" smtClean="0"/>
              <a:pPr/>
              <a:t>22/12/2013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071546"/>
          </a:xfrm>
        </p:spPr>
        <p:txBody>
          <a:bodyPr/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72</a:t>
            </a:r>
            <a:endParaRPr lang="fr-FR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0" y="1142984"/>
            <a:ext cx="9144000" cy="5715016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1. </a:t>
            </a:r>
            <a:r>
              <a:rPr lang="en-US" sz="6600" dirty="0" err="1" smtClean="0">
                <a:latin typeface="Cambria" pitchFamily="18" charset="0"/>
              </a:rPr>
              <a:t>Teraka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Jesosy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Tomponay</a:t>
            </a:r>
            <a:r>
              <a:rPr lang="en-US" sz="6600" dirty="0" smtClean="0">
                <a:latin typeface="Cambria" pitchFamily="18" charset="0"/>
              </a:rPr>
              <a:t>. 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Taitra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olona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fahizay</a:t>
            </a:r>
            <a:r>
              <a:rPr lang="en-US" sz="6600" dirty="0" smtClean="0">
                <a:latin typeface="Cambria" pitchFamily="18" charset="0"/>
              </a:rPr>
              <a:t>. 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Nisy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anjely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nihira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teo</a:t>
            </a:r>
            <a:r>
              <a:rPr lang="en-US" sz="6600" dirty="0" smtClean="0">
                <a:latin typeface="Cambria" pitchFamily="18" charset="0"/>
              </a:rPr>
              <a:t>,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071546"/>
          </a:xfrm>
        </p:spPr>
        <p:txBody>
          <a:bodyPr/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72</a:t>
            </a:r>
            <a:endParaRPr lang="fr-FR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0" y="857232"/>
            <a:ext cx="9144000" cy="6000768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Mahafinaritra</a:t>
            </a:r>
            <a:r>
              <a:rPr lang="en-US" sz="6600" dirty="0" smtClean="0">
                <a:latin typeface="Cambria" pitchFamily="18" charset="0"/>
              </a:rPr>
              <a:t>, </a:t>
            </a:r>
            <a:r>
              <a:rPr lang="en-US" sz="6600" dirty="0" err="1" smtClean="0">
                <a:latin typeface="Cambria" pitchFamily="18" charset="0"/>
              </a:rPr>
              <a:t>tsara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feo</a:t>
            </a:r>
            <a:r>
              <a:rPr lang="en-US" sz="6600" dirty="0" smtClean="0">
                <a:latin typeface="Cambria" pitchFamily="18" charset="0"/>
              </a:rPr>
              <a:t>. 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Sady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milaza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soa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aminay</a:t>
            </a:r>
            <a:r>
              <a:rPr lang="en-US" sz="6600" dirty="0" smtClean="0">
                <a:latin typeface="Cambria" pitchFamily="18" charset="0"/>
              </a:rPr>
              <a:t>. 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Dia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hihira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anio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izahay</a:t>
            </a:r>
            <a:r>
              <a:rPr lang="en-US" sz="6600" dirty="0" smtClean="0">
                <a:latin typeface="Cambria" pitchFamily="18" charset="0"/>
              </a:rPr>
              <a:t>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071546"/>
          </a:xfrm>
        </p:spPr>
        <p:txBody>
          <a:bodyPr/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72</a:t>
            </a:r>
            <a:endParaRPr lang="fr-FR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0" y="857232"/>
            <a:ext cx="9144000" cy="6000768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Taona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fahasambaranay</a:t>
            </a:r>
            <a:r>
              <a:rPr lang="en-US" sz="6600" dirty="0" smtClean="0">
                <a:latin typeface="Cambria" pitchFamily="18" charset="0"/>
              </a:rPr>
              <a:t>, 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Volana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fifalianay</a:t>
            </a:r>
            <a:r>
              <a:rPr lang="en-US" sz="6600" dirty="0" smtClean="0">
                <a:latin typeface="Cambria" pitchFamily="18" charset="0"/>
              </a:rPr>
              <a:t>. 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Andro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firavoravoana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Anao</a:t>
            </a:r>
            <a:r>
              <a:rPr lang="en-US" sz="6600" dirty="0" smtClean="0">
                <a:latin typeface="Cambria" pitchFamily="18" charset="0"/>
              </a:rPr>
              <a:t> 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Jesosy</a:t>
            </a:r>
            <a:r>
              <a:rPr lang="en-US" sz="6600" dirty="0" smtClean="0">
                <a:latin typeface="Cambria" pitchFamily="18" charset="0"/>
              </a:rPr>
              <a:t>, </a:t>
            </a:r>
            <a:r>
              <a:rPr lang="en-US" sz="6600" dirty="0" err="1" smtClean="0">
                <a:latin typeface="Cambria" pitchFamily="18" charset="0"/>
              </a:rPr>
              <a:t>Zanaka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Masina</a:t>
            </a:r>
            <a:r>
              <a:rPr lang="en-US" sz="6600" dirty="0" smtClean="0">
                <a:latin typeface="Cambria" pitchFamily="18" charset="0"/>
              </a:rPr>
              <a:t> ô!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071546"/>
          </a:xfrm>
        </p:spPr>
        <p:txBody>
          <a:bodyPr/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72</a:t>
            </a:r>
            <a:endParaRPr lang="fr-FR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0" y="1428736"/>
            <a:ext cx="9144000" cy="5429264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2. </a:t>
            </a:r>
            <a:r>
              <a:rPr lang="en-US" sz="6600" dirty="0" err="1" smtClean="0">
                <a:latin typeface="Cambria" pitchFamily="18" charset="0"/>
              </a:rPr>
              <a:t>Teraka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Jesosy</a:t>
            </a:r>
            <a:r>
              <a:rPr lang="en-US" sz="6600" dirty="0" smtClean="0">
                <a:latin typeface="Cambria" pitchFamily="18" charset="0"/>
              </a:rPr>
              <a:t> be </a:t>
            </a:r>
            <a:r>
              <a:rPr lang="en-US" sz="6600" dirty="0" err="1" smtClean="0">
                <a:latin typeface="Cambria" pitchFamily="18" charset="0"/>
              </a:rPr>
              <a:t>fitia</a:t>
            </a:r>
            <a:r>
              <a:rPr lang="en-US" sz="6600" dirty="0" smtClean="0">
                <a:latin typeface="Cambria" pitchFamily="18" charset="0"/>
              </a:rPr>
              <a:t>, 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Indro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kintana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tonga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teo</a:t>
            </a:r>
            <a:r>
              <a:rPr lang="en-US" sz="6600" dirty="0" smtClean="0">
                <a:latin typeface="Cambria" pitchFamily="18" charset="0"/>
              </a:rPr>
              <a:t>, 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Avy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hanoro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Zaza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soa</a:t>
            </a:r>
            <a:endParaRPr lang="en-US" sz="6600" dirty="0" smtClean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071546"/>
          </a:xfrm>
        </p:spPr>
        <p:txBody>
          <a:bodyPr/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72</a:t>
            </a:r>
            <a:endParaRPr lang="fr-FR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0" y="857232"/>
            <a:ext cx="9144000" cy="6000768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Faly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Magy</a:t>
            </a:r>
            <a:r>
              <a:rPr lang="en-US" sz="6600" dirty="0" smtClean="0">
                <a:latin typeface="Cambria" pitchFamily="18" charset="0"/>
              </a:rPr>
              <a:t>, </a:t>
            </a:r>
            <a:r>
              <a:rPr lang="en-US" sz="6600" dirty="0" err="1" smtClean="0">
                <a:latin typeface="Cambria" pitchFamily="18" charset="0"/>
              </a:rPr>
              <a:t>fa</a:t>
            </a:r>
            <a:r>
              <a:rPr lang="en-US" sz="6600" dirty="0" smtClean="0">
                <a:latin typeface="Cambria" pitchFamily="18" charset="0"/>
              </a:rPr>
              <a:t> Io </a:t>
            </a:r>
            <a:r>
              <a:rPr lang="en-US" sz="6600" dirty="0" err="1" smtClean="0">
                <a:latin typeface="Cambria" pitchFamily="18" charset="0"/>
              </a:rPr>
              <a:t>tokoa</a:t>
            </a:r>
            <a:r>
              <a:rPr lang="en-US" sz="6600" dirty="0" smtClean="0">
                <a:latin typeface="Cambria" pitchFamily="18" charset="0"/>
              </a:rPr>
              <a:t>, </a:t>
            </a:r>
          </a:p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Io no </a:t>
            </a:r>
            <a:r>
              <a:rPr lang="en-US" sz="6600" dirty="0" err="1" smtClean="0">
                <a:latin typeface="Cambria" pitchFamily="18" charset="0"/>
              </a:rPr>
              <a:t>Mpanjaka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mandrakizay</a:t>
            </a:r>
            <a:r>
              <a:rPr lang="en-US" sz="6600" dirty="0" smtClean="0">
                <a:latin typeface="Cambria" pitchFamily="18" charset="0"/>
              </a:rPr>
              <a:t> 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Dia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nanaja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androtr'izay</a:t>
            </a:r>
            <a:endParaRPr lang="en-US" sz="6600" dirty="0" smtClean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071546"/>
          </a:xfrm>
        </p:spPr>
        <p:txBody>
          <a:bodyPr/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72</a:t>
            </a:r>
            <a:endParaRPr lang="fr-FR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0" y="857232"/>
            <a:ext cx="9144000" cy="6000768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Taona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fahasambaranay</a:t>
            </a:r>
            <a:r>
              <a:rPr lang="en-US" sz="6600" dirty="0" smtClean="0">
                <a:latin typeface="Cambria" pitchFamily="18" charset="0"/>
              </a:rPr>
              <a:t>, 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Volana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fifalianay</a:t>
            </a:r>
            <a:r>
              <a:rPr lang="en-US" sz="6600" dirty="0" smtClean="0">
                <a:latin typeface="Cambria" pitchFamily="18" charset="0"/>
              </a:rPr>
              <a:t>. 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Andro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firavoravoana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Anao</a:t>
            </a:r>
            <a:r>
              <a:rPr lang="en-US" sz="6600" dirty="0" smtClean="0">
                <a:latin typeface="Cambria" pitchFamily="18" charset="0"/>
              </a:rPr>
              <a:t> 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Jesosy</a:t>
            </a:r>
            <a:r>
              <a:rPr lang="en-US" sz="6600" dirty="0" smtClean="0">
                <a:latin typeface="Cambria" pitchFamily="18" charset="0"/>
              </a:rPr>
              <a:t>, </a:t>
            </a:r>
            <a:r>
              <a:rPr lang="en-US" sz="6600" dirty="0" err="1" smtClean="0">
                <a:latin typeface="Cambria" pitchFamily="18" charset="0"/>
              </a:rPr>
              <a:t>Zanaka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Masina</a:t>
            </a:r>
            <a:r>
              <a:rPr lang="en-US" sz="6600" dirty="0" smtClean="0">
                <a:latin typeface="Cambria" pitchFamily="18" charset="0"/>
              </a:rPr>
              <a:t> ô!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071546"/>
          </a:xfrm>
        </p:spPr>
        <p:txBody>
          <a:bodyPr/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72</a:t>
            </a:r>
            <a:endParaRPr lang="fr-FR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0" y="857232"/>
            <a:ext cx="9144000" cy="6000768"/>
          </a:xfrm>
        </p:spPr>
        <p:txBody>
          <a:bodyPr>
            <a:normAutofit lnSpcReduction="10000"/>
          </a:bodyPr>
          <a:lstStyle/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3. </a:t>
            </a:r>
            <a:r>
              <a:rPr lang="en-US" sz="6600" dirty="0" err="1" smtClean="0">
                <a:latin typeface="Cambria" pitchFamily="18" charset="0"/>
              </a:rPr>
              <a:t>Teraka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Jesosy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Zaza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soa</a:t>
            </a:r>
            <a:r>
              <a:rPr lang="en-US" sz="6600" dirty="0" smtClean="0">
                <a:latin typeface="Cambria" pitchFamily="18" charset="0"/>
              </a:rPr>
              <a:t>, 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Zaza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Malalan'ny</a:t>
            </a:r>
            <a:r>
              <a:rPr lang="en-US" sz="6600" dirty="0" smtClean="0">
                <a:latin typeface="Cambria" pitchFamily="18" charset="0"/>
              </a:rPr>
              <a:t> Ray </a:t>
            </a:r>
            <a:r>
              <a:rPr lang="en-US" sz="6600" dirty="0" err="1" smtClean="0">
                <a:latin typeface="Cambria" pitchFamily="18" charset="0"/>
              </a:rPr>
              <a:t>tokoa</a:t>
            </a:r>
            <a:r>
              <a:rPr lang="en-US" sz="6600" dirty="0" smtClean="0">
                <a:latin typeface="Cambria" pitchFamily="18" charset="0"/>
              </a:rPr>
              <a:t>. </a:t>
            </a:r>
          </a:p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Tonga </a:t>
            </a:r>
            <a:r>
              <a:rPr lang="en-US" sz="6600" dirty="0" err="1" smtClean="0">
                <a:latin typeface="Cambria" pitchFamily="18" charset="0"/>
              </a:rPr>
              <a:t>hamonjy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io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Zaza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io</a:t>
            </a:r>
            <a:r>
              <a:rPr lang="en-US" sz="6600" dirty="0" smtClean="0">
                <a:latin typeface="Cambria" pitchFamily="18" charset="0"/>
              </a:rPr>
              <a:t>,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071546"/>
          </a:xfrm>
        </p:spPr>
        <p:txBody>
          <a:bodyPr/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72</a:t>
            </a:r>
            <a:endParaRPr lang="fr-FR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0" y="857232"/>
            <a:ext cx="9144000" cy="6000768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Teraka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Betlehema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io</a:t>
            </a:r>
            <a:r>
              <a:rPr lang="en-US" sz="6600" dirty="0" smtClean="0">
                <a:latin typeface="Cambria" pitchFamily="18" charset="0"/>
              </a:rPr>
              <a:t>, 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Ento</a:t>
            </a:r>
            <a:r>
              <a:rPr lang="en-US" sz="6600" dirty="0" smtClean="0">
                <a:latin typeface="Cambria" pitchFamily="18" charset="0"/>
              </a:rPr>
              <a:t> ‘</a:t>
            </a:r>
            <a:r>
              <a:rPr lang="en-US" sz="6600" dirty="0" err="1" smtClean="0">
                <a:latin typeface="Cambria" pitchFamily="18" charset="0"/>
              </a:rPr>
              <a:t>zahay</a:t>
            </a:r>
            <a:r>
              <a:rPr lang="en-US" sz="6600" dirty="0" smtClean="0">
                <a:latin typeface="Cambria" pitchFamily="18" charset="0"/>
              </a:rPr>
              <a:t>, </a:t>
            </a:r>
            <a:r>
              <a:rPr lang="en-US" sz="6600" dirty="0" err="1" smtClean="0">
                <a:latin typeface="Cambria" pitchFamily="18" charset="0"/>
              </a:rPr>
              <a:t>Fanahy</a:t>
            </a:r>
            <a:r>
              <a:rPr lang="en-US" sz="6600" dirty="0" smtClean="0">
                <a:latin typeface="Cambria" pitchFamily="18" charset="0"/>
              </a:rPr>
              <a:t>, </a:t>
            </a:r>
            <a:r>
              <a:rPr lang="en-US" sz="6600" dirty="0" err="1" smtClean="0">
                <a:latin typeface="Cambria" pitchFamily="18" charset="0"/>
              </a:rPr>
              <a:t>hankao</a:t>
            </a:r>
            <a:endParaRPr lang="en-US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Andronay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mahafaly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izao</a:t>
            </a:r>
            <a:endParaRPr lang="en-US" sz="6600" dirty="0" smtClean="0">
              <a:latin typeface="Cambria" pitchFamily="18" charset="0"/>
            </a:endParaRPr>
          </a:p>
          <a:p>
            <a:pPr>
              <a:buNone/>
            </a:pPr>
            <a:endParaRPr lang="en-US" sz="6600" dirty="0" smtClean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071546"/>
          </a:xfrm>
        </p:spPr>
        <p:txBody>
          <a:bodyPr/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72</a:t>
            </a:r>
            <a:endParaRPr lang="fr-FR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0" y="857232"/>
            <a:ext cx="9144000" cy="6000768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Taona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fahasambaranay</a:t>
            </a:r>
            <a:r>
              <a:rPr lang="en-US" sz="6600" dirty="0" smtClean="0">
                <a:latin typeface="Cambria" pitchFamily="18" charset="0"/>
              </a:rPr>
              <a:t>, 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Volana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fifalianay</a:t>
            </a:r>
            <a:r>
              <a:rPr lang="en-US" sz="6600" dirty="0" smtClean="0">
                <a:latin typeface="Cambria" pitchFamily="18" charset="0"/>
              </a:rPr>
              <a:t>. 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Andro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firavoravoana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Anao</a:t>
            </a:r>
            <a:r>
              <a:rPr lang="en-US" sz="6600" dirty="0" smtClean="0">
                <a:latin typeface="Cambria" pitchFamily="18" charset="0"/>
              </a:rPr>
              <a:t> 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Jesosy</a:t>
            </a:r>
            <a:r>
              <a:rPr lang="en-US" sz="6600" dirty="0" smtClean="0">
                <a:latin typeface="Cambria" pitchFamily="18" charset="0"/>
              </a:rPr>
              <a:t>, </a:t>
            </a:r>
            <a:r>
              <a:rPr lang="en-US" sz="6600" dirty="0" err="1" smtClean="0">
                <a:latin typeface="Cambria" pitchFamily="18" charset="0"/>
              </a:rPr>
              <a:t>Zanaka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Masina</a:t>
            </a:r>
            <a:r>
              <a:rPr lang="en-US" sz="6600" dirty="0" smtClean="0">
                <a:latin typeface="Cambria" pitchFamily="18" charset="0"/>
              </a:rPr>
              <a:t> ô!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071546"/>
          </a:xfrm>
        </p:spPr>
        <p:txBody>
          <a:bodyPr/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72</a:t>
            </a:r>
            <a:endParaRPr lang="fr-FR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0" y="1428736"/>
            <a:ext cx="9144000" cy="5429264"/>
          </a:xfrm>
        </p:spPr>
        <p:txBody>
          <a:bodyPr>
            <a:normAutofit lnSpcReduction="10000"/>
          </a:bodyPr>
          <a:lstStyle/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4. </a:t>
            </a:r>
            <a:r>
              <a:rPr lang="en-US" sz="6600" dirty="0" err="1" smtClean="0">
                <a:latin typeface="Cambria" pitchFamily="18" charset="0"/>
              </a:rPr>
              <a:t>Sambatra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manana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Anao</a:t>
            </a:r>
            <a:r>
              <a:rPr lang="en-US" sz="6600" dirty="0" smtClean="0">
                <a:latin typeface="Cambria" pitchFamily="18" charset="0"/>
              </a:rPr>
              <a:t> ho. Ray, 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Faly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sy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ravo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tokoa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izahay</a:t>
            </a:r>
            <a:r>
              <a:rPr lang="en-US" sz="6600" dirty="0" smtClean="0">
                <a:latin typeface="Cambria" pitchFamily="18" charset="0"/>
              </a:rPr>
              <a:t>;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Jesosy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Tompo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nirahinao</a:t>
            </a:r>
            <a:r>
              <a:rPr lang="en-US" sz="6600" dirty="0" smtClean="0">
                <a:latin typeface="Cambria" pitchFamily="18" charset="0"/>
              </a:rPr>
              <a:t>,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071546"/>
          </a:xfrm>
        </p:spPr>
        <p:txBody>
          <a:bodyPr/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72</a:t>
            </a:r>
            <a:endParaRPr lang="fr-FR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0" y="857232"/>
            <a:ext cx="9144000" cy="6000768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Tonga ho </a:t>
            </a:r>
            <a:r>
              <a:rPr lang="en-US" sz="6600" dirty="0" err="1" smtClean="0">
                <a:latin typeface="Cambria" pitchFamily="18" charset="0"/>
              </a:rPr>
              <a:t>nofo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Zanakao</a:t>
            </a:r>
            <a:r>
              <a:rPr lang="en-US" sz="6600" dirty="0" smtClean="0">
                <a:latin typeface="Cambria" pitchFamily="18" charset="0"/>
              </a:rPr>
              <a:t>, 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Teraka</a:t>
            </a:r>
            <a:r>
              <a:rPr lang="en-US" sz="6600" dirty="0" smtClean="0">
                <a:latin typeface="Cambria" pitchFamily="18" charset="0"/>
              </a:rPr>
              <a:t> ho </a:t>
            </a:r>
            <a:r>
              <a:rPr lang="en-US" sz="6600" dirty="0" err="1" smtClean="0">
                <a:latin typeface="Cambria" pitchFamily="18" charset="0"/>
              </a:rPr>
              <a:t>Mpanavotra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anay</a:t>
            </a:r>
            <a:r>
              <a:rPr lang="en-US" sz="6600" dirty="0" smtClean="0">
                <a:latin typeface="Cambria" pitchFamily="18" charset="0"/>
              </a:rPr>
              <a:t> 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Avy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hifaly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eto</a:t>
            </a:r>
            <a:r>
              <a:rPr lang="en-US" sz="6600" dirty="0" smtClean="0">
                <a:latin typeface="Cambria" pitchFamily="18" charset="0"/>
              </a:rPr>
              <a:t> '</a:t>
            </a:r>
            <a:r>
              <a:rPr lang="en-US" sz="6600" dirty="0" err="1" smtClean="0">
                <a:latin typeface="Cambria" pitchFamily="18" charset="0"/>
              </a:rPr>
              <a:t>zahay</a:t>
            </a:r>
            <a:r>
              <a:rPr lang="en-US" sz="6600" dirty="0" smtClean="0">
                <a:latin typeface="Cambria" pitchFamily="18" charset="0"/>
              </a:rPr>
              <a:t>: </a:t>
            </a:r>
          </a:p>
          <a:p>
            <a:pPr>
              <a:buNone/>
            </a:pPr>
            <a:endParaRPr lang="en-US" sz="6600" dirty="0" smtClean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071546"/>
          </a:xfrm>
        </p:spPr>
        <p:txBody>
          <a:bodyPr/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72</a:t>
            </a:r>
            <a:endParaRPr lang="fr-FR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0" y="857232"/>
            <a:ext cx="9144000" cy="6000768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Taona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fahasambaranay</a:t>
            </a:r>
            <a:r>
              <a:rPr lang="en-US" sz="6600" dirty="0" smtClean="0">
                <a:latin typeface="Cambria" pitchFamily="18" charset="0"/>
              </a:rPr>
              <a:t>, 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Volana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fifalianay</a:t>
            </a:r>
            <a:r>
              <a:rPr lang="en-US" sz="6600" dirty="0" smtClean="0">
                <a:latin typeface="Cambria" pitchFamily="18" charset="0"/>
              </a:rPr>
              <a:t>. 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Andro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firavoravoana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Anao</a:t>
            </a:r>
            <a:r>
              <a:rPr lang="en-US" sz="6600" dirty="0" smtClean="0">
                <a:latin typeface="Cambria" pitchFamily="18" charset="0"/>
              </a:rPr>
              <a:t> 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Jesosy</a:t>
            </a:r>
            <a:r>
              <a:rPr lang="en-US" sz="6600" dirty="0" smtClean="0">
                <a:latin typeface="Cambria" pitchFamily="18" charset="0"/>
              </a:rPr>
              <a:t>, </a:t>
            </a:r>
            <a:r>
              <a:rPr lang="en-US" sz="6600" dirty="0" err="1" smtClean="0">
                <a:latin typeface="Cambria" pitchFamily="18" charset="0"/>
              </a:rPr>
              <a:t>Zanaka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Masina</a:t>
            </a:r>
            <a:r>
              <a:rPr lang="en-US" sz="6600" dirty="0" smtClean="0">
                <a:latin typeface="Cambria" pitchFamily="18" charset="0"/>
              </a:rPr>
              <a:t> ô!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214</Words>
  <PresentationFormat>Affichage à l'écran (4:3)</PresentationFormat>
  <Paragraphs>53</Paragraphs>
  <Slides>12</Slides>
  <Notes>1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12</vt:i4>
      </vt:variant>
    </vt:vector>
  </HeadingPairs>
  <TitlesOfParts>
    <vt:vector size="13" baseType="lpstr">
      <vt:lpstr>Thème Office</vt:lpstr>
      <vt:lpstr>HIRA 72</vt:lpstr>
      <vt:lpstr>HIRA 72</vt:lpstr>
      <vt:lpstr>HIRA 72</vt:lpstr>
      <vt:lpstr>HIRA 72</vt:lpstr>
      <vt:lpstr>HIRA 72</vt:lpstr>
      <vt:lpstr>HIRA 72</vt:lpstr>
      <vt:lpstr>HIRA 72</vt:lpstr>
      <vt:lpstr>HIRA 72</vt:lpstr>
      <vt:lpstr>HIRA 72</vt:lpstr>
      <vt:lpstr>HIRA 72</vt:lpstr>
      <vt:lpstr>HIRA 72</vt:lpstr>
      <vt:lpstr>HIRA 72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HIRA 68</dc:title>
  <dc:creator>M</dc:creator>
  <cp:lastModifiedBy>M</cp:lastModifiedBy>
  <cp:revision>8</cp:revision>
  <dcterms:created xsi:type="dcterms:W3CDTF">2012-12-08T21:27:25Z</dcterms:created>
  <dcterms:modified xsi:type="dcterms:W3CDTF">2013-12-22T16:49:27Z</dcterms:modified>
</cp:coreProperties>
</file>