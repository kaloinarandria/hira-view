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2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He,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antsika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havantsika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mamindra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32"/>
            <a:ext cx="8929718" cy="614364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Andeha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hifaly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zareo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Mpampifaly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manandrata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Hajao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Tompontsika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Andriamanintsika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Mpanala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rofy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614364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Avia mba hidera,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Ry mino tsara fo!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Avia manatera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Ny saotra ao am-po,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3. Ry Tompo, Zanahary!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Mihira izahay,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 teny mahafaly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No tonga ho anay;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Ny andro famonjena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No andro sitrakay;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Fanahy manatena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No ifalianay.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4. Ry Tomponay! Mandraisa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Ny haja entinay;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Tsy volamena anefa,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 saotra aterinay;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45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Autofit/>
          </a:bodyPr>
          <a:lstStyle/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Ry Jeso Tompo soa!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Isaoranay Hianao,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Fa lehibe tokoa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Ny fitiavanao.</a:t>
            </a:r>
          </a:p>
          <a:p>
            <a:pPr marL="996696" indent="-914400">
              <a:buNone/>
            </a:pPr>
            <a:r>
              <a:rPr lang="pt-BR" sz="6600" b="1" dirty="0" smtClean="0">
                <a:solidFill>
                  <a:srgbClr val="002060"/>
                </a:solidFill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139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45</vt:lpstr>
      <vt:lpstr>HIRA 45</vt:lpstr>
      <vt:lpstr>HIRA 45</vt:lpstr>
      <vt:lpstr>HIRA 45</vt:lpstr>
      <vt:lpstr>HIRA 45</vt:lpstr>
      <vt:lpstr>HIRA 45</vt:lpstr>
      <vt:lpstr>HIRA 45</vt:lpstr>
      <vt:lpstr>HIRA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15</cp:revision>
  <dcterms:created xsi:type="dcterms:W3CDTF">2012-10-02T21:52:07Z</dcterms:created>
  <dcterms:modified xsi:type="dcterms:W3CDTF">2014-12-14T07:03:29Z</dcterms:modified>
</cp:coreProperties>
</file>