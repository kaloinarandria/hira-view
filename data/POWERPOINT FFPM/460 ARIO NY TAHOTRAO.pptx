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Ario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tahotrao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lazain'ny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ho to;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fisentoanao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avokoa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feon'ny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fitarainanao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Valiany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2. </a:t>
            </a:r>
            <a:r>
              <a:rPr lang="es-ES" sz="6000" dirty="0" err="1" smtClean="0">
                <a:latin typeface="Cambria" pitchFamily="18" charset="0"/>
              </a:rPr>
              <a:t>Mpanjaka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lehibe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No </a:t>
            </a:r>
            <a:r>
              <a:rPr lang="es-ES" sz="6000" dirty="0" err="1" smtClean="0">
                <a:latin typeface="Cambria" pitchFamily="18" charset="0"/>
              </a:rPr>
              <a:t>itokianao</a:t>
            </a:r>
            <a:r>
              <a:rPr lang="es-E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tanany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mahery</a:t>
            </a:r>
            <a:r>
              <a:rPr lang="es-ES" sz="6000" dirty="0" smtClean="0"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No </a:t>
            </a:r>
            <a:r>
              <a:rPr lang="es-ES" sz="6000" dirty="0" err="1" smtClean="0">
                <a:latin typeface="Cambria" pitchFamily="18" charset="0"/>
              </a:rPr>
              <a:t>hamonjena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anao</a:t>
            </a:r>
            <a:r>
              <a:rPr lang="es-ES" sz="60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Tsy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misy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mahalà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'</a:t>
            </a:r>
            <a:r>
              <a:rPr lang="es-ES" sz="6000" dirty="0" err="1" smtClean="0">
                <a:latin typeface="Cambria" pitchFamily="18" charset="0"/>
              </a:rPr>
              <a:t>Zay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tiany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hatao</a:t>
            </a:r>
            <a:r>
              <a:rPr lang="es-ES" sz="6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Handositra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amin-tahotra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fahavalonao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3.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fitondrany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soa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No </a:t>
            </a:r>
            <a:r>
              <a:rPr lang="es-ES" sz="6000" dirty="0" err="1" smtClean="0">
                <a:latin typeface="Cambria" pitchFamily="18" charset="0"/>
              </a:rPr>
              <a:t>iankinonao</a:t>
            </a:r>
            <a:r>
              <a:rPr lang="es-E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Koa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aoka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hofidiny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koa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Izay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halehanao</a:t>
            </a:r>
            <a:r>
              <a:rPr lang="es-ES" sz="60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dia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tsy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takatrao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sainy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lalina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Izay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tendreny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anao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Ekeo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ho</a:t>
            </a:r>
            <a:r>
              <a:rPr lang="es-ES" sz="6000" dirty="0" smtClean="0">
                <a:latin typeface="Cambria" pitchFamily="18" charset="0"/>
              </a:rPr>
              <a:t> marina.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000" dirty="0" smtClean="0">
                <a:latin typeface="Cambria" pitchFamily="18" charset="0"/>
              </a:rPr>
              <a:t>4. </a:t>
            </a:r>
            <a:r>
              <a:rPr lang="es-ES" sz="6000" dirty="0" err="1" smtClean="0">
                <a:latin typeface="Cambria" pitchFamily="18" charset="0"/>
              </a:rPr>
              <a:t>Ry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Tompo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tsara</a:t>
            </a:r>
            <a:r>
              <a:rPr lang="es-ES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Mba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mijere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anay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Na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reraka</a:t>
            </a:r>
            <a:r>
              <a:rPr lang="es-ES" sz="6000" dirty="0" smtClean="0">
                <a:latin typeface="Cambria" pitchFamily="18" charset="0"/>
              </a:rPr>
              <a:t> aza re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fo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Tohanonao</a:t>
            </a:r>
            <a:r>
              <a:rPr lang="es-ES" sz="6000" dirty="0" smtClean="0">
                <a:latin typeface="Cambria" pitchFamily="18" charset="0"/>
              </a:rPr>
              <a:t> '</a:t>
            </a:r>
            <a:r>
              <a:rPr lang="es-ES" sz="6000" dirty="0" err="1" smtClean="0">
                <a:latin typeface="Cambria" pitchFamily="18" charset="0"/>
              </a:rPr>
              <a:t>zahay</a:t>
            </a:r>
            <a:r>
              <a:rPr lang="es-ES" sz="60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460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Ovay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hevitray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Ny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fonay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hazavao</a:t>
            </a:r>
            <a:r>
              <a:rPr lang="es-E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Izay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atoronao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anay</a:t>
            </a:r>
            <a:endParaRPr lang="es-E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000" dirty="0" err="1" smtClean="0">
                <a:latin typeface="Cambria" pitchFamily="18" charset="0"/>
              </a:rPr>
              <a:t>Hizoranay</a:t>
            </a:r>
            <a:r>
              <a:rPr lang="es-ES" sz="6000" dirty="0" smtClean="0">
                <a:latin typeface="Cambria" pitchFamily="18" charset="0"/>
              </a:rPr>
              <a:t> </a:t>
            </a:r>
            <a:r>
              <a:rPr lang="es-ES" sz="6000" dirty="0" err="1" smtClean="0">
                <a:latin typeface="Cambria" pitchFamily="18" charset="0"/>
              </a:rPr>
              <a:t>izao</a:t>
            </a:r>
            <a:r>
              <a:rPr lang="es-E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460</vt:lpstr>
      <vt:lpstr>HIRA 460</vt:lpstr>
      <vt:lpstr>HIRA 460</vt:lpstr>
      <vt:lpstr>HIRA 460</vt:lpstr>
      <vt:lpstr>HIRA 460</vt:lpstr>
      <vt:lpstr>HIRA 460</vt:lpstr>
      <vt:lpstr>HIRA 460</vt:lpstr>
      <vt:lpstr>HIRA 460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460</dc:title>
  <dc:creator>M</dc:creator>
  <cp:lastModifiedBy>M</cp:lastModifiedBy>
  <cp:revision>1</cp:revision>
  <dcterms:created xsi:type="dcterms:W3CDTF">2012-12-08T20:57:48Z</dcterms:created>
  <dcterms:modified xsi:type="dcterms:W3CDTF">2012-12-08T21:04:14Z</dcterms:modified>
</cp:coreProperties>
</file>