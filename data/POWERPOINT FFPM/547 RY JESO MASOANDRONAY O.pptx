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646" autoAdjust="0"/>
    <p:restoredTop sz="94660"/>
  </p:normalViewPr>
  <p:slideViewPr>
    <p:cSldViewPr>
      <p:cViewPr varScale="1">
        <p:scale>
          <a:sx n="75" d="100"/>
          <a:sy n="75" d="100"/>
        </p:scale>
        <p:origin x="990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21/05/2017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21/05/2017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21/05/2017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21/05/2017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21/05/2017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21/05/2017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21/05/2017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21/05/2017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21/05/2017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21/05/2017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21/05/2017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21/05/2017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7498080" cy="785794"/>
          </a:xfrm>
        </p:spPr>
        <p:txBody>
          <a:bodyPr/>
          <a:lstStyle/>
          <a:p>
            <a:pPr algn="ctr"/>
            <a:r>
              <a:rPr lang="fr-FR" dirty="0" smtClean="0">
                <a:solidFill>
                  <a:srgbClr val="0070C0"/>
                </a:solidFill>
              </a:rPr>
              <a:t>HIRA 547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7504" y="928670"/>
            <a:ext cx="9429784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1. </a:t>
            </a: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Masoandronay</a:t>
            </a:r>
            <a:r>
              <a:rPr lang="en-US" sz="6000" dirty="0" smtClean="0">
                <a:latin typeface="Cambria" pitchFamily="18" charset="0"/>
              </a:rPr>
              <a:t> ô! 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aizin'ny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lasa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tokoa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tonga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aty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anatinay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izao</a:t>
            </a:r>
            <a:r>
              <a:rPr lang="en-US" sz="6000" dirty="0" smtClean="0">
                <a:latin typeface="Cambria" pitchFamily="18" charset="0"/>
              </a:rPr>
              <a:t> 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Mazava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lehibe</a:t>
            </a:r>
            <a:r>
              <a:rPr lang="en-US" sz="6000" dirty="0" smtClean="0">
                <a:latin typeface="Cambria" pitchFamily="18" charset="0"/>
              </a:rPr>
              <a:t>.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7498080" cy="7143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solidFill>
                  <a:srgbClr val="0070C0"/>
                </a:solidFill>
              </a:rPr>
              <a:t>HIRA 547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314" y="785794"/>
            <a:ext cx="9501222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Eny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! </a:t>
            </a:r>
            <a:r>
              <a:rPr lang="en-US" sz="6000" dirty="0" err="1" smtClean="0">
                <a:latin typeface="Cambria" pitchFamily="18" charset="0"/>
              </a:rPr>
              <a:t>Zoky</a:t>
            </a:r>
            <a:r>
              <a:rPr lang="en-US" sz="6000" dirty="0" smtClean="0">
                <a:latin typeface="Cambria" pitchFamily="18" charset="0"/>
              </a:rPr>
              <a:t> be </a:t>
            </a:r>
            <a:r>
              <a:rPr lang="en-US" sz="6000" dirty="0" err="1" smtClean="0">
                <a:latin typeface="Cambria" pitchFamily="18" charset="0"/>
              </a:rPr>
              <a:t>fitia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Soa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lehibe</a:t>
            </a:r>
            <a:r>
              <a:rPr lang="en-US" sz="6000" dirty="0" smtClean="0">
                <a:latin typeface="Cambria" pitchFamily="18" charset="0"/>
              </a:rPr>
              <a:t> no </a:t>
            </a:r>
            <a:r>
              <a:rPr lang="en-US" sz="6000" dirty="0" err="1" smtClean="0">
                <a:latin typeface="Cambria" pitchFamily="18" charset="0"/>
              </a:rPr>
              <a:t>nentinao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taty</a:t>
            </a:r>
            <a:r>
              <a:rPr lang="en-US" sz="6000" dirty="0" smtClean="0">
                <a:latin typeface="Cambria" pitchFamily="18" charset="0"/>
              </a:rPr>
              <a:t>, 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Avy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izahay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hisaotra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Anao</a:t>
            </a:r>
            <a:r>
              <a:rPr lang="en-US" sz="6000" dirty="0" smtClean="0">
                <a:latin typeface="Cambria" pitchFamily="18" charset="0"/>
              </a:rPr>
              <a:t> 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Noho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fitiavanao</a:t>
            </a:r>
            <a:r>
              <a:rPr lang="en-US" sz="6000" dirty="0" smtClean="0">
                <a:latin typeface="Cambria" pitchFamily="18" charset="0"/>
              </a:rPr>
              <a:t>.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7498080" cy="428604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solidFill>
                  <a:srgbClr val="0070C0"/>
                </a:solidFill>
              </a:rPr>
              <a:t>HIRA 547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500042"/>
            <a:ext cx="8929718" cy="635795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2. </a:t>
            </a:r>
            <a:r>
              <a:rPr lang="en-US" sz="6000" dirty="0" err="1" smtClean="0">
                <a:latin typeface="Cambria" pitchFamily="18" charset="0"/>
              </a:rPr>
              <a:t>Vangianao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tokantrano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Ka </a:t>
            </a:r>
            <a:r>
              <a:rPr lang="en-US" sz="6000" dirty="0" err="1" smtClean="0">
                <a:latin typeface="Cambria" pitchFamily="18" charset="0"/>
              </a:rPr>
              <a:t>menatr</a:t>
            </a:r>
            <a:r>
              <a:rPr lang="en-US" sz="6000" dirty="0" smtClean="0">
                <a:latin typeface="Cambria" pitchFamily="18" charset="0"/>
              </a:rPr>
              <a:t>' </a:t>
            </a:r>
            <a:r>
              <a:rPr lang="en-US" sz="6000" dirty="0" err="1" smtClean="0">
                <a:latin typeface="Cambria" pitchFamily="18" charset="0"/>
              </a:rPr>
              <a:t>ery</a:t>
            </a:r>
            <a:r>
              <a:rPr lang="en-US" sz="6000" dirty="0" smtClean="0">
                <a:latin typeface="Cambria" pitchFamily="18" charset="0"/>
              </a:rPr>
              <a:t>,  </a:t>
            </a:r>
            <a:r>
              <a:rPr lang="en-US" sz="6000" dirty="0" err="1" smtClean="0">
                <a:latin typeface="Cambria" pitchFamily="18" charset="0"/>
              </a:rPr>
              <a:t>kaody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lao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fomba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ahitana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angano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sitrakao</a:t>
            </a:r>
            <a:r>
              <a:rPr lang="en-US" sz="6000" dirty="0" smtClean="0">
                <a:latin typeface="Cambria" pitchFamily="18" charset="0"/>
              </a:rPr>
              <a:t>.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7498080" cy="642918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solidFill>
                  <a:srgbClr val="0070C0"/>
                </a:solidFill>
              </a:rPr>
              <a:t>HIRA 547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642918"/>
            <a:ext cx="9144064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Eny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! </a:t>
            </a:r>
            <a:r>
              <a:rPr lang="en-US" sz="6000" dirty="0" err="1" smtClean="0">
                <a:latin typeface="Cambria" pitchFamily="18" charset="0"/>
              </a:rPr>
              <a:t>Zoky</a:t>
            </a:r>
            <a:r>
              <a:rPr lang="en-US" sz="6000" dirty="0" smtClean="0">
                <a:latin typeface="Cambria" pitchFamily="18" charset="0"/>
              </a:rPr>
              <a:t> be </a:t>
            </a:r>
            <a:r>
              <a:rPr lang="en-US" sz="6000" dirty="0" err="1" smtClean="0">
                <a:latin typeface="Cambria" pitchFamily="18" charset="0"/>
              </a:rPr>
              <a:t>fitia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Soa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lehibe</a:t>
            </a:r>
            <a:r>
              <a:rPr lang="en-US" sz="6000" dirty="0" smtClean="0">
                <a:latin typeface="Cambria" pitchFamily="18" charset="0"/>
              </a:rPr>
              <a:t> no </a:t>
            </a:r>
            <a:r>
              <a:rPr lang="en-US" sz="6000" dirty="0" err="1" smtClean="0">
                <a:latin typeface="Cambria" pitchFamily="18" charset="0"/>
              </a:rPr>
              <a:t>nentinao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taty</a:t>
            </a:r>
            <a:r>
              <a:rPr lang="en-US" sz="6000" dirty="0" smtClean="0">
                <a:latin typeface="Cambria" pitchFamily="18" charset="0"/>
              </a:rPr>
              <a:t>, 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Avy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izahay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hisaotra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Anao</a:t>
            </a:r>
            <a:r>
              <a:rPr lang="en-US" sz="6000" dirty="0" smtClean="0">
                <a:latin typeface="Cambria" pitchFamily="18" charset="0"/>
              </a:rPr>
              <a:t> 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Noho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fitiavanao</a:t>
            </a:r>
            <a:r>
              <a:rPr lang="en-US" sz="6000" dirty="0" smtClean="0">
                <a:latin typeface="Cambria" pitchFamily="18" charset="0"/>
              </a:rPr>
              <a:t>.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7498080" cy="642918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solidFill>
                  <a:srgbClr val="0070C0"/>
                </a:solidFill>
              </a:rPr>
              <a:t>HIRA 547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5400" dirty="0" smtClean="0">
                <a:latin typeface="Cambria" pitchFamily="18" charset="0"/>
              </a:rPr>
              <a:t>3. </a:t>
            </a:r>
            <a:r>
              <a:rPr lang="en-US" sz="6000" dirty="0" err="1" smtClean="0">
                <a:latin typeface="Cambria" pitchFamily="18" charset="0"/>
              </a:rPr>
              <a:t>Mpanjaka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Fiadananay</a:t>
            </a:r>
            <a:r>
              <a:rPr lang="en-US" sz="6000" dirty="0" smtClean="0">
                <a:latin typeface="Cambria" pitchFamily="18" charset="0"/>
              </a:rPr>
              <a:t> ô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Ekena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tokoa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herinao</a:t>
            </a:r>
            <a:r>
              <a:rPr lang="en-US" sz="6000" dirty="0" smtClean="0">
                <a:latin typeface="Cambria" pitchFamily="18" charset="0"/>
              </a:rPr>
              <a:t> :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sabatry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firenena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Hatao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fangady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izao</a:t>
            </a:r>
            <a:r>
              <a:rPr lang="en-US" sz="6000" dirty="0" smtClean="0">
                <a:latin typeface="Cambria" pitchFamily="18" charset="0"/>
              </a:rPr>
              <a:t>.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7498080" cy="642918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solidFill>
                  <a:srgbClr val="0070C0"/>
                </a:solidFill>
              </a:rPr>
              <a:t>HIRA 547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928694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Eny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! </a:t>
            </a:r>
            <a:r>
              <a:rPr lang="en-US" sz="6000" dirty="0" err="1" smtClean="0">
                <a:latin typeface="Cambria" pitchFamily="18" charset="0"/>
              </a:rPr>
              <a:t>Zoky</a:t>
            </a:r>
            <a:r>
              <a:rPr lang="en-US" sz="6000" dirty="0" smtClean="0">
                <a:latin typeface="Cambria" pitchFamily="18" charset="0"/>
              </a:rPr>
              <a:t> be </a:t>
            </a:r>
            <a:r>
              <a:rPr lang="en-US" sz="6000" dirty="0" err="1" smtClean="0">
                <a:latin typeface="Cambria" pitchFamily="18" charset="0"/>
              </a:rPr>
              <a:t>fitia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Soa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lehibe</a:t>
            </a:r>
            <a:r>
              <a:rPr lang="en-US" sz="6000" dirty="0" smtClean="0">
                <a:latin typeface="Cambria" pitchFamily="18" charset="0"/>
              </a:rPr>
              <a:t> no </a:t>
            </a:r>
            <a:r>
              <a:rPr lang="en-US" sz="6000" dirty="0" err="1" smtClean="0">
                <a:latin typeface="Cambria" pitchFamily="18" charset="0"/>
              </a:rPr>
              <a:t>nentinao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taty</a:t>
            </a:r>
            <a:r>
              <a:rPr lang="en-US" sz="6000" dirty="0" smtClean="0">
                <a:latin typeface="Cambria" pitchFamily="18" charset="0"/>
              </a:rPr>
              <a:t>, 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Avy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izahay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hisaotra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Anao</a:t>
            </a:r>
            <a:r>
              <a:rPr lang="en-US" sz="6000" dirty="0" smtClean="0">
                <a:latin typeface="Cambria" pitchFamily="18" charset="0"/>
              </a:rPr>
              <a:t> 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Noho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fitiavanao</a:t>
            </a:r>
            <a:r>
              <a:rPr lang="en-US" sz="6000" dirty="0" smtClean="0">
                <a:latin typeface="Cambria" pitchFamily="18" charset="0"/>
              </a:rPr>
              <a:t>.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7498080" cy="7143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>
                <a:solidFill>
                  <a:srgbClr val="0070C0"/>
                </a:solidFill>
              </a:rPr>
              <a:t>HIRA 547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844" y="1214422"/>
            <a:ext cx="9286940" cy="564357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4. </a:t>
            </a: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Tompo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anay</a:t>
            </a:r>
            <a:r>
              <a:rPr lang="en-US" sz="6000" dirty="0" smtClean="0">
                <a:latin typeface="Cambria" pitchFamily="18" charset="0"/>
              </a:rPr>
              <a:t> ô! 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Misaotra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izahay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henika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hasoavanao</a:t>
            </a:r>
            <a:r>
              <a:rPr lang="en-US" sz="6000" dirty="0" smtClean="0">
                <a:latin typeface="Cambria" pitchFamily="18" charset="0"/>
              </a:rPr>
              <a:t> 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Izao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tontolo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izao</a:t>
            </a:r>
            <a:r>
              <a:rPr lang="en-US" sz="6000" dirty="0" smtClean="0">
                <a:latin typeface="Cambria" pitchFamily="18" charset="0"/>
              </a:rPr>
              <a:t>.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7498080" cy="928670"/>
          </a:xfrm>
        </p:spPr>
        <p:txBody>
          <a:bodyPr/>
          <a:lstStyle/>
          <a:p>
            <a:pPr algn="ctr"/>
            <a:r>
              <a:rPr lang="fr-FR" dirty="0" smtClean="0">
                <a:solidFill>
                  <a:srgbClr val="0070C0"/>
                </a:solidFill>
              </a:rPr>
              <a:t>HIRA 547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14356"/>
            <a:ext cx="9286940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Eny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! </a:t>
            </a:r>
            <a:r>
              <a:rPr lang="en-US" sz="6000" dirty="0" err="1" smtClean="0">
                <a:latin typeface="Cambria" pitchFamily="18" charset="0"/>
              </a:rPr>
              <a:t>Zoky</a:t>
            </a:r>
            <a:r>
              <a:rPr lang="en-US" sz="6000" dirty="0" smtClean="0">
                <a:latin typeface="Cambria" pitchFamily="18" charset="0"/>
              </a:rPr>
              <a:t> be </a:t>
            </a:r>
            <a:r>
              <a:rPr lang="en-US" sz="6000" dirty="0" err="1" smtClean="0">
                <a:latin typeface="Cambria" pitchFamily="18" charset="0"/>
              </a:rPr>
              <a:t>fitia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Soa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lehibe</a:t>
            </a:r>
            <a:r>
              <a:rPr lang="en-US" sz="6000" dirty="0" smtClean="0">
                <a:latin typeface="Cambria" pitchFamily="18" charset="0"/>
              </a:rPr>
              <a:t> no </a:t>
            </a:r>
            <a:r>
              <a:rPr lang="en-US" sz="6000" dirty="0" err="1" smtClean="0">
                <a:latin typeface="Cambria" pitchFamily="18" charset="0"/>
              </a:rPr>
              <a:t>nentinao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taty</a:t>
            </a:r>
            <a:r>
              <a:rPr lang="en-US" sz="6000" dirty="0" smtClean="0">
                <a:latin typeface="Cambria" pitchFamily="18" charset="0"/>
              </a:rPr>
              <a:t>, 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Avy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izahay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hisaotra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Anao</a:t>
            </a:r>
            <a:r>
              <a:rPr lang="en-US" sz="6000" dirty="0" smtClean="0">
                <a:latin typeface="Cambria" pitchFamily="18" charset="0"/>
              </a:rPr>
              <a:t> 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Noho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fitiavanao</a:t>
            </a:r>
            <a:r>
              <a:rPr lang="en-US" sz="6000" dirty="0" smtClean="0">
                <a:latin typeface="Cambria" pitchFamily="18" charset="0"/>
              </a:rPr>
              <a:t>.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193</Words>
  <Application>Microsoft Office PowerPoint</Application>
  <PresentationFormat>Affichage à l'écran (4:3)</PresentationFormat>
  <Paragraphs>40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Thème Office</vt:lpstr>
      <vt:lpstr>HIRA 547</vt:lpstr>
      <vt:lpstr>HIRA 547</vt:lpstr>
      <vt:lpstr>HIRA 547</vt:lpstr>
      <vt:lpstr>HIRA 547</vt:lpstr>
      <vt:lpstr>HIRA 547</vt:lpstr>
      <vt:lpstr>HIRA 547</vt:lpstr>
      <vt:lpstr>HIRA 547</vt:lpstr>
      <vt:lpstr>HIRA 547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547</dc:title>
  <dc:creator>M</dc:creator>
  <cp:lastModifiedBy>c060</cp:lastModifiedBy>
  <cp:revision>9</cp:revision>
  <dcterms:created xsi:type="dcterms:W3CDTF">2012-10-21T19:03:11Z</dcterms:created>
  <dcterms:modified xsi:type="dcterms:W3CDTF">2017-05-21T03:04:14Z</dcterms:modified>
</cp:coreProperties>
</file>