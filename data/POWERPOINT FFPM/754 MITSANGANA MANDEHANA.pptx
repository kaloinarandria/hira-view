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3" r:id="rId3"/>
    <p:sldId id="264" r:id="rId4"/>
    <p:sldId id="265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9512" autoAdjust="0"/>
    <p:restoredTop sz="94660"/>
  </p:normalViewPr>
  <p:slideViewPr>
    <p:cSldViewPr>
      <p:cViewPr varScale="1">
        <p:scale>
          <a:sx n="71" d="100"/>
          <a:sy n="71" d="100"/>
        </p:scale>
        <p:origin x="-90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0001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754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714356"/>
            <a:ext cx="8786842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Mitsangàna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mandehana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zatovo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be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laolao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Manatona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Mpamonjy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Avelao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sitrapo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0001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754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928670"/>
            <a:ext cx="8786842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2. He,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tsarovy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mahantra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Sady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ory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hatàny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Mpamonjy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Dieny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mbola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hitanao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>
              <a:buNone/>
            </a:pP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0001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754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928670"/>
            <a:ext cx="8786842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Mandehana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mianara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hendry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miandry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Hampianatra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0001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754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928670"/>
            <a:ext cx="8786842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zatovo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Mandehana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vitao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asanao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Mahereza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osa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Mahery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homba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86</Words>
  <PresentationFormat>Affichage à l'écran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HIRA 754</vt:lpstr>
      <vt:lpstr>HIRA 754</vt:lpstr>
      <vt:lpstr>HIRA 754</vt:lpstr>
      <vt:lpstr>HIRA 754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19</dc:title>
  <dc:creator>M</dc:creator>
  <cp:lastModifiedBy>M</cp:lastModifiedBy>
  <cp:revision>6</cp:revision>
  <dcterms:created xsi:type="dcterms:W3CDTF">2012-10-02T21:28:02Z</dcterms:created>
  <dcterms:modified xsi:type="dcterms:W3CDTF">2014-07-26T18:41:02Z</dcterms:modified>
</cp:coreProperties>
</file>