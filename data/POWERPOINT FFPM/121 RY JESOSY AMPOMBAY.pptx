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121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ampombay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Fiadanana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maharo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121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ampahafantaro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Ra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jerena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fandresena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121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Mpandresy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ambarao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vokatr'ady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aim-</a:t>
            </a:r>
            <a:r>
              <a:rPr lang="en-US" sz="6600" dirty="0" err="1" smtClean="0">
                <a:latin typeface="Cambria" pitchFamily="18" charset="0"/>
              </a:rPr>
              <a:t>baovao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121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andramanay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sahady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tafika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miseho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smtClean="0">
                <a:latin typeface="Cambria" pitchFamily="18" charset="0"/>
              </a:rPr>
              <a:t>Fiadanam-po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omeo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58</Words>
  <PresentationFormat>Affichage à l'écran (4:3)</PresentationFormat>
  <Paragraphs>16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121</vt:lpstr>
      <vt:lpstr>HIRA 121</vt:lpstr>
      <vt:lpstr>HIRA 121</vt:lpstr>
      <vt:lpstr>HIRA 121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12</cp:revision>
  <dcterms:created xsi:type="dcterms:W3CDTF">2012-10-21T18:56:48Z</dcterms:created>
  <dcterms:modified xsi:type="dcterms:W3CDTF">2013-07-03T06:28:17Z</dcterms:modified>
</cp:coreProperties>
</file>