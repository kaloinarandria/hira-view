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Ô!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Fanahin'ny</a:t>
            </a:r>
            <a:r>
              <a:rPr lang="en-US" sz="7200" dirty="0" smtClean="0">
                <a:latin typeface="Cambria" pitchFamily="18" charset="0"/>
              </a:rPr>
              <a:t> Ray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ambony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Andriamanitra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mandrakizay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avela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hisaraka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intsony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olo-mino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hiray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Taomy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an'i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mbola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maizina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hazavao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7200" dirty="0" smtClean="0">
                <a:latin typeface="Cambria" pitchFamily="18" charset="0"/>
              </a:rPr>
              <a:t>Hahafantarany tsara ny vonjy,</a:t>
            </a:r>
          </a:p>
          <a:p>
            <a:pPr>
              <a:buNone/>
            </a:pPr>
            <a:r>
              <a:rPr lang="nn-NO" sz="7200" dirty="0" smtClean="0">
                <a:latin typeface="Cambria" pitchFamily="18" charset="0"/>
              </a:rPr>
              <a:t>Dia ho faly ny mpino 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Ô!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Mpiantoka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famonjena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antoka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Tonga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Iraka</a:t>
            </a:r>
            <a:r>
              <a:rPr lang="en-US" sz="7200" dirty="0" smtClean="0">
                <a:latin typeface="Cambria" pitchFamily="18" charset="0"/>
              </a:rPr>
              <a:t> be </a:t>
            </a:r>
            <a:r>
              <a:rPr lang="en-US" sz="7200" dirty="0" err="1" smtClean="0">
                <a:latin typeface="Cambria" pitchFamily="18" charset="0"/>
              </a:rPr>
              <a:t>fahendrena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hanambara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sitraponao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lelafo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noraisin'ny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mino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fiteniny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tonga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vaovao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nahagaga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tena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nampino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Mpampionona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sitrano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voaratran'ny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ota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ampiadano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malahelo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falio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indray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O,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ovaonao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Taomy</a:t>
            </a:r>
            <a:r>
              <a:rPr lang="en-US" sz="7200" dirty="0" smtClean="0">
                <a:latin typeface="Cambria" pitchFamily="18" charset="0"/>
              </a:rPr>
              <a:t> ka </a:t>
            </a:r>
            <a:r>
              <a:rPr lang="en-US" sz="7200" dirty="0" err="1" smtClean="0">
                <a:latin typeface="Cambria" pitchFamily="18" charset="0"/>
              </a:rPr>
              <a:t>ampahareto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185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arovy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hafoinay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intsony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to.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168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185</vt:lpstr>
      <vt:lpstr>Hira 185</vt:lpstr>
      <vt:lpstr>Hira 185</vt:lpstr>
      <vt:lpstr>Hira 185</vt:lpstr>
      <vt:lpstr>Hira 185</vt:lpstr>
      <vt:lpstr>Hira 185</vt:lpstr>
      <vt:lpstr>Hira 185</vt:lpstr>
      <vt:lpstr>Hira 185</vt:lpstr>
      <vt:lpstr>Hira 185</vt:lpstr>
      <vt:lpstr>Hira 185</vt:lpstr>
      <vt:lpstr>Hira 185</vt:lpstr>
      <vt:lpstr>Hira 185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6</cp:revision>
  <dcterms:created xsi:type="dcterms:W3CDTF">2012-11-11T21:19:33Z</dcterms:created>
  <dcterms:modified xsi:type="dcterms:W3CDTF">2013-08-21T18:52:49Z</dcterms:modified>
</cp:coreProperties>
</file>