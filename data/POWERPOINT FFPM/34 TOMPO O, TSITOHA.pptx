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1655" autoAdjust="0"/>
    <p:restoredTop sz="94660"/>
  </p:normalViewPr>
  <p:slideViewPr>
    <p:cSldViewPr>
      <p:cViewPr varScale="1">
        <p:scale>
          <a:sx n="54" d="100"/>
          <a:sy n="54" d="100"/>
        </p:scale>
        <p:origin x="-96" y="-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4292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ô,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Tsitoha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Zanaharinay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Asan-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tananao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re</a:t>
            </a:r>
          </a:p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Zao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55007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Mahagaga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indrindra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fahaizanao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Entinao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mitondra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miasa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35782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 Jehovah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miovaova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zao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000108"/>
            <a:ext cx="8858280" cy="535782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Mahagaga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indrindra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fitiavanao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mety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miova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mandao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4292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Ray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niandohana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Fony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fahizay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Mbola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hiafarana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rahotrizay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b="1" smtClean="0">
                <a:solidFill>
                  <a:srgbClr val="0070C0"/>
                </a:solidFill>
                <a:latin typeface="Cambria" pitchFamily="18" charset="0"/>
              </a:rPr>
              <a:t>HIRA 34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35782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Raiso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moramora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Re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zanakao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tonga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ora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Hiantsoanao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86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34</vt:lpstr>
      <vt:lpstr>HIRA 34</vt:lpstr>
      <vt:lpstr>HIRA 34</vt:lpstr>
      <vt:lpstr>HIRA 34</vt:lpstr>
      <vt:lpstr>HIRA 34</vt:lpstr>
      <vt:lpstr>HIRA 34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21: 1, 3</dc:title>
  <dc:creator>M</dc:creator>
  <cp:lastModifiedBy>M</cp:lastModifiedBy>
  <cp:revision>19</cp:revision>
  <dcterms:created xsi:type="dcterms:W3CDTF">2012-10-02T21:34:15Z</dcterms:created>
  <dcterms:modified xsi:type="dcterms:W3CDTF">2014-08-04T12:51:51Z</dcterms:modified>
</cp:coreProperties>
</file>