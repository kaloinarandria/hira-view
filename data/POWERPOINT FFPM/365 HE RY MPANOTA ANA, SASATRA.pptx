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5982" autoAdjust="0"/>
    <p:restoredTop sz="94660"/>
  </p:normalViewPr>
  <p:slideViewPr>
    <p:cSldViewPr>
      <p:cViewPr varScale="1">
        <p:scale>
          <a:sx n="48" d="100"/>
          <a:sy n="48" d="100"/>
        </p:scale>
        <p:origin x="-90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F6BA-8CB1-4A77-85F5-A4010360BB01}" type="datetimeFigureOut">
              <a:rPr lang="fr-FR" smtClean="0"/>
              <a:pPr/>
              <a:t>06/09/2014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F6BA-8CB1-4A77-85F5-A4010360BB01}" type="datetimeFigureOut">
              <a:rPr lang="fr-FR" smtClean="0"/>
              <a:pPr/>
              <a:t>06/09/2014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F6BA-8CB1-4A77-85F5-A4010360BB01}" type="datetimeFigureOut">
              <a:rPr lang="fr-FR" smtClean="0"/>
              <a:pPr/>
              <a:t>06/09/2014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F6BA-8CB1-4A77-85F5-A4010360BB01}" type="datetimeFigureOut">
              <a:rPr lang="fr-FR" smtClean="0"/>
              <a:pPr/>
              <a:t>06/09/2014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F6BA-8CB1-4A77-85F5-A4010360BB01}" type="datetimeFigureOut">
              <a:rPr lang="fr-FR" smtClean="0"/>
              <a:pPr/>
              <a:t>06/09/2014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F6BA-8CB1-4A77-85F5-A4010360BB01}" type="datetimeFigureOut">
              <a:rPr lang="fr-FR" smtClean="0"/>
              <a:pPr/>
              <a:t>06/09/2014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F6BA-8CB1-4A77-85F5-A4010360BB01}" type="datetimeFigureOut">
              <a:rPr lang="fr-FR" smtClean="0"/>
              <a:pPr/>
              <a:t>06/09/2014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F6BA-8CB1-4A77-85F5-A4010360BB01}" type="datetimeFigureOut">
              <a:rPr lang="fr-FR" smtClean="0"/>
              <a:pPr/>
              <a:t>06/09/2014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F6BA-8CB1-4A77-85F5-A4010360BB01}" type="datetimeFigureOut">
              <a:rPr lang="fr-FR" smtClean="0"/>
              <a:pPr/>
              <a:t>06/09/2014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F6BA-8CB1-4A77-85F5-A4010360BB01}" type="datetimeFigureOut">
              <a:rPr lang="fr-FR" smtClean="0"/>
              <a:pPr/>
              <a:t>06/09/2014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F6BA-8CB1-4A77-85F5-A4010360BB01}" type="datetimeFigureOut">
              <a:rPr lang="fr-FR" smtClean="0"/>
              <a:pPr/>
              <a:t>06/09/2014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06/09/2014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DF6BA-8CB1-4A77-85F5-A4010360BB01}" type="datetimeFigureOut">
              <a:rPr lang="fr-FR" smtClean="0"/>
              <a:pPr/>
              <a:t>06/09/2014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574DA-E3DA-4916-A6A1-1DF3362D0D7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357166"/>
            <a:ext cx="8229600" cy="642942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14356"/>
            <a:ext cx="850112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1. He!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mpanota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ana,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sasatra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Mitondra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fahoriana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78581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857232"/>
            <a:ext cx="850112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Mpanavotra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olo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meloka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mahavonjy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fanahinao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14356"/>
            <a:ext cx="850112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Mpamela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helokao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kivy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faty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1071546"/>
            <a:ext cx="8501122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re :,: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handao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14356"/>
            <a:ext cx="850112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Indro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fitiavan-dehibe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ainy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nataony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zavatra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714380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14356"/>
            <a:ext cx="850112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7200" b="1" dirty="0" smtClean="0">
                <a:solidFill>
                  <a:srgbClr val="002060"/>
                </a:solidFill>
                <a:latin typeface="Cambria" pitchFamily="18" charset="0"/>
              </a:rPr>
              <a:t>Hamonjy ny mpanota meloka,</a:t>
            </a:r>
          </a:p>
          <a:p>
            <a:pPr>
              <a:buNone/>
            </a:pPr>
            <a:r>
              <a:rPr lang="fi-FI" sz="7200" b="1" dirty="0" smtClean="0">
                <a:solidFill>
                  <a:srgbClr val="002060"/>
                </a:solidFill>
                <a:latin typeface="Cambria" pitchFamily="18" charset="0"/>
              </a:rPr>
              <a:t>Sy manana entana mavesatra: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357166"/>
            <a:ext cx="8229600" cy="642942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14356"/>
            <a:ext cx="850112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Mpamela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helokao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kivy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faty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1071546"/>
            <a:ext cx="8501122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re :,: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handao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78581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14356"/>
            <a:ext cx="850112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mahareta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tanany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mahery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hiambina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14356"/>
            <a:ext cx="850112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malaky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resin-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tahotra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hiala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14356"/>
            <a:ext cx="850112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Mpamela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helokao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kivy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faty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857232"/>
            <a:ext cx="850112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re :,: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handao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169</Words>
  <PresentationFormat>Affichage à l'écran (4:3)</PresentationFormat>
  <Paragraphs>36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12</vt:i4>
      </vt:variant>
    </vt:vector>
  </HeadingPairs>
  <TitlesOfParts>
    <vt:vector size="14" baseType="lpstr">
      <vt:lpstr>Thème Office</vt:lpstr>
      <vt:lpstr>1_Thème Office</vt:lpstr>
      <vt:lpstr>HIRA 365</vt:lpstr>
      <vt:lpstr>HIRA 365</vt:lpstr>
      <vt:lpstr>HIRA 365</vt:lpstr>
      <vt:lpstr>HIRA 365</vt:lpstr>
      <vt:lpstr>HIRA 365</vt:lpstr>
      <vt:lpstr>HIRA 365</vt:lpstr>
      <vt:lpstr>HIRA 365</vt:lpstr>
      <vt:lpstr>HIRA 365</vt:lpstr>
      <vt:lpstr>HIRA 365</vt:lpstr>
      <vt:lpstr>HIRA 365</vt:lpstr>
      <vt:lpstr>HIRA 365</vt:lpstr>
      <vt:lpstr>HIRA 365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439: 1, 3</dc:title>
  <dc:creator>M</dc:creator>
  <cp:lastModifiedBy>M</cp:lastModifiedBy>
  <cp:revision>11</cp:revision>
  <dcterms:created xsi:type="dcterms:W3CDTF">2012-10-03T07:37:40Z</dcterms:created>
  <dcterms:modified xsi:type="dcterms:W3CDTF">2014-09-06T18:58:08Z</dcterms:modified>
</cp:coreProperties>
</file>