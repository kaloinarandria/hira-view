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42978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1. Ao an-dapany, Jesosy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Dia derain'ny tapitrisa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Fa ny lanitra sy tany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Dia </a:t>
            </a:r>
            <a:r>
              <a:rPr lang="pt-BR" sz="7200" dirty="0" smtClean="0">
                <a:latin typeface="Cambria" pitchFamily="18" charset="0"/>
              </a:rPr>
              <a:t>samy mankamamy</a:t>
            </a:r>
          </a:p>
          <a:p>
            <a:pPr>
              <a:buNone/>
            </a:pP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50070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8000" dirty="0" smtClean="0">
                <a:latin typeface="Cambria" pitchFamily="18" charset="0"/>
              </a:rPr>
              <a:t>:,: Ilay Mpandresy mora fo ! :,:</a:t>
            </a:r>
            <a:endParaRPr lang="fr-FR" sz="8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928670"/>
            <a:ext cx="985841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Jeso Tompo dia ho avy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Ho Mpitsara aty an-tany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Na ny ratsy na ny tsara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Samy hanana anjara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7072330" cy="550070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8000" dirty="0" smtClean="0">
                <a:latin typeface="Cambria" pitchFamily="18" charset="0"/>
              </a:rPr>
              <a:t>:,: Ho valin’ny natao taty :,:</a:t>
            </a:r>
            <a:endParaRPr lang="fr-FR" sz="8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42978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3. Ry Mpiantra be fitia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Iantrao izahay mania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Raiso ho Anao, tahio,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Hafanao, ampifalio</a:t>
            </a:r>
            <a:r>
              <a:rPr lang="pt-BR" sz="7200" dirty="0" smtClean="0">
                <a:latin typeface="Cambria" pitchFamily="18" charset="0"/>
              </a:rPr>
              <a:t>,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153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7358082" cy="3786214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pt-BR" sz="8000" dirty="0" smtClean="0">
                <a:latin typeface="Cambria" pitchFamily="18" charset="0"/>
              </a:rPr>
              <a:t>:,: Ento any aminao 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85</Words>
  <PresentationFormat>Affichage à l'écran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153</vt:lpstr>
      <vt:lpstr>HIRA 153</vt:lpstr>
      <vt:lpstr>HIRA 153</vt:lpstr>
      <vt:lpstr>HIRA 153</vt:lpstr>
      <vt:lpstr>HIRA 153</vt:lpstr>
      <vt:lpstr>HIRA 153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7</cp:revision>
  <dcterms:created xsi:type="dcterms:W3CDTF">2012-10-03T08:15:06Z</dcterms:created>
  <dcterms:modified xsi:type="dcterms:W3CDTF">2013-07-24T19:11:29Z</dcterms:modified>
</cp:coreProperties>
</file>