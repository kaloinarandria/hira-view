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2" r:id="rId8"/>
    <p:sldId id="261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73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Ry Jeso ô! Tahio izahay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Aty am-pandehananay,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hadalanay avelao,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fonay koa ovay ho </a:t>
            </a:r>
            <a:r>
              <a:rPr lang="fi-FI" sz="6600" dirty="0" smtClean="0">
                <a:latin typeface="Cambria" pitchFamily="18" charset="0"/>
              </a:rPr>
              <a:t>vao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Arovy re ny olonao,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lalanay mba hazavao.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Ny aizim-be alehanay,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Mamely koa ny rafinay,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fantantray izay hanjo,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be ny tahotra ao </a:t>
            </a: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am-po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Arovy re ny olonao,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lalanay mba hazavao.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Mikasa mafy izahay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Ho tsara, nefa fantatray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raha tsy ambininao,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misy azonay </a:t>
            </a:r>
            <a:r>
              <a:rPr lang="fi-FI" sz="6600" dirty="0" smtClean="0">
                <a:latin typeface="Cambria" pitchFamily="18" charset="0"/>
              </a:rPr>
              <a:t>atao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Arovy re ny olonao,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lalanay mba hazavao.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Mba tano mafy izahay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Ambara- pahafatinay,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Dia ento ao an-danitrao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Izahay ho faly </a:t>
            </a:r>
            <a:r>
              <a:rPr lang="fi-FI" sz="6600" dirty="0" smtClean="0">
                <a:latin typeface="Cambria" pitchFamily="18" charset="0"/>
              </a:rPr>
              <a:t>Aminao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Arovy re ny olonao,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lalanay mba hazavao.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135</Words>
  <PresentationFormat>Affichage à l'écran (4:3)</PresentationFormat>
  <Paragraphs>33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582</vt:lpstr>
      <vt:lpstr>HIRA 582</vt:lpstr>
      <vt:lpstr>HIRA 582</vt:lpstr>
      <vt:lpstr>HIRA 582</vt:lpstr>
      <vt:lpstr>HIRA 582</vt:lpstr>
      <vt:lpstr>HIRA 582</vt:lpstr>
      <vt:lpstr>HIRA 582</vt:lpstr>
      <vt:lpstr>HIRA 582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6</cp:revision>
  <dcterms:created xsi:type="dcterms:W3CDTF">2012-12-08T21:04:49Z</dcterms:created>
  <dcterms:modified xsi:type="dcterms:W3CDTF">2013-04-21T02:45:59Z</dcterms:modified>
</cp:coreProperties>
</file>