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427" autoAdjust="0"/>
    <p:restoredTop sz="94660"/>
  </p:normalViewPr>
  <p:slideViewPr>
    <p:cSldViewPr>
      <p:cViewPr varScale="1">
        <p:scale>
          <a:sx n="60" d="100"/>
          <a:sy n="60" d="100"/>
        </p:scale>
        <p:origin x="-9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AutoNum type="arabicPeriod"/>
            </a:pP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loharanon-tsoa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'</a:t>
            </a:r>
            <a:r>
              <a:rPr lang="en-US" sz="6600" dirty="0" err="1" smtClean="0">
                <a:latin typeface="Cambria" pitchFamily="18" charset="0"/>
              </a:rPr>
              <a:t>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manintona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Hihataka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babony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tananao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hosakambininao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Hohatanjahinao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Hisikina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hiady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Atolotro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Raiko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indrindra</a:t>
            </a:r>
            <a:r>
              <a:rPr lang="en-US" sz="6600" dirty="0" smtClean="0">
                <a:latin typeface="Cambria" pitchFamily="18" charset="0"/>
              </a:rPr>
              <a:t> re no </a:t>
            </a:r>
            <a:r>
              <a:rPr lang="en-US" sz="6600" dirty="0" err="1" smtClean="0">
                <a:latin typeface="Cambria" pitchFamily="18" charset="0"/>
              </a:rPr>
              <a:t>hetahetako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dirty="0" smtClean="0">
                <a:solidFill>
                  <a:srgbClr val="0070C0"/>
                </a:solidFill>
                <a:latin typeface="Cambria" pitchFamily="18" charset="0"/>
              </a:rPr>
              <a:t>446</a:t>
            </a:r>
            <a:endParaRPr lang="fr-FR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tsaiko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hanolorako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tenako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446</vt:lpstr>
      <vt:lpstr>Hira 446</vt:lpstr>
      <vt:lpstr>Hira 446</vt:lpstr>
      <vt:lpstr>Hira 446</vt:lpstr>
      <vt:lpstr>Hira 446</vt:lpstr>
      <vt:lpstr>Hira 446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M</cp:lastModifiedBy>
  <cp:revision>4</cp:revision>
  <dcterms:created xsi:type="dcterms:W3CDTF">2012-10-02T21:16:57Z</dcterms:created>
  <dcterms:modified xsi:type="dcterms:W3CDTF">2012-12-25T20:22:11Z</dcterms:modified>
</cp:coreProperties>
</file>