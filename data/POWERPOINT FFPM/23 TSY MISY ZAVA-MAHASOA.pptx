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23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42975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zava-mahasoa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Andriamanitra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nataonao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anay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hifalianay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singan'ahitra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ravin-kazo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amantaranay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hendry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857232"/>
            <a:ext cx="942975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kintana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mazava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ery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Maneho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avokoa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sitrakao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hanafaka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aizina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1547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tazanay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voninahitrao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rehetra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takona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Milaza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koa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1547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5.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Nataon'ny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herinao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ianarana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famindramponao</a:t>
            </a:r>
            <a:endParaRPr lang="en-US" sz="66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85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23</vt:lpstr>
      <vt:lpstr>HIRA 23</vt:lpstr>
      <vt:lpstr>HIRA 23</vt:lpstr>
      <vt:lpstr>HIRA 23</vt:lpstr>
      <vt:lpstr>HIRA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8</cp:revision>
  <dcterms:created xsi:type="dcterms:W3CDTF">2012-10-02T21:34:15Z</dcterms:created>
  <dcterms:modified xsi:type="dcterms:W3CDTF">2014-05-28T11:00:59Z</dcterms:modified>
</cp:coreProperties>
</file>