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424" autoAdjust="0"/>
  </p:normalViewPr>
  <p:slideViewPr>
    <p:cSldViewPr>
      <p:cViewPr varScale="1">
        <p:scale>
          <a:sx n="60" d="100"/>
          <a:sy n="60" d="100"/>
        </p:scale>
        <p:origin x="-2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fetra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tenin'ity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Vonon-kanaraka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hanompo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sarotra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Tokim-panompoana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olon'izay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ekenay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faneva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Na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mangidy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heverina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mamy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Iza no </a:t>
            </a:r>
            <a:r>
              <a:rPr lang="es-ES" sz="6600" dirty="0" err="1" smtClean="0">
                <a:latin typeface="Cambria" pitchFamily="18" charset="0"/>
              </a:rPr>
              <a:t>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hahafoy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ainy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Izay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nisolo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anay</a:t>
            </a:r>
            <a:r>
              <a:rPr lang="es-ES" sz="6600" dirty="0" smtClean="0"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Tokim-panompoana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olon'izay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ekenay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faneva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3. </a:t>
            </a:r>
            <a:r>
              <a:rPr lang="es-ES" sz="6600" dirty="0" err="1" smtClean="0">
                <a:latin typeface="Cambria" pitchFamily="18" charset="0"/>
              </a:rPr>
              <a:t>Hianao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! 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No </a:t>
            </a:r>
            <a:r>
              <a:rPr lang="es-ES" sz="6600" dirty="0" err="1" smtClean="0">
                <a:latin typeface="Cambria" pitchFamily="18" charset="0"/>
              </a:rPr>
              <a:t>ilay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Kapiteny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Izay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hampandresy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tokoa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anay</a:t>
            </a:r>
            <a:r>
              <a:rPr lang="es-E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Ka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raha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Hianao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Tompo</a:t>
            </a:r>
            <a:r>
              <a:rPr lang="es-ES" sz="6600" dirty="0" smtClean="0">
                <a:latin typeface="Cambria" pitchFamily="18" charset="0"/>
              </a:rPr>
              <a:t>, no </a:t>
            </a: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miteny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Lasa </a:t>
            </a:r>
            <a:r>
              <a:rPr lang="es-ES" sz="6600" dirty="0" err="1" smtClean="0">
                <a:latin typeface="Cambria" pitchFamily="18" charset="0"/>
              </a:rPr>
              <a:t>izay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mahakivy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anay</a:t>
            </a:r>
            <a:r>
              <a:rPr lang="es-ES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Tokim-panompoana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olon'izay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ekenay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faneva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4. Vonon-kandeha na aiza na aiza,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Ireto mpanompo matoky Anao,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Na dia ny fahafatesana aza,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Tsy hahaleo anay mpianatrao: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Tokim-panompoana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olon'izay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635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ekenay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faneva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204</Words>
  <PresentationFormat>Affichage à l'écran (4:3)</PresentationFormat>
  <Paragraphs>53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  <vt:lpstr>HIRA 635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627 : 1 , 2</dc:title>
  <dc:creator>M</dc:creator>
  <cp:lastModifiedBy>M</cp:lastModifiedBy>
  <cp:revision>9</cp:revision>
  <dcterms:created xsi:type="dcterms:W3CDTF">2012-10-03T07:52:32Z</dcterms:created>
  <dcterms:modified xsi:type="dcterms:W3CDTF">2015-03-22T08:34:15Z</dcterms:modified>
</cp:coreProperties>
</file>