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4" d="100"/>
          <a:sy n="44" d="100"/>
        </p:scale>
        <p:origin x="-90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356F6-1073-4314-B577-0F91AE92F053}" type="datetimeFigureOut">
              <a:rPr lang="fr-FR" smtClean="0"/>
              <a:t>04/08/2013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583A8-FAC9-4243-972C-B62A8D5ECA55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4583A8-FAC9-4243-972C-B62A8D5ECA55}" type="slidenum">
              <a:rPr lang="fr-FR" smtClean="0"/>
              <a:t>3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85794"/>
            <a:ext cx="921550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mangoraka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Ray be </a:t>
            </a:r>
            <a:r>
              <a:rPr lang="en-US" sz="6600" dirty="0" err="1" smtClean="0">
                <a:latin typeface="Cambria" pitchFamily="18" charset="0"/>
              </a:rPr>
              <a:t>indrafo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He! </a:t>
            </a:r>
            <a:r>
              <a:rPr lang="en-US" sz="6600" dirty="0" err="1" smtClean="0">
                <a:latin typeface="Cambria" pitchFamily="18" charset="0"/>
              </a:rPr>
              <a:t>Antsoiny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Moa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?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1142984"/>
            <a:ext cx="850112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O! </a:t>
            </a:r>
            <a:r>
              <a:rPr lang="en-US" sz="6600" dirty="0" err="1" smtClean="0">
                <a:latin typeface="Cambria" pitchFamily="18" charset="0"/>
              </a:rPr>
              <a:t>modia</a:t>
            </a:r>
            <a:r>
              <a:rPr lang="en-US" sz="6600" dirty="0" smtClean="0">
                <a:latin typeface="Cambria" pitchFamily="18" charset="0"/>
              </a:rPr>
              <a:t>, O! </a:t>
            </a:r>
            <a:r>
              <a:rPr lang="en-US" sz="6600" dirty="0" err="1" smtClean="0">
                <a:latin typeface="Cambria" pitchFamily="18" charset="0"/>
              </a:rPr>
              <a:t>modia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miandry</a:t>
            </a:r>
            <a:r>
              <a:rPr lang="en-US" sz="6600" dirty="0" smtClean="0">
                <a:latin typeface="Cambria" pitchFamily="18" charset="0"/>
              </a:rPr>
              <a:t> Kristy '</a:t>
            </a:r>
            <a:r>
              <a:rPr lang="en-US" sz="6600" dirty="0" err="1" smtClean="0">
                <a:latin typeface="Cambria" pitchFamily="18" charset="0"/>
              </a:rPr>
              <a:t>zao</a:t>
            </a:r>
            <a:r>
              <a:rPr lang="en-US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85794"/>
            <a:ext cx="921550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2. Miverena ankehitrio,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Tsy ampitso, fa anio;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Aza mba manary dia,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Fa modia anio, modia 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1142984"/>
            <a:ext cx="850112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O! </a:t>
            </a:r>
            <a:r>
              <a:rPr lang="en-US" sz="6600" dirty="0" err="1" smtClean="0">
                <a:latin typeface="Cambria" pitchFamily="18" charset="0"/>
              </a:rPr>
              <a:t>modia</a:t>
            </a:r>
            <a:r>
              <a:rPr lang="en-US" sz="6600" dirty="0" smtClean="0">
                <a:latin typeface="Cambria" pitchFamily="18" charset="0"/>
              </a:rPr>
              <a:t>, O! </a:t>
            </a:r>
            <a:r>
              <a:rPr lang="en-US" sz="6600" dirty="0" err="1" smtClean="0">
                <a:latin typeface="Cambria" pitchFamily="18" charset="0"/>
              </a:rPr>
              <a:t>modia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miandry</a:t>
            </a:r>
            <a:r>
              <a:rPr lang="en-US" sz="6600" dirty="0" smtClean="0">
                <a:latin typeface="Cambria" pitchFamily="18" charset="0"/>
              </a:rPr>
              <a:t> Kristy '</a:t>
            </a:r>
            <a:r>
              <a:rPr lang="en-US" sz="6600" dirty="0" err="1" smtClean="0">
                <a:latin typeface="Cambria" pitchFamily="18" charset="0"/>
              </a:rPr>
              <a:t>zao</a:t>
            </a:r>
            <a:r>
              <a:rPr lang="en-US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85794"/>
            <a:ext cx="921550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maminao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hahafa-po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anjara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Hiadananao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1142984"/>
            <a:ext cx="850112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O! </a:t>
            </a:r>
            <a:r>
              <a:rPr lang="en-US" sz="6600" dirty="0" err="1" smtClean="0">
                <a:latin typeface="Cambria" pitchFamily="18" charset="0"/>
              </a:rPr>
              <a:t>modia</a:t>
            </a:r>
            <a:r>
              <a:rPr lang="en-US" sz="6600" dirty="0" smtClean="0">
                <a:latin typeface="Cambria" pitchFamily="18" charset="0"/>
              </a:rPr>
              <a:t>, O! </a:t>
            </a:r>
            <a:r>
              <a:rPr lang="en-US" sz="6600" dirty="0" err="1" smtClean="0">
                <a:latin typeface="Cambria" pitchFamily="18" charset="0"/>
              </a:rPr>
              <a:t>modia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miandry</a:t>
            </a:r>
            <a:r>
              <a:rPr lang="en-US" sz="6600" dirty="0" smtClean="0">
                <a:latin typeface="Cambria" pitchFamily="18" charset="0"/>
              </a:rPr>
              <a:t> Kristy '</a:t>
            </a:r>
            <a:r>
              <a:rPr lang="en-US" sz="6600" dirty="0" err="1" smtClean="0">
                <a:latin typeface="Cambria" pitchFamily="18" charset="0"/>
              </a:rPr>
              <a:t>zao</a:t>
            </a:r>
            <a:r>
              <a:rPr lang="en-US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85794"/>
            <a:ext cx="921550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Manatòna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matokia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Mandrosoa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mifalia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Kristy no </a:t>
            </a:r>
            <a:r>
              <a:rPr lang="en-US" sz="6600" dirty="0" err="1" smtClean="0">
                <a:latin typeface="Cambria" pitchFamily="18" charset="0"/>
              </a:rPr>
              <a:t>fiainanao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voninahitrao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375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1142984"/>
            <a:ext cx="850112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O! </a:t>
            </a:r>
            <a:r>
              <a:rPr lang="en-US" sz="6600" dirty="0" err="1" smtClean="0">
                <a:latin typeface="Cambria" pitchFamily="18" charset="0"/>
              </a:rPr>
              <a:t>modia</a:t>
            </a:r>
            <a:r>
              <a:rPr lang="en-US" sz="6600" dirty="0" smtClean="0">
                <a:latin typeface="Cambria" pitchFamily="18" charset="0"/>
              </a:rPr>
              <a:t>, O! </a:t>
            </a:r>
            <a:r>
              <a:rPr lang="en-US" sz="6600" dirty="0" err="1" smtClean="0">
                <a:latin typeface="Cambria" pitchFamily="18" charset="0"/>
              </a:rPr>
              <a:t>modia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miandry</a:t>
            </a:r>
            <a:r>
              <a:rPr lang="en-US" sz="6600" dirty="0" smtClean="0">
                <a:latin typeface="Cambria" pitchFamily="18" charset="0"/>
              </a:rPr>
              <a:t> Kristy '</a:t>
            </a:r>
            <a:r>
              <a:rPr lang="en-US" sz="6600" dirty="0" err="1" smtClean="0">
                <a:latin typeface="Cambria" pitchFamily="18" charset="0"/>
              </a:rPr>
              <a:t>zao</a:t>
            </a:r>
            <a:r>
              <a:rPr lang="en-US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147</Words>
  <PresentationFormat>Affichage à l'écran (4:3)</PresentationFormat>
  <Paragraphs>33</Paragraphs>
  <Slides>8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375</vt:lpstr>
      <vt:lpstr>HIRA 375</vt:lpstr>
      <vt:lpstr>HIRA 375</vt:lpstr>
      <vt:lpstr>HIRA 375</vt:lpstr>
      <vt:lpstr>HIRA 375</vt:lpstr>
      <vt:lpstr>HIRA 375</vt:lpstr>
      <vt:lpstr>HIRA 375</vt:lpstr>
      <vt:lpstr>HIRA 375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377</dc:title>
  <dc:creator>M</dc:creator>
  <cp:lastModifiedBy>M</cp:lastModifiedBy>
  <cp:revision>5</cp:revision>
  <dcterms:created xsi:type="dcterms:W3CDTF">2012-12-08T20:27:02Z</dcterms:created>
  <dcterms:modified xsi:type="dcterms:W3CDTF">2013-08-04T04:06:33Z</dcterms:modified>
</cp:coreProperties>
</file>