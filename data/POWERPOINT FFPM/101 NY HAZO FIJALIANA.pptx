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101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fijaliana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tianao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zahay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101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fijaliana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manambara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Nihatra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101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fijaliana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mampiseho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hariana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mahavoa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101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Isaoranay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isaoranay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Nataonao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taminay</a:t>
            </a:r>
            <a:r>
              <a:rPr lang="en-US" sz="66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101</vt:lpstr>
      <vt:lpstr>Hira 101</vt:lpstr>
      <vt:lpstr>Hira 101</vt:lpstr>
      <vt:lpstr>Hira 101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5</cp:revision>
  <dcterms:created xsi:type="dcterms:W3CDTF">2012-11-04T17:19:04Z</dcterms:created>
  <dcterms:modified xsi:type="dcterms:W3CDTF">2013-08-18T16:08:10Z</dcterms:modified>
</cp:coreProperties>
</file>