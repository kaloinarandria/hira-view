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3" r:id="rId4"/>
    <p:sldId id="264" r:id="rId5"/>
    <p:sldId id="265" r:id="rId6"/>
    <p:sldId id="262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7" autoAdjust="0"/>
    <p:restoredTop sz="94660"/>
  </p:normalViewPr>
  <p:slideViewPr>
    <p:cSldViewPr>
      <p:cViewPr varScale="1">
        <p:scale>
          <a:sx n="42" d="100"/>
          <a:sy n="42" d="100"/>
        </p:scale>
        <p:origin x="11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15/06/2016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15/06/2016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15/06/2016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15/06/2016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15/06/2016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15/06/2016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15/06/2016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15/06/2016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15/06/2016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15/06/2016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15/06/2016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15/06/2016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441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1071546"/>
            <a:ext cx="8858280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mpanomponao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androko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anarano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441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 re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tanako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asanao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tongotro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fanirakirakao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441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fahaizako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Ento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hanaja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volako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785794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441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 re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vavako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Hampiseho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hafatrao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feoko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mpanandratra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441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fanahiko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Diovy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tempolinao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mihitsy</a:t>
            </a:r>
            <a:r>
              <a:rPr lang="en-US" sz="6600" dirty="0" smtClean="0">
                <a:latin typeface="Cambria" pitchFamily="18" charset="0"/>
              </a:rPr>
              <a:t> '</a:t>
            </a:r>
            <a:r>
              <a:rPr lang="en-US" sz="6600" dirty="0" err="1" smtClean="0">
                <a:latin typeface="Cambria" pitchFamily="18" charset="0"/>
              </a:rPr>
              <a:t>zao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441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6.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manokana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.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131</Words>
  <Application>Microsoft Office PowerPoint</Application>
  <PresentationFormat>Affichage à l'écran (4:3)</PresentationFormat>
  <Paragraphs>30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Thème Office</vt:lpstr>
      <vt:lpstr>Hira 441</vt:lpstr>
      <vt:lpstr>Hira 441</vt:lpstr>
      <vt:lpstr>Hira 441</vt:lpstr>
      <vt:lpstr>Hira 441</vt:lpstr>
      <vt:lpstr>Hira 441</vt:lpstr>
      <vt:lpstr>Hira 441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444: 1, 2</dc:title>
  <dc:creator>M</dc:creator>
  <cp:lastModifiedBy>c060</cp:lastModifiedBy>
  <cp:revision>6</cp:revision>
  <dcterms:created xsi:type="dcterms:W3CDTF">2012-10-02T21:16:57Z</dcterms:created>
  <dcterms:modified xsi:type="dcterms:W3CDTF">2016-06-15T11:04:50Z</dcterms:modified>
</cp:coreProperties>
</file>