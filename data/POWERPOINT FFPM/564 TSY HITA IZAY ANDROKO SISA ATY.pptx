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59" d="100"/>
          <a:sy n="59" d="100"/>
        </p:scale>
        <p:origin x="-1026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18/01/2013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564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000" dirty="0" smtClean="0">
                <a:latin typeface="Cambria" pitchFamily="18" charset="0"/>
              </a:rPr>
              <a:t>1. Tsy hita izay androko sisa aty,</a:t>
            </a:r>
          </a:p>
          <a:p>
            <a:pPr>
              <a:buNone/>
            </a:pPr>
            <a:r>
              <a:rPr lang="fi-FI" sz="6000" dirty="0" smtClean="0">
                <a:latin typeface="Cambria" pitchFamily="18" charset="0"/>
              </a:rPr>
              <a:t>Ahiko fandrao tsy tonga ary,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564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000" dirty="0" smtClean="0">
                <a:latin typeface="Cambria" pitchFamily="18" charset="0"/>
              </a:rPr>
              <a:t>Ry fanahiko! Ao ny Mpamonjy anao,</a:t>
            </a:r>
          </a:p>
          <a:p>
            <a:pPr>
              <a:buNone/>
            </a:pPr>
            <a:r>
              <a:rPr lang="fi-FI" sz="6000" dirty="0" smtClean="0">
                <a:latin typeface="Cambria" pitchFamily="18" charset="0"/>
              </a:rPr>
              <a:t>He! Jeso, Mpamonjy anao</a:t>
            </a:r>
            <a:r>
              <a:rPr lang="fi-FI" sz="6000" dirty="0" smtClean="0">
                <a:latin typeface="Cambria" pitchFamily="18" charset="0"/>
              </a:rPr>
              <a:t>. </a:t>
            </a:r>
            <a:endParaRPr lang="fi-FI" sz="60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564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000" dirty="0" smtClean="0">
                <a:latin typeface="Cambria" pitchFamily="18" charset="0"/>
              </a:rPr>
              <a:t>He! Jeso, Mpamonjy anao.(</a:t>
            </a:r>
            <a:r>
              <a:rPr lang="fi-FI" sz="6000" dirty="0" smtClean="0">
                <a:latin typeface="Cambria" pitchFamily="18" charset="0"/>
              </a:rPr>
              <a:t>in-2) </a:t>
            </a:r>
            <a:endParaRPr lang="fi-FI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fi-FI" sz="6000" dirty="0" smtClean="0">
                <a:latin typeface="Cambria" pitchFamily="18" charset="0"/>
              </a:rPr>
              <a:t>Ry fanahiko! Ao ny Mpamonjy anao,</a:t>
            </a:r>
          </a:p>
          <a:p>
            <a:pPr>
              <a:buNone/>
            </a:pPr>
            <a:r>
              <a:rPr lang="fi-FI" sz="6000" dirty="0" smtClean="0">
                <a:latin typeface="Cambria" pitchFamily="18" charset="0"/>
              </a:rPr>
              <a:t>He! Jeso Mpamonjy anao.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564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i-FI" sz="6000" dirty="0" smtClean="0">
                <a:latin typeface="Cambria" pitchFamily="18" charset="0"/>
              </a:rPr>
              <a:t>2. Izaho anefa tamàna aty ;</a:t>
            </a:r>
          </a:p>
          <a:p>
            <a:pPr>
              <a:buNone/>
            </a:pPr>
            <a:r>
              <a:rPr lang="fi-FI" sz="6000" dirty="0" smtClean="0">
                <a:latin typeface="Cambria" pitchFamily="18" charset="0"/>
              </a:rPr>
              <a:t>Tsy hiomana va, fa hifindra ary? </a:t>
            </a:r>
            <a:endParaRPr lang="fi-FI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it-IT" sz="6000" dirty="0" smtClean="0">
                <a:latin typeface="Cambria" pitchFamily="18" charset="0"/>
              </a:rPr>
              <a:t>Fa </a:t>
            </a:r>
            <a:r>
              <a:rPr lang="it-IT" sz="6000" dirty="0" smtClean="0">
                <a:latin typeface="Cambria" pitchFamily="18" charset="0"/>
              </a:rPr>
              <a:t>efa fantatro izao, fa havela ity, </a:t>
            </a:r>
          </a:p>
          <a:p>
            <a:pPr>
              <a:buNone/>
            </a:pPr>
            <a:r>
              <a:rPr lang="it-IT" sz="6000" dirty="0" smtClean="0">
                <a:latin typeface="Cambria" pitchFamily="18" charset="0"/>
              </a:rPr>
              <a:t>He! Lanitra soa ary. </a:t>
            </a:r>
          </a:p>
          <a:p>
            <a:pPr>
              <a:buNone/>
            </a:pPr>
            <a:endParaRPr lang="fi-FI" sz="6000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564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6000" dirty="0" smtClean="0">
                <a:latin typeface="Cambria" pitchFamily="18" charset="0"/>
              </a:rPr>
              <a:t>He! Lanitra soa ary. (</a:t>
            </a:r>
            <a:r>
              <a:rPr lang="it-IT" sz="6000" dirty="0" smtClean="0">
                <a:latin typeface="Cambria" pitchFamily="18" charset="0"/>
              </a:rPr>
              <a:t>in-2)</a:t>
            </a:r>
            <a:endParaRPr lang="it-IT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it-IT" sz="6000" dirty="0" smtClean="0">
                <a:latin typeface="Cambria" pitchFamily="18" charset="0"/>
              </a:rPr>
              <a:t>Fa efa fantatro izao fa havela ity, </a:t>
            </a:r>
          </a:p>
          <a:p>
            <a:pPr>
              <a:buNone/>
            </a:pPr>
            <a:r>
              <a:rPr lang="it-IT" sz="6000" dirty="0" smtClean="0">
                <a:latin typeface="Cambria" pitchFamily="18" charset="0"/>
              </a:rPr>
              <a:t>He! Lanitra soa ary.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564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6000" dirty="0" smtClean="0">
                <a:latin typeface="Cambria" pitchFamily="18" charset="0"/>
              </a:rPr>
              <a:t>3. Ilaozy ity, hadinoy, ry fo!</a:t>
            </a:r>
          </a:p>
          <a:p>
            <a:pPr>
              <a:buNone/>
            </a:pPr>
            <a:r>
              <a:rPr lang="it-IT" sz="6000" dirty="0" smtClean="0">
                <a:latin typeface="Cambria" pitchFamily="18" charset="0"/>
              </a:rPr>
              <a:t>Afoizo izao, ry fanahiko ô!</a:t>
            </a:r>
          </a:p>
          <a:p>
            <a:pPr>
              <a:buNone/>
            </a:pPr>
            <a:r>
              <a:rPr lang="it-IT" sz="6000" dirty="0" smtClean="0">
                <a:latin typeface="Cambria" pitchFamily="18" charset="0"/>
              </a:rPr>
              <a:t>Fa efa reko ny Tompo </a:t>
            </a:r>
          </a:p>
          <a:p>
            <a:pPr>
              <a:buNone/>
            </a:pPr>
            <a:r>
              <a:rPr lang="it-IT" sz="6000" dirty="0" smtClean="0">
                <a:latin typeface="Cambria" pitchFamily="18" charset="0"/>
              </a:rPr>
              <a:t>Miantso anao,</a:t>
            </a:r>
          </a:p>
          <a:p>
            <a:pPr>
              <a:buNone/>
            </a:pPr>
            <a:r>
              <a:rPr lang="it-IT" sz="6000" dirty="0" smtClean="0">
                <a:latin typeface="Cambria" pitchFamily="18" charset="0"/>
              </a:rPr>
              <a:t>He! Feo mahafaly izao.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14356"/>
          </a:xfrm>
        </p:spPr>
        <p:txBody>
          <a:bodyPr>
            <a:normAutofit fontScale="90000"/>
          </a:bodyPr>
          <a:lstStyle/>
          <a:p>
            <a:r>
              <a:rPr lang="fr-FR" b="1" dirty="0" smtClean="0">
                <a:latin typeface="Cambria" pitchFamily="18" charset="0"/>
              </a:rPr>
              <a:t>HIRA </a:t>
            </a:r>
            <a:r>
              <a:rPr lang="fr-FR" b="1" dirty="0" smtClean="0">
                <a:latin typeface="Cambria" pitchFamily="18" charset="0"/>
              </a:rPr>
              <a:t>564</a:t>
            </a:r>
            <a:endParaRPr lang="fr-FR" b="1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it-IT" sz="6000" dirty="0" smtClean="0">
                <a:latin typeface="Cambria" pitchFamily="18" charset="0"/>
              </a:rPr>
              <a:t>He! Feo mahafaly izao</a:t>
            </a:r>
            <a:r>
              <a:rPr lang="it-IT" sz="6000" dirty="0" smtClean="0"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it-IT" sz="6000" smtClean="0">
                <a:latin typeface="Cambria" pitchFamily="18" charset="0"/>
              </a:rPr>
              <a:t> </a:t>
            </a:r>
            <a:r>
              <a:rPr lang="it-IT" sz="6000" smtClean="0">
                <a:latin typeface="Cambria" pitchFamily="18" charset="0"/>
              </a:rPr>
              <a:t>(</a:t>
            </a:r>
            <a:r>
              <a:rPr lang="it-IT" sz="6000" smtClean="0">
                <a:latin typeface="Cambria" pitchFamily="18" charset="0"/>
              </a:rPr>
              <a:t>in-2)</a:t>
            </a:r>
            <a:endParaRPr lang="it-IT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it-IT" sz="6000" dirty="0" smtClean="0">
                <a:latin typeface="Cambria" pitchFamily="18" charset="0"/>
              </a:rPr>
              <a:t>Fa efa reko ny Tompo </a:t>
            </a:r>
          </a:p>
          <a:p>
            <a:pPr>
              <a:buNone/>
            </a:pPr>
            <a:r>
              <a:rPr lang="it-IT" sz="6000" dirty="0" smtClean="0">
                <a:latin typeface="Cambria" pitchFamily="18" charset="0"/>
              </a:rPr>
              <a:t>Miantso anao,</a:t>
            </a:r>
          </a:p>
          <a:p>
            <a:pPr>
              <a:buNone/>
            </a:pPr>
            <a:r>
              <a:rPr lang="it-IT" sz="6000" dirty="0" smtClean="0">
                <a:latin typeface="Cambria" pitchFamily="18" charset="0"/>
              </a:rPr>
              <a:t>He! Feo mahafaly izao.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175</Words>
  <PresentationFormat>Affichage à l'écran (4:3)</PresentationFormat>
  <Paragraphs>31</Paragraphs>
  <Slides>7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8" baseType="lpstr">
      <vt:lpstr>Thème Office</vt:lpstr>
      <vt:lpstr>HIRA 564</vt:lpstr>
      <vt:lpstr>HIRA 564</vt:lpstr>
      <vt:lpstr>HIRA 564</vt:lpstr>
      <vt:lpstr>HIRA 564</vt:lpstr>
      <vt:lpstr>HIRA 564</vt:lpstr>
      <vt:lpstr>HIRA 564</vt:lpstr>
      <vt:lpstr>HIRA 564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550</dc:title>
  <dc:creator>M</dc:creator>
  <cp:lastModifiedBy>M</cp:lastModifiedBy>
  <cp:revision>2</cp:revision>
  <dcterms:created xsi:type="dcterms:W3CDTF">2012-12-08T21:04:49Z</dcterms:created>
  <dcterms:modified xsi:type="dcterms:W3CDTF">2013-01-18T19:05:19Z</dcterms:modified>
</cp:coreProperties>
</file>