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0" d="100"/>
          <a:sy n="60" d="100"/>
        </p:scale>
        <p:origin x="-408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28/05/2014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71472" y="0"/>
            <a:ext cx="8229600" cy="857232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6</a:t>
            </a:r>
            <a:endParaRPr lang="fr-FR" b="1" dirty="0">
              <a:solidFill>
                <a:srgbClr val="00B0F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714356"/>
            <a:ext cx="8858280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Avia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miondreha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vazantany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lehibe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Jehovah,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masina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tokoa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71472" y="0"/>
            <a:ext cx="8229600" cy="92867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6</a:t>
            </a:r>
            <a:endParaRPr lang="fr-FR" b="1" dirty="0">
              <a:solidFill>
                <a:srgbClr val="00B0F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785794"/>
            <a:ext cx="8715404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Miankohofa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tsara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Manatona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Azy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'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zao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Haneho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fanajana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ILay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Mpanao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71472" y="0"/>
            <a:ext cx="8229600" cy="92867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6</a:t>
            </a:r>
            <a:endParaRPr lang="fr-FR" b="1" dirty="0">
              <a:solidFill>
                <a:srgbClr val="00B0F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Andriananahary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Manaiky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izahay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Aminao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hery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hay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toherina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71472" y="0"/>
            <a:ext cx="8229600" cy="92867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6</a:t>
            </a:r>
            <a:endParaRPr lang="fr-FR" b="1" dirty="0">
              <a:solidFill>
                <a:srgbClr val="00B0F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misy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maharara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tianao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hatao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Hianao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Mpitondra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rehetra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71472" y="0"/>
            <a:ext cx="8229600" cy="92867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6</a:t>
            </a:r>
            <a:endParaRPr lang="fr-FR" b="1" dirty="0">
              <a:solidFill>
                <a:srgbClr val="00B0F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3. Re any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lavitra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any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herinao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isam-bazan-tany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Hiondrika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Aminao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71472" y="0"/>
            <a:ext cx="8229600" cy="928670"/>
          </a:xfrm>
        </p:spPr>
        <p:txBody>
          <a:bodyPr/>
          <a:lstStyle/>
          <a:p>
            <a:r>
              <a:rPr lang="fr-FR" b="1" smtClean="0">
                <a:solidFill>
                  <a:srgbClr val="0070C0"/>
                </a:solidFill>
                <a:latin typeface="Cambria" pitchFamily="18" charset="0"/>
              </a:rPr>
              <a:t>HIRA 6</a:t>
            </a:r>
            <a:endParaRPr lang="fr-FR" b="1" dirty="0">
              <a:solidFill>
                <a:srgbClr val="00B0F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Mpanjaka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Mpitsara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Mahery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Hianao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Miadana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tany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Miankina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aminao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97</Words>
  <PresentationFormat>Affichage à l'écran (4:3)</PresentationFormat>
  <Paragraphs>30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6</vt:lpstr>
      <vt:lpstr>HIRA 6</vt:lpstr>
      <vt:lpstr>HIRA 6</vt:lpstr>
      <vt:lpstr>HIRA 6</vt:lpstr>
      <vt:lpstr>HIRA 6</vt:lpstr>
      <vt:lpstr>HIRA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7</dc:title>
  <dc:creator>M</dc:creator>
  <cp:lastModifiedBy>M</cp:lastModifiedBy>
  <cp:revision>4</cp:revision>
  <dcterms:created xsi:type="dcterms:W3CDTF">2012-10-21T19:49:29Z</dcterms:created>
  <dcterms:modified xsi:type="dcterms:W3CDTF">2014-05-28T09:28:09Z</dcterms:modified>
</cp:coreProperties>
</file>