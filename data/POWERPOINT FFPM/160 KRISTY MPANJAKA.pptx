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71" r:id="rId3"/>
    <p:sldId id="272" r:id="rId4"/>
    <p:sldId id="273" r:id="rId5"/>
    <p:sldId id="274" r:id="rId6"/>
    <p:sldId id="275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8" d="100"/>
          <a:sy n="48" d="100"/>
        </p:scale>
        <p:origin x="-46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160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9572692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1. Kristy Mpanjaka</a:t>
            </a:r>
          </a:p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Mendrika hoderaina</a:t>
            </a:r>
          </a:p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Izy no mitàna</a:t>
            </a:r>
          </a:p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Antsika ho velona aina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160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500174"/>
            <a:ext cx="8929718" cy="535782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8000" dirty="0" smtClean="0">
                <a:latin typeface="Cambria" pitchFamily="18" charset="0"/>
              </a:rPr>
              <a:t>Derao, derao</a:t>
            </a:r>
          </a:p>
          <a:p>
            <a:pPr>
              <a:buNone/>
            </a:pPr>
            <a:r>
              <a:rPr lang="pt-BR" sz="8000" dirty="0" smtClean="0">
                <a:latin typeface="Cambria" pitchFamily="18" charset="0"/>
              </a:rPr>
              <a:t>Ilay Mpanjakanao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160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9572692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2. Kristy Mpanjaka</a:t>
            </a:r>
          </a:p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Mendrika ho hajaina</a:t>
            </a:r>
          </a:p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Izy no mifona</a:t>
            </a:r>
          </a:p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Ho antsika </a:t>
            </a:r>
            <a:r>
              <a:rPr lang="fi-FI" sz="7200" dirty="0" smtClean="0">
                <a:latin typeface="Cambria" pitchFamily="18" charset="0"/>
              </a:rPr>
              <a:t>novonjena</a:t>
            </a:r>
            <a:endParaRPr lang="fi-FI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160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500174"/>
            <a:ext cx="8929718" cy="535782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i-FI" sz="8000" dirty="0" smtClean="0">
                <a:latin typeface="Cambria" pitchFamily="18" charset="0"/>
              </a:rPr>
              <a:t>Hajao, hajao</a:t>
            </a:r>
          </a:p>
          <a:p>
            <a:pPr>
              <a:buNone/>
            </a:pPr>
            <a:r>
              <a:rPr lang="fi-FI" sz="8000" dirty="0" smtClean="0">
                <a:latin typeface="Cambria" pitchFamily="18" charset="0"/>
              </a:rPr>
              <a:t>Ilay Mpanjakanao !</a:t>
            </a:r>
            <a:endParaRPr lang="fi-FI" sz="80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160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9572692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3. Kristy Mpanjaka	</a:t>
            </a:r>
          </a:p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Mendrika ny hibiana</a:t>
            </a:r>
          </a:p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Izy no hitsena</a:t>
            </a:r>
          </a:p>
          <a:p>
            <a:pPr>
              <a:buNone/>
            </a:pPr>
            <a:r>
              <a:rPr lang="fi-FI" sz="7200" dirty="0" smtClean="0">
                <a:latin typeface="Cambria" pitchFamily="18" charset="0"/>
              </a:rPr>
              <a:t>Ny olo-notahiana</a:t>
            </a:r>
          </a:p>
          <a:p>
            <a:pPr>
              <a:buNone/>
            </a:pPr>
            <a:endParaRPr lang="fi-FI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160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500174"/>
            <a:ext cx="8929718" cy="535782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i-FI" sz="8000" dirty="0" smtClean="0">
                <a:latin typeface="Cambria" pitchFamily="18" charset="0"/>
              </a:rPr>
              <a:t>Hobio, hobio</a:t>
            </a:r>
          </a:p>
          <a:p>
            <a:pPr>
              <a:buNone/>
            </a:pPr>
            <a:r>
              <a:rPr lang="fi-FI" sz="8000" dirty="0" smtClean="0">
                <a:latin typeface="Cambria" pitchFamily="18" charset="0"/>
              </a:rPr>
              <a:t>Ilay Mpanjakanao !</a:t>
            </a:r>
            <a:endParaRPr lang="pt-BR" sz="80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60</Words>
  <PresentationFormat>Affichage à l'écran (4:3)</PresentationFormat>
  <Paragraphs>24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160</vt:lpstr>
      <vt:lpstr>HIRA 160</vt:lpstr>
      <vt:lpstr>HIRA 160</vt:lpstr>
      <vt:lpstr>HIRA 160</vt:lpstr>
      <vt:lpstr>HIRA 160</vt:lpstr>
      <vt:lpstr>HIRA 160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175</dc:title>
  <dc:creator>M</dc:creator>
  <cp:lastModifiedBy>M</cp:lastModifiedBy>
  <cp:revision>15</cp:revision>
  <dcterms:created xsi:type="dcterms:W3CDTF">2012-10-03T08:15:06Z</dcterms:created>
  <dcterms:modified xsi:type="dcterms:W3CDTF">2013-07-25T18:11:24Z</dcterms:modified>
</cp:coreProperties>
</file>