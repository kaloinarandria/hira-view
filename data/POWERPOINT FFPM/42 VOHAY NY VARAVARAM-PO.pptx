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4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1142984"/>
            <a:ext cx="957266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varavaram-po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manan-jo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tontolo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1142984"/>
            <a:ext cx="957266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fanasana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Mitondra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aim-</a:t>
            </a:r>
            <a:r>
              <a:rPr lang="en-US" sz="6600" dirty="0" err="1" smtClean="0">
                <a:latin typeface="Cambria" pitchFamily="18" charset="0"/>
              </a:rPr>
              <a:t>baovao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fahoriana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manjo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Afahan'ny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famindrampo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1142984"/>
            <a:ext cx="957266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mihainoa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maneke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sambatra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mandre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anjakan'ny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to,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antra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mora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1142984"/>
            <a:ext cx="957266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andron'aina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mitatao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mahafaly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Mamiratra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manome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Fanantenana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lehibe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1142984"/>
            <a:ext cx="9787006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vavahady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vohay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Finaritra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asany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429752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6. </a:t>
            </a:r>
            <a:r>
              <a:rPr lang="en-US" sz="6600" dirty="0" err="1" smtClean="0">
                <a:latin typeface="Cambria" pitchFamily="18" charset="0"/>
              </a:rPr>
              <a:t>Sokafanay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hidiranao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fahasoavanao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anie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Hanananay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harena</a:t>
            </a:r>
            <a:r>
              <a:rPr lang="en-US" sz="6600" dirty="0" smtClean="0">
                <a:latin typeface="Cambria" pitchFamily="18" charset="0"/>
              </a:rPr>
              <a:t> be.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7. </a:t>
            </a:r>
            <a:r>
              <a:rPr lang="en-US" sz="6600" dirty="0" err="1" smtClean="0">
                <a:latin typeface="Cambria" pitchFamily="18" charset="0"/>
              </a:rPr>
              <a:t>Atolotray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hahatamana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famonjena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vitanao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iankinanay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146</Words>
  <PresentationFormat>Affichage à l'écran (4:3)</PresentationFormat>
  <Paragraphs>35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HIRA 42</vt:lpstr>
      <vt:lpstr>HIRA 42</vt:lpstr>
      <vt:lpstr>HIRA 42</vt:lpstr>
      <vt:lpstr>HIRA 42</vt:lpstr>
      <vt:lpstr>HIRA 42</vt:lpstr>
      <vt:lpstr>HIRA 42</vt:lpstr>
      <vt:lpstr>HIRA 42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28: 1, 3</dc:title>
  <dc:creator>M</dc:creator>
  <cp:lastModifiedBy>M</cp:lastModifiedBy>
  <cp:revision>10</cp:revision>
  <dcterms:created xsi:type="dcterms:W3CDTF">2012-10-03T07:22:00Z</dcterms:created>
  <dcterms:modified xsi:type="dcterms:W3CDTF">2013-07-02T06:40:10Z</dcterms:modified>
</cp:coreProperties>
</file>