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212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8786842" cy="6215082"/>
          </a:xfrm>
        </p:spPr>
        <p:txBody>
          <a:bodyPr>
            <a:normAutofit fontScale="92500"/>
          </a:bodyPr>
          <a:lstStyle/>
          <a:p>
            <a:pPr marL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0">
              <a:spcBef>
                <a:spcPts val="0"/>
              </a:spcBef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Tenin'Andriamanitra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dorana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levona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Sekoly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Alahady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mivelona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7858180" cy="571480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212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90" y="571480"/>
            <a:ext cx="8858280" cy="5857916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  <a:buNone/>
            </a:pP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Sabatra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roa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lela</a:t>
            </a:r>
            <a:endParaRPr lang="en-US" sz="61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maranitra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manindrona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0">
              <a:spcBef>
                <a:spcPts val="0"/>
              </a:spcBef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Mampisaraka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aina</a:t>
            </a:r>
            <a:endParaRPr lang="en-US" sz="61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tonona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0">
              <a:spcBef>
                <a:spcPts val="0"/>
              </a:spcBef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Fantany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en-US" sz="61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0">
              <a:spcBef>
                <a:spcPts val="0"/>
              </a:spcBef>
              <a:buNone/>
            </a:pP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po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100" b="1" dirty="0" err="1" smtClean="0">
                <a:solidFill>
                  <a:srgbClr val="002060"/>
                </a:solidFill>
                <a:latin typeface="Cambria" pitchFamily="18" charset="0"/>
              </a:rPr>
              <a:t>miafina</a:t>
            </a:r>
            <a:r>
              <a:rPr lang="en-US" sz="61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62"/>
          </a:xfrm>
        </p:spPr>
        <p:txBody>
          <a:bodyPr>
            <a:norm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212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857232"/>
            <a:ext cx="8643966" cy="600076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Hotsaraina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hanavaka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antsika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hanavotra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Koa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minoa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fahasoavana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75</Words>
  <PresentationFormat>Affichage à l'écran (4:3)</PresentationFormat>
  <Paragraphs>21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212 </vt:lpstr>
      <vt:lpstr>HIRA 212 </vt:lpstr>
      <vt:lpstr>HIRA 212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2014-07-27T05:22:03Z</dcterms:modified>
</cp:coreProperties>
</file>