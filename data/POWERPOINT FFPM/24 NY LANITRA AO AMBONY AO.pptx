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24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914406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:,: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40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en-US" sz="4800" b="1" dirty="0" smtClean="0">
                <a:solidFill>
                  <a:srgbClr val="002060"/>
                </a:solidFill>
                <a:latin typeface="Cambria" pitchFamily="18" charset="0"/>
              </a:rPr>
              <a:t>in-3</a:t>
            </a:r>
            <a:r>
              <a:rPr lang="en-US" sz="4000" b="1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24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volana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aman-kintana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masoandro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aman-danitra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Mitory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24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9358314" cy="671514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aman'alina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hendry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Jehovah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24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:,: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mampiseho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voninahitrao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(in-3)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24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00108"/>
            <a:ext cx="942978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vitanao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Miara-mankalaza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(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in-3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107</Words>
  <PresentationFormat>Affichage à l'écran (4:3)</PresentationFormat>
  <Paragraphs>25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24</vt:lpstr>
      <vt:lpstr>HIRA 24</vt:lpstr>
      <vt:lpstr>HIRA 24</vt:lpstr>
      <vt:lpstr>HIRA 24</vt:lpstr>
      <vt:lpstr>HIRA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6</cp:revision>
  <dcterms:created xsi:type="dcterms:W3CDTF">2012-10-02T21:34:15Z</dcterms:created>
  <dcterms:modified xsi:type="dcterms:W3CDTF">2014-05-28T11:05:03Z</dcterms:modified>
</cp:coreProperties>
</file>