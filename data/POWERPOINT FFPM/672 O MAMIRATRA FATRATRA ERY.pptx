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3" r:id="rId6"/>
    <p:sldId id="260" r:id="rId7"/>
    <p:sldId id="264" r:id="rId8"/>
    <p:sldId id="262" r:id="rId9"/>
    <p:sldId id="265" r:id="rId10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59" d="100"/>
          <a:sy n="59" d="100"/>
        </p:scale>
        <p:origin x="-1026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18/01/2013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18/01/2013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18/01/2013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18/01/2013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18/01/2013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18/01/2013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18/01/2013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18/01/2013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18/01/2013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18/01/2013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18/01/2013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18/01/2013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sz="4800" b="1" dirty="0" err="1" smtClean="0">
                <a:latin typeface="Cambria" pitchFamily="18" charset="0"/>
              </a:rPr>
              <a:t>Hira</a:t>
            </a:r>
            <a:r>
              <a:rPr lang="fr-FR" sz="4800" b="1" dirty="0" smtClean="0">
                <a:latin typeface="Cambria" pitchFamily="18" charset="0"/>
              </a:rPr>
              <a:t> </a:t>
            </a:r>
            <a:r>
              <a:rPr lang="fr-FR" sz="4800" b="1" dirty="0" smtClean="0">
                <a:latin typeface="Cambria" pitchFamily="18" charset="0"/>
              </a:rPr>
              <a:t>672</a:t>
            </a:r>
            <a:endParaRPr lang="fr-FR" sz="4800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85720" y="642918"/>
            <a:ext cx="8858280" cy="621508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1. O, </a:t>
            </a:r>
            <a:r>
              <a:rPr lang="fr-FR" sz="6600" dirty="0" err="1" smtClean="0">
                <a:latin typeface="Cambria" pitchFamily="18" charset="0"/>
              </a:rPr>
              <a:t>mamiratra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fatratra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ery</a:t>
            </a:r>
            <a:r>
              <a:rPr lang="fr-FR" sz="66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Irony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kintana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tazana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ety</a:t>
            </a:r>
            <a:r>
              <a:rPr lang="fr-FR" sz="6600" dirty="0" smtClean="0">
                <a:latin typeface="Cambria" pitchFamily="18" charset="0"/>
              </a:rPr>
              <a:t>,</a:t>
            </a:r>
            <a:endParaRPr lang="fr-FR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sz="4800" b="1" dirty="0" err="1" smtClean="0">
                <a:latin typeface="Cambria" pitchFamily="18" charset="0"/>
              </a:rPr>
              <a:t>Hira</a:t>
            </a:r>
            <a:r>
              <a:rPr lang="fr-FR" sz="4800" b="1" dirty="0" smtClean="0">
                <a:latin typeface="Cambria" pitchFamily="18" charset="0"/>
              </a:rPr>
              <a:t> </a:t>
            </a:r>
            <a:r>
              <a:rPr lang="fr-FR" sz="4800" b="1" dirty="0" smtClean="0">
                <a:latin typeface="Cambria" pitchFamily="18" charset="0"/>
              </a:rPr>
              <a:t>672</a:t>
            </a:r>
            <a:endParaRPr lang="fr-FR" sz="4800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85720" y="642918"/>
            <a:ext cx="8858280" cy="621508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Ka </a:t>
            </a:r>
            <a:r>
              <a:rPr lang="fr-FR" sz="6600" dirty="0" err="1" smtClean="0">
                <a:latin typeface="Cambria" pitchFamily="18" charset="0"/>
              </a:rPr>
              <a:t>manainga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foko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hankao</a:t>
            </a:r>
            <a:r>
              <a:rPr lang="fr-FR" sz="66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Amin-tranon'ny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Raiko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izao</a:t>
            </a:r>
            <a:r>
              <a:rPr lang="fr-FR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sz="4800" b="1" dirty="0" err="1" smtClean="0">
                <a:latin typeface="Cambria" pitchFamily="18" charset="0"/>
              </a:rPr>
              <a:t>Hira</a:t>
            </a:r>
            <a:r>
              <a:rPr lang="fr-FR" sz="4800" b="1" dirty="0" smtClean="0">
                <a:latin typeface="Cambria" pitchFamily="18" charset="0"/>
              </a:rPr>
              <a:t> </a:t>
            </a:r>
            <a:r>
              <a:rPr lang="fr-FR" sz="4800" b="1" dirty="0" smtClean="0">
                <a:latin typeface="Cambria" pitchFamily="18" charset="0"/>
              </a:rPr>
              <a:t>672</a:t>
            </a:r>
            <a:endParaRPr lang="fr-FR" sz="4800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85720" y="642918"/>
            <a:ext cx="8858280" cy="621508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Raiko</a:t>
            </a:r>
            <a:r>
              <a:rPr lang="fr-FR" sz="6600" dirty="0" smtClean="0">
                <a:latin typeface="Cambria" pitchFamily="18" charset="0"/>
              </a:rPr>
              <a:t> ô, </a:t>
            </a:r>
            <a:r>
              <a:rPr lang="fr-FR" sz="6600" dirty="0" err="1" smtClean="0">
                <a:latin typeface="Cambria" pitchFamily="18" charset="0"/>
              </a:rPr>
              <a:t>mba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vohay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Aho </a:t>
            </a:r>
            <a:r>
              <a:rPr lang="fr-FR" sz="6600" dirty="0" err="1" smtClean="0">
                <a:latin typeface="Cambria" pitchFamily="18" charset="0"/>
              </a:rPr>
              <a:t>hiditra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ao</a:t>
            </a:r>
            <a:r>
              <a:rPr lang="fr-FR" sz="6600" dirty="0" smtClean="0">
                <a:latin typeface="Cambria" pitchFamily="18" charset="0"/>
              </a:rPr>
              <a:t>, </a:t>
            </a:r>
            <a:r>
              <a:rPr lang="fr-FR" sz="6600" dirty="0" err="1" smtClean="0">
                <a:latin typeface="Cambria" pitchFamily="18" charset="0"/>
              </a:rPr>
              <a:t>aminao</a:t>
            </a:r>
            <a:r>
              <a:rPr lang="fr-FR" sz="66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Raiko</a:t>
            </a:r>
            <a:r>
              <a:rPr lang="fr-FR" sz="6600" dirty="0" smtClean="0">
                <a:latin typeface="Cambria" pitchFamily="18" charset="0"/>
              </a:rPr>
              <a:t> ô! </a:t>
            </a:r>
            <a:r>
              <a:rPr lang="fr-FR" sz="6600" dirty="0" err="1" smtClean="0">
                <a:latin typeface="Cambria" pitchFamily="18" charset="0"/>
              </a:rPr>
              <a:t>Mba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vohay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Fa </a:t>
            </a:r>
            <a:r>
              <a:rPr lang="fr-FR" sz="6600" dirty="0" err="1" smtClean="0">
                <a:latin typeface="Cambria" pitchFamily="18" charset="0"/>
              </a:rPr>
              <a:t>iriko</a:t>
            </a:r>
            <a:r>
              <a:rPr lang="fr-FR" sz="6600" dirty="0" smtClean="0">
                <a:latin typeface="Cambria" pitchFamily="18" charset="0"/>
              </a:rPr>
              <a:t>, </a:t>
            </a: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honina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ao</a:t>
            </a:r>
            <a:r>
              <a:rPr lang="fr-FR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sz="4800" b="1" dirty="0" err="1" smtClean="0">
                <a:latin typeface="Cambria" pitchFamily="18" charset="0"/>
              </a:rPr>
              <a:t>Hira</a:t>
            </a:r>
            <a:r>
              <a:rPr lang="fr-FR" sz="4800" b="1" dirty="0" smtClean="0">
                <a:latin typeface="Cambria" pitchFamily="18" charset="0"/>
              </a:rPr>
              <a:t> </a:t>
            </a:r>
            <a:r>
              <a:rPr lang="fr-FR" sz="4800" b="1" dirty="0" smtClean="0">
                <a:latin typeface="Cambria" pitchFamily="18" charset="0"/>
              </a:rPr>
              <a:t>672</a:t>
            </a:r>
            <a:endParaRPr lang="fr-FR" sz="4800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85720" y="642918"/>
            <a:ext cx="8858280" cy="621508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2. </a:t>
            </a:r>
            <a:r>
              <a:rPr lang="fr-FR" sz="6600" dirty="0" err="1" smtClean="0">
                <a:latin typeface="Cambria" pitchFamily="18" charset="0"/>
              </a:rPr>
              <a:t>Feno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ota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tany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aty</a:t>
            </a:r>
            <a:r>
              <a:rPr lang="fr-FR" sz="6600" dirty="0" smtClean="0"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Tsy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mba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misy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izany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ary</a:t>
            </a:r>
            <a:r>
              <a:rPr lang="fr-FR" sz="66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Tena </a:t>
            </a:r>
            <a:r>
              <a:rPr lang="fr-FR" sz="6600" dirty="0" err="1" smtClean="0">
                <a:latin typeface="Cambria" pitchFamily="18" charset="0"/>
              </a:rPr>
              <a:t>masina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ireo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mponina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ao</a:t>
            </a:r>
            <a:r>
              <a:rPr lang="fr-FR" sz="6600" dirty="0" smtClean="0">
                <a:latin typeface="Cambria" pitchFamily="18" charset="0"/>
              </a:rPr>
              <a:t>. </a:t>
            </a: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Ka </a:t>
            </a:r>
            <a:r>
              <a:rPr lang="fr-FR" sz="6600" dirty="0" err="1" smtClean="0">
                <a:latin typeface="Cambria" pitchFamily="18" charset="0"/>
              </a:rPr>
              <a:t>mifaly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mijery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Anao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sz="4800" b="1" dirty="0" err="1" smtClean="0">
                <a:latin typeface="Cambria" pitchFamily="18" charset="0"/>
              </a:rPr>
              <a:t>Hira</a:t>
            </a:r>
            <a:r>
              <a:rPr lang="fr-FR" sz="4800" b="1" dirty="0" smtClean="0">
                <a:latin typeface="Cambria" pitchFamily="18" charset="0"/>
              </a:rPr>
              <a:t> </a:t>
            </a:r>
            <a:r>
              <a:rPr lang="fr-FR" sz="4800" b="1" dirty="0" smtClean="0">
                <a:latin typeface="Cambria" pitchFamily="18" charset="0"/>
              </a:rPr>
              <a:t>672</a:t>
            </a:r>
            <a:endParaRPr lang="fr-FR" sz="4800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85720" y="642918"/>
            <a:ext cx="8858280" cy="621508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Raiko</a:t>
            </a:r>
            <a:r>
              <a:rPr lang="fr-FR" sz="6600" dirty="0" smtClean="0">
                <a:latin typeface="Cambria" pitchFamily="18" charset="0"/>
              </a:rPr>
              <a:t> ô, </a:t>
            </a:r>
            <a:r>
              <a:rPr lang="fr-FR" sz="6600" dirty="0" err="1" smtClean="0">
                <a:latin typeface="Cambria" pitchFamily="18" charset="0"/>
              </a:rPr>
              <a:t>mba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vohay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Aho </a:t>
            </a:r>
            <a:r>
              <a:rPr lang="fr-FR" sz="6600" dirty="0" err="1" smtClean="0">
                <a:latin typeface="Cambria" pitchFamily="18" charset="0"/>
              </a:rPr>
              <a:t>hiditra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ao</a:t>
            </a:r>
            <a:r>
              <a:rPr lang="fr-FR" sz="6600" dirty="0" smtClean="0">
                <a:latin typeface="Cambria" pitchFamily="18" charset="0"/>
              </a:rPr>
              <a:t>, </a:t>
            </a:r>
            <a:r>
              <a:rPr lang="fr-FR" sz="6600" dirty="0" err="1" smtClean="0">
                <a:latin typeface="Cambria" pitchFamily="18" charset="0"/>
              </a:rPr>
              <a:t>aminao</a:t>
            </a:r>
            <a:r>
              <a:rPr lang="fr-FR" sz="66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Raiko</a:t>
            </a:r>
            <a:r>
              <a:rPr lang="fr-FR" sz="6600" dirty="0" smtClean="0">
                <a:latin typeface="Cambria" pitchFamily="18" charset="0"/>
              </a:rPr>
              <a:t> ô! </a:t>
            </a:r>
            <a:r>
              <a:rPr lang="fr-FR" sz="6600" dirty="0" err="1" smtClean="0">
                <a:latin typeface="Cambria" pitchFamily="18" charset="0"/>
              </a:rPr>
              <a:t>Mba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vohay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Fa </a:t>
            </a:r>
            <a:r>
              <a:rPr lang="fr-FR" sz="6600" dirty="0" err="1" smtClean="0">
                <a:latin typeface="Cambria" pitchFamily="18" charset="0"/>
              </a:rPr>
              <a:t>iriko</a:t>
            </a:r>
            <a:r>
              <a:rPr lang="fr-FR" sz="6600" dirty="0" smtClean="0">
                <a:latin typeface="Cambria" pitchFamily="18" charset="0"/>
              </a:rPr>
              <a:t>, </a:t>
            </a: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honina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ao</a:t>
            </a:r>
            <a:r>
              <a:rPr lang="fr-FR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sz="4800" b="1" dirty="0" err="1" smtClean="0">
                <a:latin typeface="Cambria" pitchFamily="18" charset="0"/>
              </a:rPr>
              <a:t>Hira</a:t>
            </a:r>
            <a:r>
              <a:rPr lang="fr-FR" sz="4800" b="1" dirty="0" smtClean="0">
                <a:latin typeface="Cambria" pitchFamily="18" charset="0"/>
              </a:rPr>
              <a:t> </a:t>
            </a:r>
            <a:r>
              <a:rPr lang="fr-FR" sz="4800" b="1" dirty="0" smtClean="0">
                <a:latin typeface="Cambria" pitchFamily="18" charset="0"/>
              </a:rPr>
              <a:t>672</a:t>
            </a:r>
            <a:endParaRPr lang="fr-FR" sz="4800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85720" y="642918"/>
            <a:ext cx="8858280" cy="621508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pt-BR" sz="6000" dirty="0" smtClean="0">
                <a:latin typeface="Cambria" pitchFamily="18" charset="0"/>
              </a:rPr>
              <a:t>3. </a:t>
            </a:r>
            <a:r>
              <a:rPr lang="pt-BR" sz="6000" dirty="0" smtClean="0">
                <a:latin typeface="Cambria" pitchFamily="18" charset="0"/>
              </a:rPr>
              <a:t>O, fonenana mamiko </a:t>
            </a:r>
            <a:r>
              <a:rPr lang="pt-BR" sz="6000" dirty="0" smtClean="0">
                <a:latin typeface="Cambria" pitchFamily="18" charset="0"/>
              </a:rPr>
              <a:t>re</a:t>
            </a:r>
            <a:endParaRPr lang="pt-B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pt-BR" sz="6000" dirty="0" smtClean="0">
                <a:latin typeface="Cambria" pitchFamily="18" charset="0"/>
              </a:rPr>
              <a:t>Fa </a:t>
            </a:r>
            <a:r>
              <a:rPr lang="pt-BR" sz="6000" dirty="0" smtClean="0">
                <a:latin typeface="Cambria" pitchFamily="18" charset="0"/>
              </a:rPr>
              <a:t>Jesosy </a:t>
            </a:r>
            <a:r>
              <a:rPr lang="pt-BR" sz="6000" dirty="0" smtClean="0">
                <a:latin typeface="Cambria" pitchFamily="18" charset="0"/>
              </a:rPr>
              <a:t>nirina elabe,</a:t>
            </a:r>
          </a:p>
          <a:p>
            <a:pPr>
              <a:buNone/>
            </a:pPr>
            <a:r>
              <a:rPr lang="pt-BR" sz="6000" dirty="0" smtClean="0">
                <a:latin typeface="Cambria" pitchFamily="18" charset="0"/>
              </a:rPr>
              <a:t>Sady aina iainako izao,</a:t>
            </a:r>
          </a:p>
          <a:p>
            <a:pPr>
              <a:buNone/>
            </a:pPr>
            <a:r>
              <a:rPr lang="pt-BR" sz="6000" dirty="0" smtClean="0">
                <a:latin typeface="Cambria" pitchFamily="18" charset="0"/>
              </a:rPr>
              <a:t>No miandry handray ahy ao.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sz="4800" b="1" dirty="0" err="1" smtClean="0">
                <a:latin typeface="Cambria" pitchFamily="18" charset="0"/>
              </a:rPr>
              <a:t>Hira</a:t>
            </a:r>
            <a:r>
              <a:rPr lang="fr-FR" sz="4800" b="1" dirty="0" smtClean="0">
                <a:latin typeface="Cambria" pitchFamily="18" charset="0"/>
              </a:rPr>
              <a:t> </a:t>
            </a:r>
            <a:r>
              <a:rPr lang="fr-FR" sz="4800" b="1" dirty="0" smtClean="0">
                <a:latin typeface="Cambria" pitchFamily="18" charset="0"/>
              </a:rPr>
              <a:t>672</a:t>
            </a:r>
            <a:endParaRPr lang="fr-FR" sz="4800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85720" y="642918"/>
            <a:ext cx="8858280" cy="621508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Raiko</a:t>
            </a:r>
            <a:r>
              <a:rPr lang="fr-FR" sz="6600" dirty="0" smtClean="0">
                <a:latin typeface="Cambria" pitchFamily="18" charset="0"/>
              </a:rPr>
              <a:t> ô, </a:t>
            </a:r>
            <a:r>
              <a:rPr lang="fr-FR" sz="6600" dirty="0" err="1" smtClean="0">
                <a:latin typeface="Cambria" pitchFamily="18" charset="0"/>
              </a:rPr>
              <a:t>mba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vohay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Aho </a:t>
            </a:r>
            <a:r>
              <a:rPr lang="fr-FR" sz="6600" dirty="0" err="1" smtClean="0">
                <a:latin typeface="Cambria" pitchFamily="18" charset="0"/>
              </a:rPr>
              <a:t>hiditra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ao</a:t>
            </a:r>
            <a:r>
              <a:rPr lang="fr-FR" sz="6600" dirty="0" smtClean="0">
                <a:latin typeface="Cambria" pitchFamily="18" charset="0"/>
              </a:rPr>
              <a:t>, </a:t>
            </a:r>
            <a:r>
              <a:rPr lang="fr-FR" sz="6600" dirty="0" err="1" smtClean="0">
                <a:latin typeface="Cambria" pitchFamily="18" charset="0"/>
              </a:rPr>
              <a:t>aminao</a:t>
            </a:r>
            <a:r>
              <a:rPr lang="fr-FR" sz="66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Raiko</a:t>
            </a:r>
            <a:r>
              <a:rPr lang="fr-FR" sz="6600" dirty="0" smtClean="0">
                <a:latin typeface="Cambria" pitchFamily="18" charset="0"/>
              </a:rPr>
              <a:t> ô! </a:t>
            </a:r>
            <a:r>
              <a:rPr lang="fr-FR" sz="6600" dirty="0" err="1" smtClean="0">
                <a:latin typeface="Cambria" pitchFamily="18" charset="0"/>
              </a:rPr>
              <a:t>Mba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vohay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Fa </a:t>
            </a:r>
            <a:r>
              <a:rPr lang="fr-FR" sz="6600" dirty="0" err="1" smtClean="0">
                <a:latin typeface="Cambria" pitchFamily="18" charset="0"/>
              </a:rPr>
              <a:t>iriko</a:t>
            </a:r>
            <a:r>
              <a:rPr lang="fr-FR" sz="6600" dirty="0" smtClean="0">
                <a:latin typeface="Cambria" pitchFamily="18" charset="0"/>
              </a:rPr>
              <a:t>, </a:t>
            </a: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honina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ao</a:t>
            </a:r>
            <a:r>
              <a:rPr lang="fr-FR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sz="4800" b="1" dirty="0" err="1" smtClean="0">
                <a:latin typeface="Cambria" pitchFamily="18" charset="0"/>
              </a:rPr>
              <a:t>Hira</a:t>
            </a:r>
            <a:r>
              <a:rPr lang="fr-FR" sz="4800" b="1" dirty="0" smtClean="0">
                <a:latin typeface="Cambria" pitchFamily="18" charset="0"/>
              </a:rPr>
              <a:t> </a:t>
            </a:r>
            <a:r>
              <a:rPr lang="fr-FR" sz="4800" b="1" dirty="0" smtClean="0">
                <a:latin typeface="Cambria" pitchFamily="18" charset="0"/>
              </a:rPr>
              <a:t>672</a:t>
            </a:r>
            <a:endParaRPr lang="fr-FR" sz="4800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85720" y="642918"/>
            <a:ext cx="8858280" cy="621508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pt-BR" sz="6000" dirty="0" smtClean="0">
                <a:latin typeface="Cambria" pitchFamily="18" charset="0"/>
              </a:rPr>
              <a:t>4. Mba tsilovy ny làlako izao, </a:t>
            </a:r>
          </a:p>
          <a:p>
            <a:pPr>
              <a:buNone/>
            </a:pPr>
            <a:r>
              <a:rPr lang="pt-BR" sz="6000" dirty="0" smtClean="0">
                <a:latin typeface="Cambria" pitchFamily="18" charset="0"/>
              </a:rPr>
              <a:t>Ry Fanahy Mpitarika ô,</a:t>
            </a:r>
          </a:p>
          <a:p>
            <a:pPr>
              <a:buNone/>
            </a:pPr>
            <a:r>
              <a:rPr lang="pt-BR" sz="6000" dirty="0" smtClean="0">
                <a:latin typeface="Cambria" pitchFamily="18" charset="0"/>
              </a:rPr>
              <a:t>Hahitako ny tranon'ny Ray</a:t>
            </a:r>
          </a:p>
          <a:p>
            <a:pPr>
              <a:buNone/>
            </a:pPr>
            <a:r>
              <a:rPr lang="pt-BR" sz="6000" dirty="0" smtClean="0">
                <a:latin typeface="Cambria" pitchFamily="18" charset="0"/>
              </a:rPr>
              <a:t>Hovantaniko rahatrizay.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sz="4800" b="1" dirty="0" err="1" smtClean="0">
                <a:latin typeface="Cambria" pitchFamily="18" charset="0"/>
              </a:rPr>
              <a:t>Hira</a:t>
            </a:r>
            <a:r>
              <a:rPr lang="fr-FR" sz="4800" b="1" dirty="0" smtClean="0">
                <a:latin typeface="Cambria" pitchFamily="18" charset="0"/>
              </a:rPr>
              <a:t> </a:t>
            </a:r>
            <a:r>
              <a:rPr lang="fr-FR" sz="4800" b="1" dirty="0" smtClean="0">
                <a:latin typeface="Cambria" pitchFamily="18" charset="0"/>
              </a:rPr>
              <a:t>672</a:t>
            </a:r>
            <a:endParaRPr lang="fr-FR" sz="4800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85720" y="642918"/>
            <a:ext cx="8858280" cy="621508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Raiko</a:t>
            </a:r>
            <a:r>
              <a:rPr lang="fr-FR" sz="6600" dirty="0" smtClean="0">
                <a:latin typeface="Cambria" pitchFamily="18" charset="0"/>
              </a:rPr>
              <a:t> ô, </a:t>
            </a:r>
            <a:r>
              <a:rPr lang="fr-FR" sz="6600" dirty="0" err="1" smtClean="0">
                <a:latin typeface="Cambria" pitchFamily="18" charset="0"/>
              </a:rPr>
              <a:t>mba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vohay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Aho </a:t>
            </a:r>
            <a:r>
              <a:rPr lang="fr-FR" sz="6600" dirty="0" err="1" smtClean="0">
                <a:latin typeface="Cambria" pitchFamily="18" charset="0"/>
              </a:rPr>
              <a:t>hiditra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ao</a:t>
            </a:r>
            <a:r>
              <a:rPr lang="fr-FR" sz="6600" dirty="0" smtClean="0">
                <a:latin typeface="Cambria" pitchFamily="18" charset="0"/>
              </a:rPr>
              <a:t>, </a:t>
            </a:r>
            <a:r>
              <a:rPr lang="fr-FR" sz="6600" dirty="0" err="1" smtClean="0">
                <a:latin typeface="Cambria" pitchFamily="18" charset="0"/>
              </a:rPr>
              <a:t>aminao</a:t>
            </a:r>
            <a:r>
              <a:rPr lang="fr-FR" sz="66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Raiko</a:t>
            </a:r>
            <a:r>
              <a:rPr lang="fr-FR" sz="6600" dirty="0" smtClean="0">
                <a:latin typeface="Cambria" pitchFamily="18" charset="0"/>
              </a:rPr>
              <a:t> ô! </a:t>
            </a:r>
            <a:r>
              <a:rPr lang="fr-FR" sz="6600" dirty="0" err="1" smtClean="0">
                <a:latin typeface="Cambria" pitchFamily="18" charset="0"/>
              </a:rPr>
              <a:t>Mba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vohay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Fa </a:t>
            </a:r>
            <a:r>
              <a:rPr lang="fr-FR" sz="6600" dirty="0" err="1" smtClean="0">
                <a:latin typeface="Cambria" pitchFamily="18" charset="0"/>
              </a:rPr>
              <a:t>iriko</a:t>
            </a:r>
            <a:r>
              <a:rPr lang="fr-FR" sz="6600" dirty="0" smtClean="0">
                <a:latin typeface="Cambria" pitchFamily="18" charset="0"/>
              </a:rPr>
              <a:t>, </a:t>
            </a: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honina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ao</a:t>
            </a:r>
            <a:r>
              <a:rPr lang="fr-FR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200</Words>
  <PresentationFormat>Affichage à l'écran (4:3)</PresentationFormat>
  <Paragraphs>41</Paragraphs>
  <Slides>9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0" baseType="lpstr">
      <vt:lpstr>Thème Office</vt:lpstr>
      <vt:lpstr>Hira 672</vt:lpstr>
      <vt:lpstr>Hira 672</vt:lpstr>
      <vt:lpstr>Hira 672</vt:lpstr>
      <vt:lpstr>Hira 672</vt:lpstr>
      <vt:lpstr>Hira 672</vt:lpstr>
      <vt:lpstr>Hira 672</vt:lpstr>
      <vt:lpstr>Hira 672</vt:lpstr>
      <vt:lpstr>Hira 672</vt:lpstr>
      <vt:lpstr>Hira 672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643</dc:title>
  <dc:creator>M</dc:creator>
  <cp:lastModifiedBy>M</cp:lastModifiedBy>
  <cp:revision>5</cp:revision>
  <dcterms:created xsi:type="dcterms:W3CDTF">2012-11-26T19:13:07Z</dcterms:created>
  <dcterms:modified xsi:type="dcterms:W3CDTF">2013-01-18T20:09:41Z</dcterms:modified>
</cp:coreProperties>
</file>