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1" r:id="rId3"/>
    <p:sldId id="283" r:id="rId4"/>
    <p:sldId id="282" r:id="rId5"/>
    <p:sldId id="284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52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214422"/>
            <a:ext cx="8929718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Manaraka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hafatrao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Tafangona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hahatsiarovanay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857232"/>
            <a:ext cx="9501254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hadinoina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fahorianao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dinitrao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toy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Tsaroanay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85794"/>
            <a:ext cx="9501254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hazofijalianao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tazanay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Zanakondry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Tsaroanay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857232"/>
            <a:ext cx="9501254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Nijaly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Nisolo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Tsaroanay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857232"/>
            <a:ext cx="9501254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tapitra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andronay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fanahinay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Tsarovinao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82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258</vt:lpstr>
      <vt:lpstr>HIRA 258</vt:lpstr>
      <vt:lpstr>HIRA 258</vt:lpstr>
      <vt:lpstr>HIRA 258</vt:lpstr>
      <vt:lpstr>HIRA 258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3</cp:revision>
  <dcterms:created xsi:type="dcterms:W3CDTF">2012-11-04T17:25:30Z</dcterms:created>
  <dcterms:modified xsi:type="dcterms:W3CDTF">2014-12-06T21:17:58Z</dcterms:modified>
</cp:coreProperties>
</file>