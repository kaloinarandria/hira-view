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21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439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taomy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e,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 !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tonga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zanakao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Madio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am-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439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taomy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e,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atolotro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raisonao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439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Tariho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e,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 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ilaozanao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be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manjo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439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Trotroy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tratranao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ondrikelinao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ento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mody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Ilay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nania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439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Diovy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e,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 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Diniho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hazavao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toetro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439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Diovy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e,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ovay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fanahiko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Onenonao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103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439 </vt:lpstr>
      <vt:lpstr>HIRA 439 </vt:lpstr>
      <vt:lpstr>HIRA 439 </vt:lpstr>
      <vt:lpstr>HIRA 439 </vt:lpstr>
      <vt:lpstr>HIRA 439 </vt:lpstr>
      <vt:lpstr>HIRA 439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428</dc:title>
  <dc:creator>M</dc:creator>
  <cp:lastModifiedBy>M</cp:lastModifiedBy>
  <cp:revision>7</cp:revision>
  <dcterms:created xsi:type="dcterms:W3CDTF">2012-12-08T21:12:16Z</dcterms:created>
  <dcterms:modified xsi:type="dcterms:W3CDTF">2014-07-26T18:14:58Z</dcterms:modified>
</cp:coreProperties>
</file>