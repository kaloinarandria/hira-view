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125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olom-bery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Rava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nivoaka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125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928802"/>
            <a:ext cx="9144000" cy="492919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horohoron-tany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nahatò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125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Resinao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rafinay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manan-kery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mpandresy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Voavonjinao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125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928802"/>
            <a:ext cx="9144000" cy="492919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Matinao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helok'ota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61</Words>
  <PresentationFormat>Affichage à l'écran (4:3)</PresentationFormat>
  <Paragraphs>16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125</vt:lpstr>
      <vt:lpstr>HIRA 125</vt:lpstr>
      <vt:lpstr>HIRA 125</vt:lpstr>
      <vt:lpstr>HIRA 125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16</cp:revision>
  <dcterms:created xsi:type="dcterms:W3CDTF">2012-10-21T18:56:48Z</dcterms:created>
  <dcterms:modified xsi:type="dcterms:W3CDTF">2013-07-03T06:45:03Z</dcterms:modified>
</cp:coreProperties>
</file>