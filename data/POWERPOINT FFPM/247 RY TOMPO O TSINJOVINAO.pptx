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3540" autoAdjust="0"/>
    <p:restoredTop sz="94660"/>
  </p:normalViewPr>
  <p:slideViewPr>
    <p:cSldViewPr>
      <p:cViewPr varScale="1">
        <p:scale>
          <a:sx n="40" d="100"/>
          <a:sy n="40" d="100"/>
        </p:scale>
        <p:origin x="-108" y="-5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Tsinjovinao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mila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hatao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batisa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00042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Satria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manantena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namboarinao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an'izay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mpianatrao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lovany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  <a:p>
            <a:pPr>
              <a:buNone/>
            </a:pP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2. Fa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mandà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ory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nandatsahanao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ra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Hanaisotra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ota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00042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Mitady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hodiovinao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: 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Mifona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	</a:t>
            </a: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efa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voaisa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olonao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nandray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soan'ny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batisa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857256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Ampaherezonao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hafoinao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to 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Ambara</a:t>
            </a:r>
            <a:r>
              <a:rPr lang="fr-FR" sz="72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7200" dirty="0" err="1" smtClean="0">
                <a:solidFill>
                  <a:srgbClr val="002060"/>
                </a:solidFill>
                <a:latin typeface="Cambria" pitchFamily="18" charset="0"/>
              </a:rPr>
              <a:t>pahafaty</a:t>
            </a:r>
            <a:endParaRPr lang="fr-FR" sz="72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</Words>
  <PresentationFormat>Affichage à l'écran (4:3)</PresentationFormat>
  <Paragraphs>27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247</vt:lpstr>
      <vt:lpstr>Hira 247</vt:lpstr>
      <vt:lpstr>Hira 247</vt:lpstr>
      <vt:lpstr>Hira 247</vt:lpstr>
      <vt:lpstr>Hira 247</vt:lpstr>
      <vt:lpstr>Hira 247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235 </dc:title>
  <dc:creator>M</dc:creator>
  <cp:lastModifiedBy>M</cp:lastModifiedBy>
  <cp:revision>6</cp:revision>
  <dcterms:created xsi:type="dcterms:W3CDTF">2012-11-26T19:15:45Z</dcterms:created>
  <dcterms:modified xsi:type="dcterms:W3CDTF">2014-05-12T10:23:09Z</dcterms:modified>
</cp:coreProperties>
</file>