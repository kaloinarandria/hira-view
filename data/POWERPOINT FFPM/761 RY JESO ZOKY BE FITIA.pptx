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718" autoAdjust="0"/>
    <p:restoredTop sz="94660"/>
  </p:normalViewPr>
  <p:slideViewPr>
    <p:cSldViewPr>
      <p:cViewPr varScale="1">
        <p:scale>
          <a:sx n="60" d="100"/>
          <a:sy n="60" d="100"/>
        </p:scale>
        <p:origin x="-110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761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1. </a:t>
            </a: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Jeso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Zoky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be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fitia</a:t>
            </a:r>
            <a:r>
              <a:rPr lang="fr-FR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Avia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mitantana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Fandrao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izahay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maniasia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Avilin'i</a:t>
            </a:r>
            <a:r>
              <a:rPr lang="fr-FR" sz="6600" dirty="0" smtClean="0">
                <a:latin typeface="Cambria" pitchFamily="18" charset="0"/>
              </a:rPr>
              <a:t> Satana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761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Jeso</a:t>
            </a:r>
            <a:r>
              <a:rPr lang="fr-FR" sz="6600" dirty="0" smtClean="0">
                <a:latin typeface="Cambria" pitchFamily="18" charset="0"/>
              </a:rPr>
              <a:t> ô! </a:t>
            </a:r>
            <a:r>
              <a:rPr lang="fr-FR" sz="6600" dirty="0" err="1" smtClean="0">
                <a:latin typeface="Cambria" pitchFamily="18" charset="0"/>
              </a:rPr>
              <a:t>Tahio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izahay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mbola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kely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saina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He!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hendry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mahay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mora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ambakaina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761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2. </a:t>
            </a:r>
            <a:r>
              <a:rPr lang="fr-FR" sz="6600" dirty="0" err="1" smtClean="0">
                <a:latin typeface="Cambria" pitchFamily="18" charset="0"/>
              </a:rPr>
              <a:t>Maniry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izahay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Jeso</a:t>
            </a:r>
            <a:r>
              <a:rPr lang="fr-FR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Ho </a:t>
            </a:r>
            <a:r>
              <a:rPr lang="fr-FR" sz="6600" dirty="0" err="1" smtClean="0">
                <a:latin typeface="Cambria" pitchFamily="18" charset="0"/>
              </a:rPr>
              <a:t>zandry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manoa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dia </a:t>
            </a:r>
            <a:r>
              <a:rPr lang="fr-FR" sz="6600" dirty="0" err="1" smtClean="0">
                <a:latin typeface="Cambria" pitchFamily="18" charset="0"/>
              </a:rPr>
              <a:t>ampaherezonao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Ho </a:t>
            </a:r>
            <a:r>
              <a:rPr lang="fr-FR" sz="6600" dirty="0" err="1" smtClean="0">
                <a:latin typeface="Cambria" pitchFamily="18" charset="0"/>
              </a:rPr>
              <a:t>tia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tokoa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761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Jeso</a:t>
            </a:r>
            <a:r>
              <a:rPr lang="fr-FR" sz="6600" dirty="0" smtClean="0">
                <a:latin typeface="Cambria" pitchFamily="18" charset="0"/>
              </a:rPr>
              <a:t> ô! </a:t>
            </a:r>
            <a:r>
              <a:rPr lang="fr-FR" sz="6600" dirty="0" err="1" smtClean="0">
                <a:latin typeface="Cambria" pitchFamily="18" charset="0"/>
              </a:rPr>
              <a:t>Tahio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izahay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mbola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kely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saina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He!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hendry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mahay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mora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ambakaina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761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3. </a:t>
            </a:r>
            <a:r>
              <a:rPr lang="fr-FR" sz="6600" dirty="0" err="1" smtClean="0">
                <a:latin typeface="Cambria" pitchFamily="18" charset="0"/>
              </a:rPr>
              <a:t>Indreto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izahay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Jeso</a:t>
            </a:r>
            <a:r>
              <a:rPr lang="fr-FR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Tariho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hahalala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Hanaraka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sitrakao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zokinay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malala</a:t>
            </a:r>
            <a:r>
              <a:rPr lang="fr-FR" sz="660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761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Jeso</a:t>
            </a:r>
            <a:r>
              <a:rPr lang="fr-FR" sz="6600" dirty="0" smtClean="0">
                <a:latin typeface="Cambria" pitchFamily="18" charset="0"/>
              </a:rPr>
              <a:t> ô! </a:t>
            </a:r>
            <a:r>
              <a:rPr lang="fr-FR" sz="6600" dirty="0" err="1" smtClean="0">
                <a:latin typeface="Cambria" pitchFamily="18" charset="0"/>
              </a:rPr>
              <a:t>Tahio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izahay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mbola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kely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saina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He!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hendry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mahay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mora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ambakaina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137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761</vt:lpstr>
      <vt:lpstr>HIRA 761</vt:lpstr>
      <vt:lpstr>HIRA 761</vt:lpstr>
      <vt:lpstr>HIRA 761</vt:lpstr>
      <vt:lpstr>HIRA 761</vt:lpstr>
      <vt:lpstr>HIRA 761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M</cp:lastModifiedBy>
  <cp:revision>12</cp:revision>
  <dcterms:created xsi:type="dcterms:W3CDTF">2012-12-02T01:28:21Z</dcterms:created>
  <dcterms:modified xsi:type="dcterms:W3CDTF">2012-12-28T19:22:06Z</dcterms:modified>
</cp:coreProperties>
</file>