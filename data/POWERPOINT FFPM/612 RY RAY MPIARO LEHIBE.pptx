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19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23/03/2014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1. Ry Ray Mpiaro lehibe,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Mba mihainoa ahy e,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Ka ampio aho hanao hoe: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Hatao anie ny sitrakao!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9001188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2. lzay rehetra sitrakao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No aoka mba hatao izao,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Fa mahasoa ny tianao :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Hatao anie ny sitrakao!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14" y="214290"/>
            <a:ext cx="9215470" cy="642939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3. Na sarotra aza ny hatao,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Mba manampia ny zanakao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Hanaraka ny teninao :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Hatao anie ny sitrakao!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9144064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4. Na tonga aza ny manjo,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Ka ory sy mivadi-po,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Ho toy izao no teniko :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Hatao anie ny sitrakao!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5. Mba tanterahonao tokoa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Izay kasainao hahasoa;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Ny tena sy fanahy koa;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Hatao anie ny sitrakao!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285728"/>
            <a:ext cx="9144064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6. He, Hianao dia tsy mandao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Izay voaray ho olonao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Ka mankato ny didinao;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Hatao anie e ny sitrakao!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144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612</vt:lpstr>
      <vt:lpstr>HIRA 612</vt:lpstr>
      <vt:lpstr>HIRA 612</vt:lpstr>
      <vt:lpstr>HIRA 612</vt:lpstr>
      <vt:lpstr>HIRA 612</vt:lpstr>
      <vt:lpstr>HIRA 612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13</cp:revision>
  <dcterms:created xsi:type="dcterms:W3CDTF">2012-12-08T21:04:49Z</dcterms:created>
  <dcterms:modified xsi:type="dcterms:W3CDTF">2014-03-23T07:49:10Z</dcterms:modified>
</cp:coreProperties>
</file>