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takatray</a:t>
            </a:r>
            <a:endParaRPr lang="es-E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hasoan'ny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Zava-mahagaga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s-E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0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s-E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He,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hasoavinao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Avotr'aina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azonay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atao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2863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Fatratra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Ts'isy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Mahasakana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mora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mandefitra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2863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fiainanay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anjakao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33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takatray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hasoan'ny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Zava-mahagaga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33</vt:lpstr>
      <vt:lpstr>HIRA 33</vt:lpstr>
      <vt:lpstr>HIRA 33</vt:lpstr>
      <vt:lpstr>HIRA 33</vt:lpstr>
      <vt:lpstr>HIRA 33</vt:lpstr>
      <vt:lpstr>HIRA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18</cp:revision>
  <dcterms:created xsi:type="dcterms:W3CDTF">2012-10-02T21:34:15Z</dcterms:created>
  <dcterms:modified xsi:type="dcterms:W3CDTF">2014-08-04T12:50:00Z</dcterms:modified>
</cp:coreProperties>
</file>