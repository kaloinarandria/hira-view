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6679" autoAdjust="0"/>
    <p:restoredTop sz="94660"/>
  </p:normalViewPr>
  <p:slideViewPr>
    <p:cSldViewPr>
      <p:cViewPr varScale="1">
        <p:scale>
          <a:sx n="36" d="100"/>
          <a:sy n="36" d="100"/>
        </p:scale>
        <p:origin x="-78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hasoavinao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asanay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atombokay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ombay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satria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anton'ny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atao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121442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hotanterahinay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fifalianay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voninahitrao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Derainay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famonjena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Anara-masinao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76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Manavao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tontolo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121442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iankinanay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isaoranay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rahatrizay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fanorenana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Iainanay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hahafatesanay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Manome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toky</a:t>
            </a:r>
            <a:r>
              <a:rPr lang="en-US" sz="7200" dirty="0" smtClean="0"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hitsangananay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121442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horaisinao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navotanao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</Words>
  <PresentationFormat>Affichage à l'écran (4:3)</PresentationFormat>
  <Paragraphs>42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229</vt:lpstr>
      <vt:lpstr>Hira 229</vt:lpstr>
      <vt:lpstr>Hira 229</vt:lpstr>
      <vt:lpstr>Hira 229</vt:lpstr>
      <vt:lpstr>Hira 229</vt:lpstr>
      <vt:lpstr>Hira 229</vt:lpstr>
      <vt:lpstr>Hira 229</vt:lpstr>
      <vt:lpstr>Hira 229</vt:lpstr>
      <vt:lpstr>Hira 229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6</cp:revision>
  <dcterms:created xsi:type="dcterms:W3CDTF">2012-11-11T21:23:20Z</dcterms:created>
  <dcterms:modified xsi:type="dcterms:W3CDTF">2014-05-05T08:47:16Z</dcterms:modified>
</cp:coreProperties>
</file>