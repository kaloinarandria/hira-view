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697" autoAdjust="0"/>
    <p:restoredTop sz="85424" autoAdjust="0"/>
  </p:normalViewPr>
  <p:slideViewPr>
    <p:cSldViewPr>
      <p:cViewPr varScale="1">
        <p:scale>
          <a:sx n="58" d="100"/>
          <a:sy n="58" d="100"/>
        </p:scale>
        <p:origin x="-76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57290" y="0"/>
            <a:ext cx="7498080" cy="857232"/>
          </a:xfrm>
        </p:spPr>
        <p:txBody>
          <a:bodyPr>
            <a:normAutofit/>
          </a:bodyPr>
          <a:lstStyle/>
          <a:p>
            <a:pPr algn="ctr"/>
            <a:r>
              <a:rPr lang="fr-FR" sz="4000" dirty="0" smtClean="0">
                <a:latin typeface="Cambria" pitchFamily="18" charset="0"/>
              </a:rPr>
              <a:t>HIRA 624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ô, </a:t>
            </a:r>
            <a:r>
              <a:rPr lang="en-US" sz="6000" dirty="0" err="1" smtClean="0">
                <a:latin typeface="Cambria" pitchFamily="18" charset="0"/>
              </a:rPr>
              <a:t>Mpiandry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tsara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Sambatra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ondrinao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mialoha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Hanarahanay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 </a:t>
            </a:r>
            <a:r>
              <a:rPr lang="en-US" sz="6000" dirty="0" err="1" smtClean="0">
                <a:latin typeface="Cambria" pitchFamily="18" charset="0"/>
              </a:rPr>
              <a:t>Mitariha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mitariha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fanahinay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57290" y="0"/>
            <a:ext cx="7498080" cy="857232"/>
          </a:xfrm>
        </p:spPr>
        <p:txBody>
          <a:bodyPr>
            <a:normAutofit/>
          </a:bodyPr>
          <a:lstStyle/>
          <a:p>
            <a:pPr algn="ctr"/>
            <a:r>
              <a:rPr lang="fr-FR" sz="4000" dirty="0" smtClean="0">
                <a:latin typeface="Cambria" pitchFamily="18" charset="0"/>
              </a:rPr>
              <a:t>HIRA 624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ô, </a:t>
            </a:r>
            <a:r>
              <a:rPr lang="en-US" sz="6000" dirty="0" err="1" smtClean="0">
                <a:latin typeface="Cambria" pitchFamily="18" charset="0"/>
              </a:rPr>
              <a:t>Mpiandry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tsara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Fohy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fisainanay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manoro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Lalana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halehanay</a:t>
            </a:r>
            <a:r>
              <a:rPr lang="en-US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 </a:t>
            </a:r>
            <a:r>
              <a:rPr lang="en-US" sz="6000" dirty="0" err="1" smtClean="0">
                <a:latin typeface="Cambria" pitchFamily="18" charset="0"/>
              </a:rPr>
              <a:t>Mitariha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mitariha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fanahinay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57290" y="0"/>
            <a:ext cx="7498080" cy="857232"/>
          </a:xfrm>
        </p:spPr>
        <p:txBody>
          <a:bodyPr>
            <a:normAutofit/>
          </a:bodyPr>
          <a:lstStyle/>
          <a:p>
            <a:pPr algn="ctr"/>
            <a:r>
              <a:rPr lang="fr-FR" sz="4000" dirty="0" smtClean="0">
                <a:latin typeface="Cambria" pitchFamily="18" charset="0"/>
              </a:rPr>
              <a:t>HIRA 624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ô, </a:t>
            </a:r>
            <a:r>
              <a:rPr lang="en-US" sz="6000" dirty="0" err="1" smtClean="0">
                <a:latin typeface="Cambria" pitchFamily="18" charset="0"/>
              </a:rPr>
              <a:t>Mpiandry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tsara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Tsinjonao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dianay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Ondry</a:t>
            </a:r>
            <a:r>
              <a:rPr lang="en-US" sz="6000" dirty="0" smtClean="0">
                <a:latin typeface="Cambria" pitchFamily="18" charset="0"/>
              </a:rPr>
              <a:t> very ka ho </a:t>
            </a:r>
            <a:r>
              <a:rPr lang="en-US" sz="6000" dirty="0" err="1" smtClean="0">
                <a:latin typeface="Cambria" pitchFamily="18" charset="0"/>
              </a:rPr>
              <a:t>faty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Raha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hatoninao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 </a:t>
            </a:r>
            <a:r>
              <a:rPr lang="en-US" sz="6000" dirty="0" err="1" smtClean="0">
                <a:latin typeface="Cambria" pitchFamily="18" charset="0"/>
              </a:rPr>
              <a:t>Mitariha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mitariha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fanahinay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57290" y="0"/>
            <a:ext cx="7498080" cy="857232"/>
          </a:xfrm>
        </p:spPr>
        <p:txBody>
          <a:bodyPr>
            <a:normAutofit/>
          </a:bodyPr>
          <a:lstStyle/>
          <a:p>
            <a:pPr algn="ctr"/>
            <a:r>
              <a:rPr lang="fr-FR" sz="4000" dirty="0" smtClean="0">
                <a:latin typeface="Cambria" pitchFamily="18" charset="0"/>
              </a:rPr>
              <a:t>HIRA 624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ô, </a:t>
            </a:r>
            <a:r>
              <a:rPr lang="en-US" sz="6000" dirty="0" err="1" smtClean="0">
                <a:latin typeface="Cambria" pitchFamily="18" charset="0"/>
              </a:rPr>
              <a:t>Mpiandry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tsara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alehanay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Ala be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làla-mafy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Maty</a:t>
            </a:r>
            <a:r>
              <a:rPr lang="en-US" sz="6000" dirty="0" smtClean="0">
                <a:latin typeface="Cambria" pitchFamily="18" charset="0"/>
              </a:rPr>
              <a:t> re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ondrinao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 </a:t>
            </a:r>
            <a:r>
              <a:rPr lang="en-US" sz="6000" dirty="0" err="1" smtClean="0">
                <a:latin typeface="Cambria" pitchFamily="18" charset="0"/>
              </a:rPr>
              <a:t>Miarova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miarova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fanahinay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:,;.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57290" y="0"/>
            <a:ext cx="7498080" cy="857232"/>
          </a:xfrm>
        </p:spPr>
        <p:txBody>
          <a:bodyPr>
            <a:normAutofit/>
          </a:bodyPr>
          <a:lstStyle/>
          <a:p>
            <a:pPr algn="ctr"/>
            <a:r>
              <a:rPr lang="fr-FR" sz="4000" dirty="0" smtClean="0">
                <a:latin typeface="Cambria" pitchFamily="18" charset="0"/>
              </a:rPr>
              <a:t>HIRA 624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5.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ô, </a:t>
            </a:r>
            <a:r>
              <a:rPr lang="en-US" sz="6000" dirty="0" err="1" smtClean="0">
                <a:latin typeface="Cambria" pitchFamily="18" charset="0"/>
              </a:rPr>
              <a:t>Mpiandry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tsara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Mafy</a:t>
            </a:r>
            <a:r>
              <a:rPr lang="en-US" sz="6000" dirty="0" smtClean="0">
                <a:latin typeface="Cambria" pitchFamily="18" charset="0"/>
              </a:rPr>
              <a:t> re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tahotray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Bibidia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mamiravira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Mampivadi-po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anay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 </a:t>
            </a:r>
            <a:r>
              <a:rPr lang="en-US" sz="6000" dirty="0" err="1" smtClean="0">
                <a:latin typeface="Cambria" pitchFamily="18" charset="0"/>
              </a:rPr>
              <a:t>Miarova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miarova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fanahinay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57290" y="0"/>
            <a:ext cx="7498080" cy="857232"/>
          </a:xfrm>
        </p:spPr>
        <p:txBody>
          <a:bodyPr>
            <a:normAutofit/>
          </a:bodyPr>
          <a:lstStyle/>
          <a:p>
            <a:pPr algn="ctr"/>
            <a:r>
              <a:rPr lang="fr-FR" sz="4000" dirty="0" smtClean="0">
                <a:latin typeface="Cambria" pitchFamily="18" charset="0"/>
              </a:rPr>
              <a:t>HIRA 624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800" dirty="0" smtClean="0">
                <a:latin typeface="Cambria" pitchFamily="18" charset="0"/>
              </a:rPr>
              <a:t>6. </a:t>
            </a:r>
            <a:r>
              <a:rPr lang="en-US" sz="5800" dirty="0" err="1" smtClean="0">
                <a:latin typeface="Cambria" pitchFamily="18" charset="0"/>
              </a:rPr>
              <a:t>Jeso</a:t>
            </a:r>
            <a:r>
              <a:rPr lang="en-US" sz="5800" dirty="0" smtClean="0">
                <a:latin typeface="Cambria" pitchFamily="18" charset="0"/>
              </a:rPr>
              <a:t> ô, </a:t>
            </a:r>
            <a:r>
              <a:rPr lang="en-US" sz="5800" dirty="0" err="1" smtClean="0">
                <a:latin typeface="Cambria" pitchFamily="18" charset="0"/>
              </a:rPr>
              <a:t>Mpiandry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tsara</a:t>
            </a:r>
            <a:r>
              <a:rPr lang="en-US" sz="58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5800" dirty="0" err="1" smtClean="0">
                <a:latin typeface="Cambria" pitchFamily="18" charset="0"/>
              </a:rPr>
              <a:t>Ento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mody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izahay</a:t>
            </a:r>
            <a:r>
              <a:rPr lang="en-US" sz="58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5800" dirty="0" err="1" smtClean="0">
                <a:latin typeface="Cambria" pitchFamily="18" charset="0"/>
              </a:rPr>
              <a:t>Aminao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valan'ondry</a:t>
            </a:r>
            <a:endParaRPr lang="en-US" sz="58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800" dirty="0" err="1" smtClean="0">
                <a:latin typeface="Cambria" pitchFamily="18" charset="0"/>
              </a:rPr>
              <a:t>Tsy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mba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misy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tahotra</a:t>
            </a:r>
            <a:r>
              <a:rPr lang="en-US" sz="58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5800" dirty="0" smtClean="0">
                <a:latin typeface="Cambria" pitchFamily="18" charset="0"/>
              </a:rPr>
              <a:t>:,: </a:t>
            </a:r>
            <a:r>
              <a:rPr lang="en-US" sz="5800" dirty="0" err="1" smtClean="0">
                <a:latin typeface="Cambria" pitchFamily="18" charset="0"/>
              </a:rPr>
              <a:t>Mitariha</a:t>
            </a:r>
            <a:r>
              <a:rPr lang="en-US" sz="5800" dirty="0" smtClean="0">
                <a:latin typeface="Cambria" pitchFamily="18" charset="0"/>
              </a:rPr>
              <a:t>, </a:t>
            </a:r>
            <a:r>
              <a:rPr lang="en-US" sz="5800" dirty="0" err="1" smtClean="0">
                <a:latin typeface="Cambria" pitchFamily="18" charset="0"/>
              </a:rPr>
              <a:t>mitariha</a:t>
            </a:r>
            <a:endParaRPr lang="en-US" sz="58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800" dirty="0" err="1" smtClean="0">
                <a:latin typeface="Cambria" pitchFamily="18" charset="0"/>
              </a:rPr>
              <a:t>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fanahinay</a:t>
            </a:r>
            <a:r>
              <a:rPr lang="en-US" sz="5800" dirty="0" smtClean="0">
                <a:latin typeface="Cambria" pitchFamily="18" charset="0"/>
              </a:rPr>
              <a:t> ho </a:t>
            </a:r>
            <a:r>
              <a:rPr lang="en-US" sz="5800" dirty="0" err="1" smtClean="0">
                <a:latin typeface="Cambria" pitchFamily="18" charset="0"/>
              </a:rPr>
              <a:t>ao</a:t>
            </a:r>
            <a:r>
              <a:rPr lang="en-US" sz="5800" dirty="0" smtClean="0">
                <a:latin typeface="Cambria" pitchFamily="18" charset="0"/>
              </a:rPr>
              <a:t>:,:</a:t>
            </a:r>
          </a:p>
          <a:p>
            <a:pPr>
              <a:buNone/>
            </a:pPr>
            <a:r>
              <a:rPr lang="en-US" sz="58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181</Words>
  <PresentationFormat>Affichage à l'écran (4:3)</PresentationFormat>
  <Paragraphs>43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624</vt:lpstr>
      <vt:lpstr>HIRA 624</vt:lpstr>
      <vt:lpstr>HIRA 624</vt:lpstr>
      <vt:lpstr>HIRA 624</vt:lpstr>
      <vt:lpstr>HIRA 624</vt:lpstr>
      <vt:lpstr>HIRA 624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627 : 1 , 2</dc:title>
  <dc:creator>M</dc:creator>
  <cp:lastModifiedBy>M</cp:lastModifiedBy>
  <cp:revision>5</cp:revision>
  <dcterms:created xsi:type="dcterms:W3CDTF">2012-10-03T07:52:32Z</dcterms:created>
  <dcterms:modified xsi:type="dcterms:W3CDTF">2013-08-24T19:32:12Z</dcterms:modified>
</cp:coreProperties>
</file>