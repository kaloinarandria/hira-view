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4" r:id="rId3"/>
    <p:sldId id="265" r:id="rId4"/>
    <p:sldId id="266" r:id="rId5"/>
    <p:sldId id="262" r:id="rId6"/>
    <p:sldId id="267" r:id="rId7"/>
    <p:sldId id="263" r:id="rId8"/>
    <p:sldId id="268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512" autoAdjust="0"/>
    <p:restoredTop sz="94660"/>
  </p:normalViewPr>
  <p:slideViewPr>
    <p:cSldViewPr>
      <p:cViewPr varScale="1">
        <p:scale>
          <a:sx n="61" d="100"/>
          <a:sy n="61" d="100"/>
        </p:scale>
        <p:origin x="-9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vazantany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mponina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danitra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Miraisa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feo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mihirà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fanavotan-dehibe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:,:</a:t>
            </a: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Zay amonjena marobe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Dia vita re ka miderà.:,:</a:t>
            </a:r>
          </a:p>
          <a:p>
            <a:pPr>
              <a:buNone/>
            </a:pP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fiangonana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asandrato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feo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Hidera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an'efitra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pandehanana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soan'i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Ziona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voavonjy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mifalia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afa-doza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hianareo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Miraisa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feo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mihirà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14422"/>
            <a:ext cx="10001288" cy="56435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mendrika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nanavotra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anareo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olom-bery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mandre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Hoe: "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"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fidio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71546"/>
            <a:ext cx="8358246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fitiavany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valio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fiderany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:,: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141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16</vt:lpstr>
      <vt:lpstr>HIRA 16</vt:lpstr>
      <vt:lpstr>HIRA 16</vt:lpstr>
      <vt:lpstr>HIRA 16</vt:lpstr>
      <vt:lpstr>HIRA 16</vt:lpstr>
      <vt:lpstr>HIRA 16</vt:lpstr>
      <vt:lpstr>HIRA 16</vt:lpstr>
      <vt:lpstr>HIRA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</dc:title>
  <dc:creator>M</dc:creator>
  <cp:lastModifiedBy>M</cp:lastModifiedBy>
  <cp:revision>5</cp:revision>
  <dcterms:created xsi:type="dcterms:W3CDTF">2012-10-02T21:28:02Z</dcterms:created>
  <dcterms:modified xsi:type="dcterms:W3CDTF">2014-07-26T18:19:14Z</dcterms:modified>
</cp:coreProperties>
</file>