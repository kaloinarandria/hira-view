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84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22/02/2015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298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 </a:t>
            </a: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Aina</a:t>
            </a: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fetra</a:t>
            </a: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Mpanjaka</a:t>
            </a: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  <a:endParaRPr lang="fr-FR" sz="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Aina</a:t>
            </a: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no </a:t>
            </a: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fetra</a:t>
            </a: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anarahana</a:t>
            </a: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  <a:endParaRPr lang="fr-FR" sz="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faneva</a:t>
            </a: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maintsy</a:t>
            </a: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ho </a:t>
            </a: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zaka</a:t>
            </a:r>
            <a:endParaRPr lang="fr-FR" sz="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fanompoana</a:t>
            </a: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maintsy</a:t>
            </a:r>
            <a:r>
              <a:rPr lang="en-US" sz="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atao</a:t>
            </a:r>
            <a:endParaRPr lang="fr-FR" sz="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endParaRPr lang="fr-FR" sz="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298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Indreto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izahay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hilanja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faneva</a:t>
            </a:r>
            <a:r>
              <a:rPr lang="en-US" sz="5400" dirty="0" smtClean="0">
                <a:latin typeface="Cambria" pitchFamily="18" charset="0"/>
              </a:rPr>
              <a:t>,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Ilay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hazo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nanavotana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anay</a:t>
            </a:r>
            <a:r>
              <a:rPr lang="en-US" sz="5400" dirty="0" smtClean="0">
                <a:latin typeface="Cambria" pitchFamily="18" charset="0"/>
              </a:rPr>
              <a:t>;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An-</a:t>
            </a:r>
            <a:r>
              <a:rPr lang="en-US" sz="5400" dirty="0" err="1" smtClean="0">
                <a:latin typeface="Cambria" pitchFamily="18" charset="0"/>
              </a:rPr>
              <a:t>tsitrapo</a:t>
            </a:r>
            <a:r>
              <a:rPr lang="en-US" sz="5400" dirty="0" smtClean="0">
                <a:latin typeface="Cambria" pitchFamily="18" charset="0"/>
              </a:rPr>
              <a:t> no </a:t>
            </a:r>
            <a:r>
              <a:rPr lang="en-US" sz="5400" dirty="0" err="1" smtClean="0">
                <a:latin typeface="Cambria" pitchFamily="18" charset="0"/>
              </a:rPr>
              <a:t>anoloranay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tena</a:t>
            </a:r>
            <a:r>
              <a:rPr lang="en-US" sz="5400" dirty="0" smtClean="0">
                <a:latin typeface="Cambria" pitchFamily="18" charset="0"/>
              </a:rPr>
              <a:t>,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Ka </a:t>
            </a:r>
            <a:r>
              <a:rPr lang="en-US" sz="5400" dirty="0" err="1" smtClean="0">
                <a:latin typeface="Cambria" pitchFamily="18" charset="0"/>
              </a:rPr>
              <a:t>tano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ho </a:t>
            </a:r>
            <a:r>
              <a:rPr lang="en-US" sz="5400" dirty="0" err="1" smtClean="0">
                <a:latin typeface="Cambria" pitchFamily="18" charset="0"/>
              </a:rPr>
              <a:t>Anao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izahay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298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142984"/>
            <a:ext cx="8786842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2. </a:t>
            </a:r>
            <a:r>
              <a:rPr lang="en-US" sz="5400" dirty="0" err="1" smtClean="0">
                <a:latin typeface="Cambria" pitchFamily="18" charset="0"/>
              </a:rPr>
              <a:t>Aina</a:t>
            </a:r>
            <a:r>
              <a:rPr lang="en-US" sz="5400" dirty="0" smtClean="0">
                <a:latin typeface="Cambria" pitchFamily="18" charset="0"/>
              </a:rPr>
              <a:t> no </a:t>
            </a:r>
            <a:r>
              <a:rPr lang="en-US" sz="5400" dirty="0" err="1" smtClean="0">
                <a:latin typeface="Cambria" pitchFamily="18" charset="0"/>
              </a:rPr>
              <a:t>fetra</a:t>
            </a:r>
            <a:r>
              <a:rPr lang="en-US" sz="5400" dirty="0" smtClean="0">
                <a:latin typeface="Cambria" pitchFamily="18" charset="0"/>
              </a:rPr>
              <a:t> ho </a:t>
            </a:r>
            <a:r>
              <a:rPr lang="en-US" sz="5400" dirty="0" err="1" smtClean="0">
                <a:latin typeface="Cambria" pitchFamily="18" charset="0"/>
              </a:rPr>
              <a:t>enti-manoa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Ilay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Zanak'ondry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nisolo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anay</a:t>
            </a:r>
            <a:r>
              <a:rPr lang="en-US" sz="5400" dirty="0" smtClean="0">
                <a:latin typeface="Cambria" pitchFamily="18" charset="0"/>
              </a:rPr>
              <a:t>;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Fandavan-tena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fanaovan-tsoa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No </a:t>
            </a:r>
            <a:r>
              <a:rPr lang="en-US" sz="5400" dirty="0" err="1" smtClean="0">
                <a:latin typeface="Cambria" pitchFamily="18" charset="0"/>
              </a:rPr>
              <a:t>fianarana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atolotra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anay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298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Indreto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izahay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hilanja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faneva</a:t>
            </a:r>
            <a:r>
              <a:rPr lang="en-US" sz="5400" dirty="0" smtClean="0">
                <a:latin typeface="Cambria" pitchFamily="18" charset="0"/>
              </a:rPr>
              <a:t>,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Ilay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hazo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nanavotana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anay</a:t>
            </a:r>
            <a:r>
              <a:rPr lang="en-US" sz="5400" dirty="0" smtClean="0">
                <a:latin typeface="Cambria" pitchFamily="18" charset="0"/>
              </a:rPr>
              <a:t>;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An-</a:t>
            </a:r>
            <a:r>
              <a:rPr lang="en-US" sz="5400" dirty="0" err="1" smtClean="0">
                <a:latin typeface="Cambria" pitchFamily="18" charset="0"/>
              </a:rPr>
              <a:t>tsitrapo</a:t>
            </a:r>
            <a:r>
              <a:rPr lang="en-US" sz="5400" dirty="0" smtClean="0">
                <a:latin typeface="Cambria" pitchFamily="18" charset="0"/>
              </a:rPr>
              <a:t> no </a:t>
            </a:r>
            <a:r>
              <a:rPr lang="en-US" sz="5400" dirty="0" err="1" smtClean="0">
                <a:latin typeface="Cambria" pitchFamily="18" charset="0"/>
              </a:rPr>
              <a:t>anoloranay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tena</a:t>
            </a:r>
            <a:r>
              <a:rPr lang="en-US" sz="5400" dirty="0" smtClean="0">
                <a:latin typeface="Cambria" pitchFamily="18" charset="0"/>
              </a:rPr>
              <a:t>,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Ka </a:t>
            </a:r>
            <a:r>
              <a:rPr lang="en-US" sz="5400" dirty="0" err="1" smtClean="0">
                <a:latin typeface="Cambria" pitchFamily="18" charset="0"/>
              </a:rPr>
              <a:t>tano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ho </a:t>
            </a:r>
            <a:r>
              <a:rPr lang="en-US" sz="5400" dirty="0" err="1" smtClean="0">
                <a:latin typeface="Cambria" pitchFamily="18" charset="0"/>
              </a:rPr>
              <a:t>Anao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izahay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298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3. </a:t>
            </a:r>
            <a:r>
              <a:rPr lang="en-US" sz="5400" dirty="0" err="1" smtClean="0">
                <a:latin typeface="Cambria" pitchFamily="18" charset="0"/>
              </a:rPr>
              <a:t>Aina</a:t>
            </a:r>
            <a:r>
              <a:rPr lang="en-US" sz="5400" dirty="0" smtClean="0">
                <a:latin typeface="Cambria" pitchFamily="18" charset="0"/>
              </a:rPr>
              <a:t> no </a:t>
            </a:r>
            <a:r>
              <a:rPr lang="en-US" sz="5400" dirty="0" err="1" smtClean="0">
                <a:latin typeface="Cambria" pitchFamily="18" charset="0"/>
              </a:rPr>
              <a:t>fetra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ry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Tompo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malala</a:t>
            </a:r>
            <a:r>
              <a:rPr lang="en-US" sz="5400" dirty="0" smtClean="0">
                <a:latin typeface="Cambria" pitchFamily="18" charset="0"/>
              </a:rPr>
              <a:t>!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Aina</a:t>
            </a:r>
            <a:r>
              <a:rPr lang="en-US" sz="5400" dirty="0" smtClean="0">
                <a:latin typeface="Cambria" pitchFamily="18" charset="0"/>
              </a:rPr>
              <a:t> no </a:t>
            </a:r>
            <a:r>
              <a:rPr lang="en-US" sz="5400" dirty="0" err="1" smtClean="0">
                <a:latin typeface="Cambria" pitchFamily="18" charset="0"/>
              </a:rPr>
              <a:t>fetran'ny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fitiavanay</a:t>
            </a:r>
            <a:r>
              <a:rPr lang="en-US" sz="5400" dirty="0" smtClean="0">
                <a:latin typeface="Cambria" pitchFamily="18" charset="0"/>
              </a:rPr>
              <a:t>;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Ka </a:t>
            </a:r>
            <a:r>
              <a:rPr lang="en-US" sz="5400" dirty="0" err="1" smtClean="0">
                <a:latin typeface="Cambria" pitchFamily="18" charset="0"/>
              </a:rPr>
              <a:t>sanatria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handao</a:t>
            </a:r>
            <a:endParaRPr lang="en-US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hiala</a:t>
            </a:r>
            <a:r>
              <a:rPr lang="en-US" sz="5400" dirty="0" smtClean="0">
                <a:latin typeface="Cambria" pitchFamily="18" charset="0"/>
              </a:rPr>
              <a:t>;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Mandrakizay</a:t>
            </a:r>
            <a:r>
              <a:rPr lang="en-US" sz="5400" dirty="0" smtClean="0">
                <a:latin typeface="Cambria" pitchFamily="18" charset="0"/>
              </a:rPr>
              <a:t>, ho </a:t>
            </a:r>
            <a:r>
              <a:rPr lang="en-US" sz="5400" dirty="0" err="1" smtClean="0">
                <a:latin typeface="Cambria" pitchFamily="18" charset="0"/>
              </a:rPr>
              <a:t>Anao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izahay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298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Indreto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izahay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hilanja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faneva</a:t>
            </a:r>
            <a:r>
              <a:rPr lang="en-US" sz="5400" dirty="0" smtClean="0">
                <a:latin typeface="Cambria" pitchFamily="18" charset="0"/>
              </a:rPr>
              <a:t>,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Ilay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hazo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nanavotana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anay</a:t>
            </a:r>
            <a:r>
              <a:rPr lang="en-US" sz="5400" dirty="0" smtClean="0">
                <a:latin typeface="Cambria" pitchFamily="18" charset="0"/>
              </a:rPr>
              <a:t>;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An-</a:t>
            </a:r>
            <a:r>
              <a:rPr lang="en-US" sz="5400" dirty="0" err="1" smtClean="0">
                <a:latin typeface="Cambria" pitchFamily="18" charset="0"/>
              </a:rPr>
              <a:t>tsitrapo</a:t>
            </a:r>
            <a:r>
              <a:rPr lang="en-US" sz="5400" dirty="0" smtClean="0">
                <a:latin typeface="Cambria" pitchFamily="18" charset="0"/>
              </a:rPr>
              <a:t> no </a:t>
            </a:r>
            <a:r>
              <a:rPr lang="en-US" sz="5400" dirty="0" err="1" smtClean="0">
                <a:latin typeface="Cambria" pitchFamily="18" charset="0"/>
              </a:rPr>
              <a:t>anoloranay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tena</a:t>
            </a:r>
            <a:r>
              <a:rPr lang="en-US" sz="5400" dirty="0" smtClean="0">
                <a:latin typeface="Cambria" pitchFamily="18" charset="0"/>
              </a:rPr>
              <a:t>,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Ka </a:t>
            </a:r>
            <a:r>
              <a:rPr lang="en-US" sz="5400" dirty="0" err="1" smtClean="0">
                <a:latin typeface="Cambria" pitchFamily="18" charset="0"/>
              </a:rPr>
              <a:t>tano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ho </a:t>
            </a:r>
            <a:r>
              <a:rPr lang="en-US" sz="5400" dirty="0" err="1" smtClean="0">
                <a:latin typeface="Cambria" pitchFamily="18" charset="0"/>
              </a:rPr>
              <a:t>Anao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izahay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298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4. </a:t>
            </a:r>
            <a:r>
              <a:rPr lang="en-US" sz="5400" dirty="0" err="1" smtClean="0">
                <a:latin typeface="Cambria" pitchFamily="18" charset="0"/>
              </a:rPr>
              <a:t>Aina</a:t>
            </a:r>
            <a:r>
              <a:rPr lang="en-US" sz="5400" dirty="0" smtClean="0">
                <a:latin typeface="Cambria" pitchFamily="18" charset="0"/>
              </a:rPr>
              <a:t> no </a:t>
            </a:r>
            <a:r>
              <a:rPr lang="en-US" sz="5400" dirty="0" err="1" smtClean="0">
                <a:latin typeface="Cambria" pitchFamily="18" charset="0"/>
              </a:rPr>
              <a:t>fetra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nofo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anefa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Mora </a:t>
            </a:r>
            <a:r>
              <a:rPr lang="en-US" sz="5400" dirty="0" err="1" smtClean="0">
                <a:latin typeface="Cambria" pitchFamily="18" charset="0"/>
              </a:rPr>
              <a:t>mirona</a:t>
            </a:r>
            <a:r>
              <a:rPr lang="en-US" sz="5400" dirty="0" smtClean="0">
                <a:latin typeface="Cambria" pitchFamily="18" charset="0"/>
              </a:rPr>
              <a:t> ho </a:t>
            </a:r>
            <a:r>
              <a:rPr lang="en-US" sz="5400" dirty="0" err="1" smtClean="0">
                <a:latin typeface="Cambria" pitchFamily="18" charset="0"/>
              </a:rPr>
              <a:t>lavo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indray</a:t>
            </a:r>
            <a:r>
              <a:rPr lang="en-US" sz="5400" dirty="0" smtClean="0">
                <a:latin typeface="Cambria" pitchFamily="18" charset="0"/>
              </a:rPr>
              <a:t>,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Ka </a:t>
            </a:r>
            <a:r>
              <a:rPr lang="en-US" sz="5400" dirty="0" err="1" smtClean="0">
                <a:latin typeface="Cambria" pitchFamily="18" charset="0"/>
              </a:rPr>
              <a:t>manampia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ry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Mpandresy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mahefa</a:t>
            </a:r>
            <a:r>
              <a:rPr lang="en-US" sz="5400" dirty="0" smtClean="0">
                <a:latin typeface="Cambria" pitchFamily="18" charset="0"/>
              </a:rPr>
              <a:t>!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O! </a:t>
            </a: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tantano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hazony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izahay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298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Indreto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izahay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hilanja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faneva</a:t>
            </a:r>
            <a:r>
              <a:rPr lang="en-US" sz="5400" dirty="0" smtClean="0">
                <a:latin typeface="Cambria" pitchFamily="18" charset="0"/>
              </a:rPr>
              <a:t>,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Ilay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hazo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nanavotana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anay</a:t>
            </a:r>
            <a:r>
              <a:rPr lang="en-US" sz="5400" dirty="0" smtClean="0">
                <a:latin typeface="Cambria" pitchFamily="18" charset="0"/>
              </a:rPr>
              <a:t>;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An-</a:t>
            </a:r>
            <a:r>
              <a:rPr lang="en-US" sz="5400" dirty="0" err="1" smtClean="0">
                <a:latin typeface="Cambria" pitchFamily="18" charset="0"/>
              </a:rPr>
              <a:t>tsitrapo</a:t>
            </a:r>
            <a:r>
              <a:rPr lang="en-US" sz="5400" dirty="0" smtClean="0">
                <a:latin typeface="Cambria" pitchFamily="18" charset="0"/>
              </a:rPr>
              <a:t> no </a:t>
            </a:r>
            <a:r>
              <a:rPr lang="en-US" sz="5400" dirty="0" err="1" smtClean="0">
                <a:latin typeface="Cambria" pitchFamily="18" charset="0"/>
              </a:rPr>
              <a:t>anoloranay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tena</a:t>
            </a:r>
            <a:r>
              <a:rPr lang="en-US" sz="5400" dirty="0" smtClean="0">
                <a:latin typeface="Cambria" pitchFamily="18" charset="0"/>
              </a:rPr>
              <a:t>,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Ka </a:t>
            </a:r>
            <a:r>
              <a:rPr lang="en-US" sz="5400" dirty="0" err="1" smtClean="0">
                <a:latin typeface="Cambria" pitchFamily="18" charset="0"/>
              </a:rPr>
              <a:t>tano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ho </a:t>
            </a:r>
            <a:r>
              <a:rPr lang="en-US" sz="5400" dirty="0" err="1" smtClean="0">
                <a:latin typeface="Cambria" pitchFamily="18" charset="0"/>
              </a:rPr>
              <a:t>Anao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izahay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298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5. </a:t>
            </a:r>
            <a:r>
              <a:rPr lang="en-US" sz="5400" dirty="0" err="1" smtClean="0">
                <a:latin typeface="Cambria" pitchFamily="18" charset="0"/>
              </a:rPr>
              <a:t>Aina</a:t>
            </a:r>
            <a:r>
              <a:rPr lang="en-US" sz="5400" dirty="0" smtClean="0">
                <a:latin typeface="Cambria" pitchFamily="18" charset="0"/>
              </a:rPr>
              <a:t> no </a:t>
            </a:r>
            <a:r>
              <a:rPr lang="en-US" sz="5400" dirty="0" err="1" smtClean="0">
                <a:latin typeface="Cambria" pitchFamily="18" charset="0"/>
              </a:rPr>
              <a:t>fetra</a:t>
            </a:r>
            <a:r>
              <a:rPr lang="en-US" sz="5400" dirty="0" smtClean="0">
                <a:latin typeface="Cambria" pitchFamily="18" charset="0"/>
              </a:rPr>
              <a:t>, ka </a:t>
            </a:r>
            <a:r>
              <a:rPr lang="en-US" sz="5400" dirty="0" err="1" smtClean="0">
                <a:latin typeface="Cambria" pitchFamily="18" charset="0"/>
              </a:rPr>
              <a:t>ampio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ry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Fanahy</a:t>
            </a:r>
            <a:r>
              <a:rPr lang="en-US" sz="5400" dirty="0" smtClean="0">
                <a:latin typeface="Cambria" pitchFamily="18" charset="0"/>
              </a:rPr>
              <a:t>!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Aina</a:t>
            </a:r>
            <a:r>
              <a:rPr lang="en-US" sz="5400" dirty="0" smtClean="0">
                <a:latin typeface="Cambria" pitchFamily="18" charset="0"/>
              </a:rPr>
              <a:t> no </a:t>
            </a:r>
            <a:r>
              <a:rPr lang="en-US" sz="5400" dirty="0" err="1" smtClean="0">
                <a:latin typeface="Cambria" pitchFamily="18" charset="0"/>
              </a:rPr>
              <a:t>fetra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vonjeo</a:t>
            </a:r>
            <a:r>
              <a:rPr lang="en-US" sz="5400" dirty="0" smtClean="0">
                <a:latin typeface="Cambria" pitchFamily="18" charset="0"/>
              </a:rPr>
              <a:t> e, </a:t>
            </a:r>
            <a:r>
              <a:rPr lang="en-US" sz="5400" dirty="0" err="1" smtClean="0">
                <a:latin typeface="Cambria" pitchFamily="18" charset="0"/>
              </a:rPr>
              <a:t>ry</a:t>
            </a:r>
            <a:r>
              <a:rPr lang="en-US" sz="5400" dirty="0" smtClean="0">
                <a:latin typeface="Cambria" pitchFamily="18" charset="0"/>
              </a:rPr>
              <a:t> Ray!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Aina</a:t>
            </a:r>
            <a:r>
              <a:rPr lang="en-US" sz="5400" dirty="0" smtClean="0">
                <a:latin typeface="Cambria" pitchFamily="18" charset="0"/>
              </a:rPr>
              <a:t> no </a:t>
            </a:r>
            <a:r>
              <a:rPr lang="en-US" sz="5400" dirty="0" err="1" smtClean="0">
                <a:latin typeface="Cambria" pitchFamily="18" charset="0"/>
              </a:rPr>
              <a:t>fetra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izahay</a:t>
            </a:r>
            <a:r>
              <a:rPr lang="en-US" sz="5400" dirty="0" smtClean="0">
                <a:latin typeface="Cambria" pitchFamily="18" charset="0"/>
              </a:rPr>
              <a:t> re no </a:t>
            </a:r>
            <a:r>
              <a:rPr lang="en-US" sz="5400" dirty="0" err="1" smtClean="0">
                <a:latin typeface="Cambria" pitchFamily="18" charset="0"/>
              </a:rPr>
              <a:t>sahy</a:t>
            </a:r>
            <a:r>
              <a:rPr lang="en-US" sz="5400" dirty="0" smtClean="0">
                <a:latin typeface="Cambria" pitchFamily="18" charset="0"/>
              </a:rPr>
              <a:t>;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Aina</a:t>
            </a:r>
            <a:r>
              <a:rPr lang="en-US" sz="5400" dirty="0" smtClean="0">
                <a:latin typeface="Cambria" pitchFamily="18" charset="0"/>
              </a:rPr>
              <a:t> no </a:t>
            </a:r>
            <a:r>
              <a:rPr lang="en-US" sz="5400" dirty="0" err="1" smtClean="0">
                <a:latin typeface="Cambria" pitchFamily="18" charset="0"/>
              </a:rPr>
              <a:t>fetra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handresy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izahay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298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Indreto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izahay</a:t>
            </a:r>
            <a:r>
              <a:rPr lang="en-US" sz="5400" dirty="0" smtClean="0">
                <a:latin typeface="Cambria" pitchFamily="18" charset="0"/>
              </a:rPr>
              <a:t>, </a:t>
            </a:r>
            <a:r>
              <a:rPr lang="en-US" sz="5400" dirty="0" err="1" smtClean="0">
                <a:latin typeface="Cambria" pitchFamily="18" charset="0"/>
              </a:rPr>
              <a:t>hilanja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faneva</a:t>
            </a:r>
            <a:r>
              <a:rPr lang="en-US" sz="5400" dirty="0" smtClean="0">
                <a:latin typeface="Cambria" pitchFamily="18" charset="0"/>
              </a:rPr>
              <a:t>,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Ilay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hazo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nanavotana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anay</a:t>
            </a:r>
            <a:r>
              <a:rPr lang="en-US" sz="5400" dirty="0" smtClean="0">
                <a:latin typeface="Cambria" pitchFamily="18" charset="0"/>
              </a:rPr>
              <a:t>;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An-</a:t>
            </a:r>
            <a:r>
              <a:rPr lang="en-US" sz="5400" dirty="0" err="1" smtClean="0">
                <a:latin typeface="Cambria" pitchFamily="18" charset="0"/>
              </a:rPr>
              <a:t>tsitrapo</a:t>
            </a:r>
            <a:r>
              <a:rPr lang="en-US" sz="5400" dirty="0" smtClean="0">
                <a:latin typeface="Cambria" pitchFamily="18" charset="0"/>
              </a:rPr>
              <a:t> no </a:t>
            </a:r>
            <a:r>
              <a:rPr lang="en-US" sz="5400" dirty="0" err="1" smtClean="0">
                <a:latin typeface="Cambria" pitchFamily="18" charset="0"/>
              </a:rPr>
              <a:t>anoloranay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tena</a:t>
            </a:r>
            <a:r>
              <a:rPr lang="en-US" sz="5400" dirty="0" smtClean="0">
                <a:latin typeface="Cambria" pitchFamily="18" charset="0"/>
              </a:rPr>
              <a:t>,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Ka </a:t>
            </a:r>
            <a:r>
              <a:rPr lang="en-US" sz="5400" dirty="0" err="1" smtClean="0">
                <a:latin typeface="Cambria" pitchFamily="18" charset="0"/>
              </a:rPr>
              <a:t>tano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mba</a:t>
            </a:r>
            <a:r>
              <a:rPr lang="en-US" sz="5400" dirty="0" smtClean="0">
                <a:latin typeface="Cambria" pitchFamily="18" charset="0"/>
              </a:rPr>
              <a:t> ho </a:t>
            </a:r>
            <a:r>
              <a:rPr lang="en-US" sz="5400" dirty="0" err="1" smtClean="0">
                <a:latin typeface="Cambria" pitchFamily="18" charset="0"/>
              </a:rPr>
              <a:t>Anao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izahay</a:t>
            </a:r>
            <a:r>
              <a:rPr lang="en-US" sz="5400" dirty="0" smtClean="0">
                <a:latin typeface="Cambria" pitchFamily="18" charset="0"/>
              </a:rPr>
              <a:t>.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284</Words>
  <PresentationFormat>Affichage à l'écran (4:3)</PresentationFormat>
  <Paragraphs>51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298</vt:lpstr>
      <vt:lpstr>Hira 298</vt:lpstr>
      <vt:lpstr>Hira 298</vt:lpstr>
      <vt:lpstr>Hira 298</vt:lpstr>
      <vt:lpstr>Hira 298</vt:lpstr>
      <vt:lpstr>Hira 298</vt:lpstr>
      <vt:lpstr>Hira 298</vt:lpstr>
      <vt:lpstr>Hira 298</vt:lpstr>
      <vt:lpstr>Hira 298</vt:lpstr>
      <vt:lpstr>Hira 298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M</cp:lastModifiedBy>
  <cp:revision>4</cp:revision>
  <dcterms:created xsi:type="dcterms:W3CDTF">2012-11-04T17:25:30Z</dcterms:created>
  <dcterms:modified xsi:type="dcterms:W3CDTF">2015-02-22T06:42:33Z</dcterms:modified>
</cp:coreProperties>
</file>