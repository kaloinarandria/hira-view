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862" autoAdjust="0"/>
    <p:restoredTop sz="94660"/>
  </p:normalViewPr>
  <p:slideViewPr>
    <p:cSldViewPr>
      <p:cViewPr varScale="1">
        <p:scale>
          <a:sx n="60" d="100"/>
          <a:sy n="60" d="100"/>
        </p:scale>
        <p:origin x="-99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lanitra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tsara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fonenana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mandrakizay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hasambarana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hihaona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indray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200" dirty="0" err="1" smtClean="0">
                <a:latin typeface="Cambria" pitchFamily="18" charset="0"/>
              </a:rPr>
              <a:t>Mifalia</a:t>
            </a:r>
            <a:r>
              <a:rPr lang="fr-FR" sz="6200" dirty="0" smtClean="0">
                <a:latin typeface="Cambria" pitchFamily="18" charset="0"/>
              </a:rPr>
              <a:t>, </a:t>
            </a:r>
            <a:r>
              <a:rPr lang="fr-FR" sz="6200" dirty="0" err="1" smtClean="0">
                <a:latin typeface="Cambria" pitchFamily="18" charset="0"/>
              </a:rPr>
              <a:t>mihobia</a:t>
            </a:r>
            <a:r>
              <a:rPr lang="fr-FR" sz="6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200" dirty="0" smtClean="0">
                <a:latin typeface="Cambria" pitchFamily="18" charset="0"/>
              </a:rPr>
              <a:t>Fa </a:t>
            </a:r>
            <a:r>
              <a:rPr lang="fr-FR" sz="6200" dirty="0" err="1" smtClean="0">
                <a:latin typeface="Cambria" pitchFamily="18" charset="0"/>
              </a:rPr>
              <a:t>ao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isika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mihaona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indray</a:t>
            </a:r>
            <a:endParaRPr lang="fr-FR" sz="6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200" dirty="0" err="1" smtClean="0">
                <a:latin typeface="Cambria" pitchFamily="18" charset="0"/>
              </a:rPr>
              <a:t>Mifalia</a:t>
            </a:r>
            <a:r>
              <a:rPr lang="fr-FR" sz="6200" dirty="0" smtClean="0">
                <a:latin typeface="Cambria" pitchFamily="18" charset="0"/>
              </a:rPr>
              <a:t>, </a:t>
            </a:r>
            <a:r>
              <a:rPr lang="fr-FR" sz="6200" dirty="0" err="1" smtClean="0">
                <a:latin typeface="Cambria" pitchFamily="18" charset="0"/>
              </a:rPr>
              <a:t>mihobia</a:t>
            </a:r>
            <a:r>
              <a:rPr lang="fr-FR" sz="6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200" dirty="0" smtClean="0">
                <a:latin typeface="Cambria" pitchFamily="18" charset="0"/>
              </a:rPr>
              <a:t>Fa </a:t>
            </a:r>
            <a:r>
              <a:rPr lang="fr-FR" sz="6200" dirty="0" err="1" smtClean="0">
                <a:latin typeface="Cambria" pitchFamily="18" charset="0"/>
              </a:rPr>
              <a:t>ao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isika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mihaona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indray</a:t>
            </a:r>
            <a:endParaRPr lang="fr-FR" sz="6200" dirty="0" smtClean="0">
              <a:latin typeface="Cambria" pitchFamily="18" charset="0"/>
            </a:endParaRPr>
          </a:p>
          <a:p>
            <a:pPr>
              <a:buNone/>
            </a:pPr>
            <a:endParaRPr lang="fr-FR" sz="6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lova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mamin'ny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fiainana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mandrakizay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Voninahitra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lo</a:t>
            </a:r>
            <a:r>
              <a:rPr lang="fr-FR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hihaona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indray</a:t>
            </a:r>
            <a:r>
              <a:rPr lang="fr-FR" sz="6600" dirty="0" smtClean="0"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200" dirty="0" err="1" smtClean="0">
                <a:latin typeface="Cambria" pitchFamily="18" charset="0"/>
              </a:rPr>
              <a:t>Mifalia</a:t>
            </a:r>
            <a:r>
              <a:rPr lang="fr-FR" sz="6200" dirty="0" smtClean="0">
                <a:latin typeface="Cambria" pitchFamily="18" charset="0"/>
              </a:rPr>
              <a:t>, </a:t>
            </a:r>
            <a:r>
              <a:rPr lang="fr-FR" sz="6200" dirty="0" err="1" smtClean="0">
                <a:latin typeface="Cambria" pitchFamily="18" charset="0"/>
              </a:rPr>
              <a:t>mihobia</a:t>
            </a:r>
            <a:r>
              <a:rPr lang="fr-FR" sz="6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200" dirty="0" smtClean="0">
                <a:latin typeface="Cambria" pitchFamily="18" charset="0"/>
              </a:rPr>
              <a:t>Fa </a:t>
            </a:r>
            <a:r>
              <a:rPr lang="fr-FR" sz="6200" dirty="0" err="1" smtClean="0">
                <a:latin typeface="Cambria" pitchFamily="18" charset="0"/>
              </a:rPr>
              <a:t>ao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isika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mihaona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indray</a:t>
            </a:r>
            <a:endParaRPr lang="fr-FR" sz="6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200" dirty="0" err="1" smtClean="0">
                <a:latin typeface="Cambria" pitchFamily="18" charset="0"/>
              </a:rPr>
              <a:t>Mifalia</a:t>
            </a:r>
            <a:r>
              <a:rPr lang="fr-FR" sz="6200" dirty="0" smtClean="0">
                <a:latin typeface="Cambria" pitchFamily="18" charset="0"/>
              </a:rPr>
              <a:t>, </a:t>
            </a:r>
            <a:r>
              <a:rPr lang="fr-FR" sz="6200" dirty="0" err="1" smtClean="0">
                <a:latin typeface="Cambria" pitchFamily="18" charset="0"/>
              </a:rPr>
              <a:t>mihobia</a:t>
            </a:r>
            <a:r>
              <a:rPr lang="fr-FR" sz="6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200" dirty="0" smtClean="0">
                <a:latin typeface="Cambria" pitchFamily="18" charset="0"/>
              </a:rPr>
              <a:t>Fa </a:t>
            </a:r>
            <a:r>
              <a:rPr lang="fr-FR" sz="6200" dirty="0" err="1" smtClean="0">
                <a:latin typeface="Cambria" pitchFamily="18" charset="0"/>
              </a:rPr>
              <a:t>ao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isika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mihaona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indray</a:t>
            </a:r>
            <a:endParaRPr lang="fr-FR" sz="6200" dirty="0" smtClean="0">
              <a:latin typeface="Cambria" pitchFamily="18" charset="0"/>
            </a:endParaRPr>
          </a:p>
          <a:p>
            <a:pPr>
              <a:buNone/>
            </a:pPr>
            <a:endParaRPr lang="fr-FR" sz="6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Ray, </a:t>
            </a:r>
            <a:r>
              <a:rPr lang="fr-FR" sz="6600" dirty="0" err="1" smtClean="0">
                <a:latin typeface="Cambria" pitchFamily="18" charset="0"/>
              </a:rPr>
              <a:t>Loharanon'ny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Hovantanina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rahatrizay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hampiditra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hoe</a:t>
            </a:r>
            <a:r>
              <a:rPr lang="fr-FR" sz="6600" dirty="0" smtClean="0">
                <a:latin typeface="Cambria" pitchFamily="18" charset="0"/>
              </a:rPr>
              <a:t>: </a:t>
            </a:r>
            <a:r>
              <a:rPr lang="fr-FR" sz="6600" dirty="0" err="1" smtClean="0">
                <a:latin typeface="Cambria" pitchFamily="18" charset="0"/>
              </a:rPr>
              <a:t>mandrosoa</a:t>
            </a:r>
            <a:r>
              <a:rPr lang="fr-FR" sz="66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hihaona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indray</a:t>
            </a:r>
            <a:r>
              <a:rPr lang="fr-FR" sz="6600" dirty="0" smtClean="0"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200" dirty="0" err="1" smtClean="0">
                <a:latin typeface="Cambria" pitchFamily="18" charset="0"/>
              </a:rPr>
              <a:t>Mifalia</a:t>
            </a:r>
            <a:r>
              <a:rPr lang="fr-FR" sz="6200" dirty="0" smtClean="0">
                <a:latin typeface="Cambria" pitchFamily="18" charset="0"/>
              </a:rPr>
              <a:t>, </a:t>
            </a:r>
            <a:r>
              <a:rPr lang="fr-FR" sz="6200" dirty="0" err="1" smtClean="0">
                <a:latin typeface="Cambria" pitchFamily="18" charset="0"/>
              </a:rPr>
              <a:t>mihobia</a:t>
            </a:r>
            <a:r>
              <a:rPr lang="fr-FR" sz="6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200" dirty="0" smtClean="0">
                <a:latin typeface="Cambria" pitchFamily="18" charset="0"/>
              </a:rPr>
              <a:t>Fa </a:t>
            </a:r>
            <a:r>
              <a:rPr lang="fr-FR" sz="6200" dirty="0" err="1" smtClean="0">
                <a:latin typeface="Cambria" pitchFamily="18" charset="0"/>
              </a:rPr>
              <a:t>ao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isika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mihaona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indray</a:t>
            </a:r>
            <a:endParaRPr lang="fr-FR" sz="6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200" dirty="0" err="1" smtClean="0">
                <a:latin typeface="Cambria" pitchFamily="18" charset="0"/>
              </a:rPr>
              <a:t>Mifalia</a:t>
            </a:r>
            <a:r>
              <a:rPr lang="fr-FR" sz="6200" dirty="0" smtClean="0">
                <a:latin typeface="Cambria" pitchFamily="18" charset="0"/>
              </a:rPr>
              <a:t>, </a:t>
            </a:r>
            <a:r>
              <a:rPr lang="fr-FR" sz="6200" dirty="0" err="1" smtClean="0">
                <a:latin typeface="Cambria" pitchFamily="18" charset="0"/>
              </a:rPr>
              <a:t>mihobia</a:t>
            </a:r>
            <a:r>
              <a:rPr lang="fr-FR" sz="6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200" dirty="0" smtClean="0">
                <a:latin typeface="Cambria" pitchFamily="18" charset="0"/>
              </a:rPr>
              <a:t>Fa </a:t>
            </a:r>
            <a:r>
              <a:rPr lang="fr-FR" sz="6200" dirty="0" err="1" smtClean="0">
                <a:latin typeface="Cambria" pitchFamily="18" charset="0"/>
              </a:rPr>
              <a:t>ao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isika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mihaona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indray</a:t>
            </a:r>
            <a:endParaRPr lang="fr-FR" sz="6200" dirty="0" smtClean="0">
              <a:latin typeface="Cambria" pitchFamily="18" charset="0"/>
            </a:endParaRPr>
          </a:p>
          <a:p>
            <a:pPr>
              <a:buNone/>
            </a:pPr>
            <a:endParaRPr lang="fr-FR" sz="6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Zanaka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indrafo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nijaly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taty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fahizay</a:t>
            </a:r>
            <a:r>
              <a:rPr lang="fr-FR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Nefa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nahita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lo</a:t>
            </a:r>
            <a:r>
              <a:rPr lang="fr-FR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efa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velona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mandrakizay</a:t>
            </a:r>
            <a:r>
              <a:rPr lang="fr-FR" sz="6600" dirty="0" smtClean="0"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200" dirty="0" err="1" smtClean="0">
                <a:latin typeface="Cambria" pitchFamily="18" charset="0"/>
              </a:rPr>
              <a:t>Mifalia</a:t>
            </a:r>
            <a:r>
              <a:rPr lang="fr-FR" sz="6200" dirty="0" smtClean="0">
                <a:latin typeface="Cambria" pitchFamily="18" charset="0"/>
              </a:rPr>
              <a:t>, </a:t>
            </a:r>
            <a:r>
              <a:rPr lang="fr-FR" sz="6200" dirty="0" err="1" smtClean="0">
                <a:latin typeface="Cambria" pitchFamily="18" charset="0"/>
              </a:rPr>
              <a:t>mihobia</a:t>
            </a:r>
            <a:r>
              <a:rPr lang="fr-FR" sz="6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200" dirty="0" smtClean="0">
                <a:latin typeface="Cambria" pitchFamily="18" charset="0"/>
              </a:rPr>
              <a:t>Fa </a:t>
            </a:r>
            <a:r>
              <a:rPr lang="fr-FR" sz="6200" dirty="0" err="1" smtClean="0">
                <a:latin typeface="Cambria" pitchFamily="18" charset="0"/>
              </a:rPr>
              <a:t>ao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isika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mihaona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indray</a:t>
            </a:r>
            <a:endParaRPr lang="fr-FR" sz="6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200" dirty="0" err="1" smtClean="0">
                <a:latin typeface="Cambria" pitchFamily="18" charset="0"/>
              </a:rPr>
              <a:t>Mifalia</a:t>
            </a:r>
            <a:r>
              <a:rPr lang="fr-FR" sz="6200" dirty="0" smtClean="0">
                <a:latin typeface="Cambria" pitchFamily="18" charset="0"/>
              </a:rPr>
              <a:t>, </a:t>
            </a:r>
            <a:r>
              <a:rPr lang="fr-FR" sz="6200" dirty="0" err="1" smtClean="0">
                <a:latin typeface="Cambria" pitchFamily="18" charset="0"/>
              </a:rPr>
              <a:t>mihobia</a:t>
            </a:r>
            <a:r>
              <a:rPr lang="fr-FR" sz="6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200" dirty="0" smtClean="0">
                <a:latin typeface="Cambria" pitchFamily="18" charset="0"/>
              </a:rPr>
              <a:t>Fa </a:t>
            </a:r>
            <a:r>
              <a:rPr lang="fr-FR" sz="6200" dirty="0" err="1" smtClean="0">
                <a:latin typeface="Cambria" pitchFamily="18" charset="0"/>
              </a:rPr>
              <a:t>ao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isika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mihaona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indray</a:t>
            </a:r>
            <a:endParaRPr lang="fr-FR" sz="6200" dirty="0" smtClean="0">
              <a:latin typeface="Cambria" pitchFamily="18" charset="0"/>
            </a:endParaRPr>
          </a:p>
          <a:p>
            <a:pPr>
              <a:buNone/>
            </a:pPr>
            <a:endParaRPr lang="fr-FR" sz="6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001092" cy="600076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5.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Fanahin'ny</a:t>
            </a:r>
            <a:r>
              <a:rPr lang="fr-FR" sz="6600" dirty="0" smtClean="0">
                <a:latin typeface="Cambria" pitchFamily="18" charset="0"/>
              </a:rPr>
              <a:t> Ray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mitarika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mananatra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antsika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mitondra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hankao</a:t>
            </a:r>
            <a:r>
              <a:rPr lang="fr-FR" sz="6600" dirty="0" smtClean="0"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200" dirty="0" err="1" smtClean="0">
                <a:latin typeface="Cambria" pitchFamily="18" charset="0"/>
              </a:rPr>
              <a:t>Mifalia</a:t>
            </a:r>
            <a:r>
              <a:rPr lang="fr-FR" sz="6200" dirty="0" smtClean="0">
                <a:latin typeface="Cambria" pitchFamily="18" charset="0"/>
              </a:rPr>
              <a:t>, </a:t>
            </a:r>
            <a:r>
              <a:rPr lang="fr-FR" sz="6200" dirty="0" err="1" smtClean="0">
                <a:latin typeface="Cambria" pitchFamily="18" charset="0"/>
              </a:rPr>
              <a:t>mihobia</a:t>
            </a:r>
            <a:r>
              <a:rPr lang="fr-FR" sz="6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200" dirty="0" smtClean="0">
                <a:latin typeface="Cambria" pitchFamily="18" charset="0"/>
              </a:rPr>
              <a:t>Fa </a:t>
            </a:r>
            <a:r>
              <a:rPr lang="fr-FR" sz="6200" dirty="0" err="1" smtClean="0">
                <a:latin typeface="Cambria" pitchFamily="18" charset="0"/>
              </a:rPr>
              <a:t>ao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isika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mihaona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indray</a:t>
            </a:r>
            <a:endParaRPr lang="fr-FR" sz="6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200" dirty="0" err="1" smtClean="0">
                <a:latin typeface="Cambria" pitchFamily="18" charset="0"/>
              </a:rPr>
              <a:t>Mifalia</a:t>
            </a:r>
            <a:r>
              <a:rPr lang="fr-FR" sz="6200" dirty="0" smtClean="0">
                <a:latin typeface="Cambria" pitchFamily="18" charset="0"/>
              </a:rPr>
              <a:t>, </a:t>
            </a:r>
            <a:r>
              <a:rPr lang="fr-FR" sz="6200" dirty="0" err="1" smtClean="0">
                <a:latin typeface="Cambria" pitchFamily="18" charset="0"/>
              </a:rPr>
              <a:t>mihobia</a:t>
            </a:r>
            <a:r>
              <a:rPr lang="fr-FR" sz="6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200" dirty="0" smtClean="0">
                <a:latin typeface="Cambria" pitchFamily="18" charset="0"/>
              </a:rPr>
              <a:t>Fa </a:t>
            </a:r>
            <a:r>
              <a:rPr lang="fr-FR" sz="6200" dirty="0" err="1" smtClean="0">
                <a:latin typeface="Cambria" pitchFamily="18" charset="0"/>
              </a:rPr>
              <a:t>ao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isika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mihaona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indray</a:t>
            </a:r>
            <a:endParaRPr lang="fr-FR" sz="6200" dirty="0" smtClean="0">
              <a:latin typeface="Cambria" pitchFamily="18" charset="0"/>
            </a:endParaRPr>
          </a:p>
          <a:p>
            <a:pPr>
              <a:buNone/>
            </a:pPr>
            <a:endParaRPr lang="fr-FR" sz="6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001092" cy="600076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6.</a:t>
            </a:r>
            <a:r>
              <a:rPr lang="fr-FR" sz="6600" dirty="0" err="1" smtClean="0">
                <a:latin typeface="Cambria" pitchFamily="18" charset="0"/>
              </a:rPr>
              <a:t>Matokia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miravoa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mifalia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azontsika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lapan'ny</a:t>
            </a:r>
            <a:r>
              <a:rPr lang="fr-FR" sz="6600" dirty="0" smtClean="0">
                <a:latin typeface="Cambria" pitchFamily="18" charset="0"/>
              </a:rPr>
              <a:t> Ray: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Miderà</a:t>
            </a:r>
            <a:r>
              <a:rPr lang="fr-FR" sz="6600" dirty="0" smtClean="0">
                <a:latin typeface="Cambria" pitchFamily="18" charset="0"/>
              </a:rPr>
              <a:t> , </a:t>
            </a:r>
            <a:r>
              <a:rPr lang="fr-FR" sz="6600" dirty="0" err="1" smtClean="0">
                <a:latin typeface="Cambria" pitchFamily="18" charset="0"/>
              </a:rPr>
              <a:t>mihirà</a:t>
            </a:r>
            <a:r>
              <a:rPr lang="fr-FR" sz="6600" dirty="0" smtClean="0">
                <a:latin typeface="Cambria" pitchFamily="18" charset="0"/>
              </a:rPr>
              <a:t> , </a:t>
            </a:r>
            <a:r>
              <a:rPr lang="fr-FR" sz="6600" dirty="0" err="1" smtClean="0">
                <a:latin typeface="Cambria" pitchFamily="18" charset="0"/>
              </a:rPr>
              <a:t>mihobia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Fiadanana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mandrakizay</a:t>
            </a:r>
            <a:r>
              <a:rPr lang="fr-FR" sz="6600" dirty="0" smtClean="0"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684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200" dirty="0" err="1" smtClean="0">
                <a:latin typeface="Cambria" pitchFamily="18" charset="0"/>
              </a:rPr>
              <a:t>Mifalia</a:t>
            </a:r>
            <a:r>
              <a:rPr lang="fr-FR" sz="6200" dirty="0" smtClean="0">
                <a:latin typeface="Cambria" pitchFamily="18" charset="0"/>
              </a:rPr>
              <a:t>, </a:t>
            </a:r>
            <a:r>
              <a:rPr lang="fr-FR" sz="6200" dirty="0" err="1" smtClean="0">
                <a:latin typeface="Cambria" pitchFamily="18" charset="0"/>
              </a:rPr>
              <a:t>mihobia</a:t>
            </a:r>
            <a:r>
              <a:rPr lang="fr-FR" sz="6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200" dirty="0" smtClean="0">
                <a:latin typeface="Cambria" pitchFamily="18" charset="0"/>
              </a:rPr>
              <a:t>Fa </a:t>
            </a:r>
            <a:r>
              <a:rPr lang="fr-FR" sz="6200" dirty="0" err="1" smtClean="0">
                <a:latin typeface="Cambria" pitchFamily="18" charset="0"/>
              </a:rPr>
              <a:t>ao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isika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mihaona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indray</a:t>
            </a:r>
            <a:endParaRPr lang="fr-FR" sz="6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200" dirty="0" err="1" smtClean="0">
                <a:latin typeface="Cambria" pitchFamily="18" charset="0"/>
              </a:rPr>
              <a:t>Mifalia</a:t>
            </a:r>
            <a:r>
              <a:rPr lang="fr-FR" sz="6200" dirty="0" smtClean="0">
                <a:latin typeface="Cambria" pitchFamily="18" charset="0"/>
              </a:rPr>
              <a:t>, </a:t>
            </a:r>
            <a:r>
              <a:rPr lang="fr-FR" sz="6200" dirty="0" err="1" smtClean="0">
                <a:latin typeface="Cambria" pitchFamily="18" charset="0"/>
              </a:rPr>
              <a:t>mihobia</a:t>
            </a:r>
            <a:r>
              <a:rPr lang="fr-FR" sz="6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200" dirty="0" smtClean="0">
                <a:latin typeface="Cambria" pitchFamily="18" charset="0"/>
              </a:rPr>
              <a:t>Fa </a:t>
            </a:r>
            <a:r>
              <a:rPr lang="fr-FR" sz="6200" dirty="0" err="1" smtClean="0">
                <a:latin typeface="Cambria" pitchFamily="18" charset="0"/>
              </a:rPr>
              <a:t>ao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isika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mihaona</a:t>
            </a:r>
            <a:r>
              <a:rPr lang="fr-FR" sz="6200" dirty="0" smtClean="0">
                <a:latin typeface="Cambria" pitchFamily="18" charset="0"/>
              </a:rPr>
              <a:t> </a:t>
            </a:r>
            <a:r>
              <a:rPr lang="fr-FR" sz="6200" dirty="0" err="1" smtClean="0">
                <a:latin typeface="Cambria" pitchFamily="18" charset="0"/>
              </a:rPr>
              <a:t>indray</a:t>
            </a:r>
            <a:endParaRPr lang="fr-FR" sz="6200" dirty="0" smtClean="0">
              <a:latin typeface="Cambria" pitchFamily="18" charset="0"/>
            </a:endParaRPr>
          </a:p>
          <a:p>
            <a:pPr>
              <a:buNone/>
            </a:pPr>
            <a:endParaRPr lang="fr-FR" sz="6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265</Words>
  <PresentationFormat>Affichage à l'écran (4:3)</PresentationFormat>
  <Paragraphs>60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684</vt:lpstr>
      <vt:lpstr>HIRA 684</vt:lpstr>
      <vt:lpstr>HIRA 684</vt:lpstr>
      <vt:lpstr>HIRA 684</vt:lpstr>
      <vt:lpstr>HIRA 684</vt:lpstr>
      <vt:lpstr>HIRA 684</vt:lpstr>
      <vt:lpstr>HIRA 684</vt:lpstr>
      <vt:lpstr>HIRA 684</vt:lpstr>
      <vt:lpstr>HIRA 684</vt:lpstr>
      <vt:lpstr>HIRA 684</vt:lpstr>
      <vt:lpstr>HIRA 684</vt:lpstr>
      <vt:lpstr>HIRA 684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8</cp:revision>
  <dcterms:created xsi:type="dcterms:W3CDTF">2012-12-02T01:28:21Z</dcterms:created>
  <dcterms:modified xsi:type="dcterms:W3CDTF">2012-12-25T19:32:06Z</dcterms:modified>
</cp:coreProperties>
</file>