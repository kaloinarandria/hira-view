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2" r:id="rId6"/>
    <p:sldId id="263" r:id="rId7"/>
    <p:sldId id="261" r:id="rId8"/>
    <p:sldId id="264" r:id="rId9"/>
    <p:sldId id="265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5259F-AA73-4CFC-A5CF-510973D84081}" type="datetimeFigureOut">
              <a:rPr lang="fr-FR" smtClean="0"/>
              <a:t>02/07/2013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08B86-EE17-49F3-A106-4650991B8F05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08B86-EE17-49F3-A106-4650991B8F05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857256"/>
            <a:ext cx="1014416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He,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hoby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re no </a:t>
            </a: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Io no </a:t>
            </a:r>
            <a:r>
              <a:rPr lang="en-US" sz="6600" dirty="0" err="1" smtClean="0">
                <a:latin typeface="Cambria" pitchFamily="18" charset="0"/>
              </a:rPr>
              <a:t>Zanak'Andriamanitra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'Lay </a:t>
            </a:r>
            <a:r>
              <a:rPr lang="en-US" sz="6600" dirty="0" err="1" smtClean="0">
                <a:latin typeface="Cambria" pitchFamily="18" charset="0"/>
              </a:rPr>
              <a:t>tanteraka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56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 (O! </a:t>
            </a: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 (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56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hirao</a:t>
            </a:r>
            <a:r>
              <a:rPr lang="en-US" sz="6600" dirty="0" smtClean="0">
                <a:latin typeface="Cambria" pitchFamily="18" charset="0"/>
              </a:rPr>
              <a:t> (Ka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hirao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 (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azonao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56"/>
            <a:ext cx="950122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Zava-mahagaga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fatratra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</a:t>
            </a:r>
            <a:r>
              <a:rPr lang="en-US" sz="6600" dirty="0" smtClean="0">
                <a:latin typeface="Cambria" pitchFamily="18" charset="0"/>
              </a:rPr>
              <a:t>' </a:t>
            </a:r>
            <a:r>
              <a:rPr lang="en-US" sz="6600" dirty="0" err="1" smtClean="0">
                <a:latin typeface="Cambria" pitchFamily="18" charset="0"/>
              </a:rPr>
              <a:t>Andriamanitra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tafasaraka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56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 (O! </a:t>
            </a: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 (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56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hirao</a:t>
            </a:r>
            <a:r>
              <a:rPr lang="en-US" sz="6600" dirty="0" smtClean="0">
                <a:latin typeface="Cambria" pitchFamily="18" charset="0"/>
              </a:rPr>
              <a:t> (Ka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hirao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 (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azonao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857256"/>
            <a:ext cx="1028704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000" dirty="0" smtClean="0">
                <a:latin typeface="Cambria" pitchFamily="18" charset="0"/>
              </a:rPr>
              <a:t>O!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asandratra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vangian'ny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Tompon-danitra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atolotra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56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 (O! </a:t>
            </a: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 (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HIRA80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56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hirao</a:t>
            </a:r>
            <a:r>
              <a:rPr lang="en-US" sz="6600" dirty="0" smtClean="0">
                <a:latin typeface="Cambria" pitchFamily="18" charset="0"/>
              </a:rPr>
              <a:t> (Ka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hirao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 (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azonao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173</Words>
  <PresentationFormat>Affichage à l'écran (4:3)</PresentationFormat>
  <Paragraphs>40</Paragraphs>
  <Slides>9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HIRA80 </vt:lpstr>
      <vt:lpstr>HIRA80 </vt:lpstr>
      <vt:lpstr>HIRA80 </vt:lpstr>
      <vt:lpstr>HIRA80 </vt:lpstr>
      <vt:lpstr>HIRA80 </vt:lpstr>
      <vt:lpstr>HIRA80 </vt:lpstr>
      <vt:lpstr>HIRA80 </vt:lpstr>
      <vt:lpstr>HIRA80 </vt:lpstr>
      <vt:lpstr>HIRA80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9</cp:revision>
  <dcterms:created xsi:type="dcterms:W3CDTF">2012-12-08T21:27:25Z</dcterms:created>
  <dcterms:modified xsi:type="dcterms:W3CDTF">2013-07-02T16:21:17Z</dcterms:modified>
</cp:coreProperties>
</file>