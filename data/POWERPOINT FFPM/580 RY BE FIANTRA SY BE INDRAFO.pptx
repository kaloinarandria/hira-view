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59" d="100"/>
          <a:sy n="59" d="100"/>
        </p:scale>
        <p:origin x="-1026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18/01/2013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18/01/2013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18/01/2013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18/01/2013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18/01/2013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18/01/2013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18/01/2013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18/01/2013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18/01/2013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18/01/2013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18/01/2013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18/01/2013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rmAutofit fontScale="90000"/>
          </a:bodyPr>
          <a:lstStyle/>
          <a:p>
            <a:r>
              <a:rPr lang="fr-FR" b="1" dirty="0" smtClean="0">
                <a:latin typeface="Cambria" pitchFamily="18" charset="0"/>
              </a:rPr>
              <a:t>HIRA </a:t>
            </a:r>
            <a:r>
              <a:rPr lang="fr-FR" b="1" dirty="0" smtClean="0">
                <a:latin typeface="Cambria" pitchFamily="18" charset="0"/>
              </a:rPr>
              <a:t>580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1. Ry be fiantra sy be indrafo!</a:t>
            </a:r>
          </a:p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Ao Aminao misy soa;</a:t>
            </a:r>
          </a:p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Ory izahay noho ny zava-manjo;</a:t>
            </a:r>
          </a:p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Ao Aminao misy soa;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rmAutofit fontScale="90000"/>
          </a:bodyPr>
          <a:lstStyle/>
          <a:p>
            <a:r>
              <a:rPr lang="fr-FR" b="1" dirty="0" smtClean="0">
                <a:latin typeface="Cambria" pitchFamily="18" charset="0"/>
              </a:rPr>
              <a:t>HIRA </a:t>
            </a:r>
            <a:r>
              <a:rPr lang="fr-FR" b="1" dirty="0" smtClean="0">
                <a:latin typeface="Cambria" pitchFamily="18" charset="0"/>
              </a:rPr>
              <a:t>580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Be siasia an-dalana aty,</a:t>
            </a:r>
          </a:p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Sao tsy ho tratra ny tsara ary; </a:t>
            </a:r>
          </a:p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Tompo miantrà, vonjeo izahay,</a:t>
            </a:r>
          </a:p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Ao Aminao misy soa.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rmAutofit fontScale="90000"/>
          </a:bodyPr>
          <a:lstStyle/>
          <a:p>
            <a:r>
              <a:rPr lang="fr-FR" b="1" dirty="0" smtClean="0">
                <a:latin typeface="Cambria" pitchFamily="18" charset="0"/>
              </a:rPr>
              <a:t>HIRA </a:t>
            </a:r>
            <a:r>
              <a:rPr lang="fr-FR" b="1" dirty="0" smtClean="0">
                <a:latin typeface="Cambria" pitchFamily="18" charset="0"/>
              </a:rPr>
              <a:t>580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2. Rahona mainty manarona anay, </a:t>
            </a:r>
          </a:p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Ao Aminao misy soa</a:t>
            </a:r>
          </a:p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Mba hazavaonao izay dianay, </a:t>
            </a:r>
          </a:p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Ao Aminao misy soa;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rmAutofit fontScale="90000"/>
          </a:bodyPr>
          <a:lstStyle/>
          <a:p>
            <a:r>
              <a:rPr lang="fr-FR" b="1" dirty="0" smtClean="0">
                <a:latin typeface="Cambria" pitchFamily="18" charset="0"/>
              </a:rPr>
              <a:t>HIRA </a:t>
            </a:r>
            <a:r>
              <a:rPr lang="fr-FR" b="1" dirty="0" smtClean="0">
                <a:latin typeface="Cambria" pitchFamily="18" charset="0"/>
              </a:rPr>
              <a:t>580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Ampaherezo hanaraka Anao, </a:t>
            </a:r>
          </a:p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Ampaherezo hatoky Anao,</a:t>
            </a:r>
          </a:p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Tompo mahery, hazony izahay, </a:t>
            </a:r>
          </a:p>
          <a:p>
            <a:pPr>
              <a:buNone/>
            </a:pPr>
            <a:r>
              <a:rPr lang="fi-FI" sz="6600" dirty="0" smtClean="0">
                <a:latin typeface="Cambria" pitchFamily="18" charset="0"/>
              </a:rPr>
              <a:t>Ao Aminao misy soa.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rmAutofit fontScale="90000"/>
          </a:bodyPr>
          <a:lstStyle/>
          <a:p>
            <a:r>
              <a:rPr lang="fr-FR" b="1" dirty="0" smtClean="0">
                <a:latin typeface="Cambria" pitchFamily="18" charset="0"/>
              </a:rPr>
              <a:t>HIRA </a:t>
            </a:r>
            <a:r>
              <a:rPr lang="fr-FR" b="1" dirty="0" smtClean="0">
                <a:latin typeface="Cambria" pitchFamily="18" charset="0"/>
              </a:rPr>
              <a:t>580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500042"/>
            <a:ext cx="8929718" cy="635795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i-FI" sz="6200" dirty="0" smtClean="0">
                <a:latin typeface="Cambria" pitchFamily="18" charset="0"/>
              </a:rPr>
              <a:t>3. Any an-danitra izay lapanao,</a:t>
            </a:r>
          </a:p>
          <a:p>
            <a:pPr>
              <a:buNone/>
            </a:pPr>
            <a:r>
              <a:rPr lang="fi-FI" sz="6200" dirty="0" smtClean="0">
                <a:latin typeface="Cambria" pitchFamily="18" charset="0"/>
              </a:rPr>
              <a:t>Ao Aminao, misy soa;</a:t>
            </a:r>
          </a:p>
          <a:p>
            <a:pPr>
              <a:buNone/>
            </a:pPr>
            <a:r>
              <a:rPr lang="fi-FI" sz="6200" dirty="0" smtClean="0">
                <a:latin typeface="Cambria" pitchFamily="18" charset="0"/>
              </a:rPr>
              <a:t>Ka dia matoky izahay zanakao, </a:t>
            </a:r>
          </a:p>
          <a:p>
            <a:pPr>
              <a:buNone/>
            </a:pPr>
            <a:r>
              <a:rPr lang="fi-FI" sz="6200" dirty="0" smtClean="0">
                <a:latin typeface="Cambria" pitchFamily="18" charset="0"/>
              </a:rPr>
              <a:t>Ao Aminao, misy soa;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rmAutofit fontScale="90000"/>
          </a:bodyPr>
          <a:lstStyle/>
          <a:p>
            <a:r>
              <a:rPr lang="fr-FR" b="1" dirty="0" smtClean="0">
                <a:latin typeface="Cambria" pitchFamily="18" charset="0"/>
              </a:rPr>
              <a:t>HIRA </a:t>
            </a:r>
            <a:r>
              <a:rPr lang="fr-FR" b="1" dirty="0" smtClean="0">
                <a:latin typeface="Cambria" pitchFamily="18" charset="0"/>
              </a:rPr>
              <a:t>580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500042"/>
            <a:ext cx="8929718" cy="635795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i-FI" sz="6200" dirty="0" smtClean="0">
                <a:latin typeface="Cambria" pitchFamily="18" charset="0"/>
              </a:rPr>
              <a:t>Aza ilaozana akory izahay,</a:t>
            </a:r>
          </a:p>
          <a:p>
            <a:pPr>
              <a:buNone/>
            </a:pPr>
            <a:r>
              <a:rPr lang="fi-FI" sz="6200" dirty="0" smtClean="0">
                <a:latin typeface="Cambria" pitchFamily="18" charset="0"/>
              </a:rPr>
              <a:t>Sao dia very an-dàlana indray:</a:t>
            </a:r>
          </a:p>
          <a:p>
            <a:pPr>
              <a:buNone/>
            </a:pPr>
            <a:r>
              <a:rPr lang="fi-FI" sz="6200" dirty="0" smtClean="0">
                <a:latin typeface="Cambria" pitchFamily="18" charset="0"/>
              </a:rPr>
              <a:t>Tompo malala, tariho izahay, </a:t>
            </a:r>
          </a:p>
          <a:p>
            <a:pPr>
              <a:buNone/>
            </a:pPr>
            <a:r>
              <a:rPr lang="fi-FI" sz="6200" smtClean="0">
                <a:latin typeface="Cambria" pitchFamily="18" charset="0"/>
              </a:rPr>
              <a:t>Ao Aminao, misy soa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148</Words>
  <PresentationFormat>Affichage à l'écran (4:3)</PresentationFormat>
  <Paragraphs>30</Paragraphs>
  <Slides>6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7" baseType="lpstr">
      <vt:lpstr>Thème Office</vt:lpstr>
      <vt:lpstr>HIRA 580</vt:lpstr>
      <vt:lpstr>HIRA 580</vt:lpstr>
      <vt:lpstr>HIRA 580</vt:lpstr>
      <vt:lpstr>HIRA 580</vt:lpstr>
      <vt:lpstr>HIRA 580</vt:lpstr>
      <vt:lpstr>HIRA 580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550</dc:title>
  <dc:creator>M</dc:creator>
  <cp:lastModifiedBy>M</cp:lastModifiedBy>
  <cp:revision>5</cp:revision>
  <dcterms:created xsi:type="dcterms:W3CDTF">2012-12-08T21:04:49Z</dcterms:created>
  <dcterms:modified xsi:type="dcterms:W3CDTF">2013-01-18T19:23:07Z</dcterms:modified>
</cp:coreProperties>
</file>