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538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1. Finaritra ny masoko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Mijery ny Mpamonjiko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Ny vavako hisokatra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Hidera ny </a:t>
            </a:r>
            <a:r>
              <a:rPr lang="sv-SE" sz="6000" dirty="0" smtClean="0">
                <a:latin typeface="Cambria" pitchFamily="18" charset="0"/>
              </a:rPr>
              <a:t>Mpanavotro </a:t>
            </a:r>
            <a:endParaRPr lang="sv-SE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538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Andro soa, andro soa,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Fa jeso no Mpanavotra; 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He! Ravo ny fanahiko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Mihira ao anatiko,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Andro soa, andro soa,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Fa jeso no Mpanavotra.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538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2. Ho tiako ny Tompoko 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Ambara-pahafatiko,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Fa Izy no Mpanafaka 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Manaisotra ny heloko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538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Andro soa, andro soa,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Fa jeso no Mpanavotra; 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He! Ravo ny fanahiko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Mihira ao anatiko,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Andro soa, andro soa,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Fa jeso no Mpanavotra.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538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3. Faingàna re, ry havako! 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Hatony e! ny Tomponao ; 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Andeha mba hiaraka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Hihira sy hivavaka: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538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Andro soa, andro soa,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Fa jeso no Mpanavotra; 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He! Ravo ny fanahiko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Mihira ao anatiko,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Andro soa, andro soa,</a:t>
            </a:r>
          </a:p>
          <a:p>
            <a:pPr>
              <a:buNone/>
            </a:pPr>
            <a:r>
              <a:rPr lang="sv-SE" sz="6000" dirty="0" smtClean="0">
                <a:latin typeface="Cambria" pitchFamily="18" charset="0"/>
              </a:rPr>
              <a:t>Fa jeso no Mpanavotra.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156</Words>
  <PresentationFormat>Affichage à l'écran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538</vt:lpstr>
      <vt:lpstr>Hira 538</vt:lpstr>
      <vt:lpstr>Hira 538</vt:lpstr>
      <vt:lpstr>Hira 538</vt:lpstr>
      <vt:lpstr>Hira 538</vt:lpstr>
      <vt:lpstr>Hira 538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6</cp:revision>
  <dcterms:created xsi:type="dcterms:W3CDTF">2012-10-10T06:45:31Z</dcterms:created>
  <dcterms:modified xsi:type="dcterms:W3CDTF">2014-07-26T10:36:09Z</dcterms:modified>
</cp:coreProperties>
</file>