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5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manam-petra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to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6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205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levona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Haharitra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6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205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entinay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Handresy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devoly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'Lay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fahavalonay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6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mampahory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osa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Manjary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tanjakay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6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mamy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mpankato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loharano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Miboika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6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fanomezan-toky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azon'ny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manjo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hani-mahavoky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Mamelona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6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mampisava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aizim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-be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Fanilo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manazava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6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Manolo-pahendrena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Mananatra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lo.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130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205 </vt:lpstr>
      <vt:lpstr>HIRA 205 </vt:lpstr>
      <vt:lpstr>HIRA 205 </vt:lpstr>
      <vt:lpstr>HIRA 205 </vt:lpstr>
      <vt:lpstr>HIRA 205 </vt:lpstr>
      <vt:lpstr>HIRA 205 </vt:lpstr>
      <vt:lpstr>HIRA 205 </vt:lpstr>
      <vt:lpstr>HIRA 205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4</cp:revision>
  <dcterms:created xsi:type="dcterms:W3CDTF">2012-10-03T08:17:13Z</dcterms:created>
  <dcterms:modified xsi:type="dcterms:W3CDTF">2014-05-24T17:23:57Z</dcterms:modified>
</cp:coreProperties>
</file>