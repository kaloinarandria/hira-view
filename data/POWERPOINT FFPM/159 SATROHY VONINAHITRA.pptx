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7" d="100"/>
          <a:sy n="57" d="100"/>
        </p:scale>
        <p:origin x="-19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25/07/2013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1. Satrohy voninahitra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Anjely masina ô 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Ilay voasatro-tsilo teo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Dia Jeso, Jeso, Jeso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Tompo tokana !</a:t>
            </a:r>
            <a:endParaRPr lang="pt-B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2. Ry afa-pahoriana,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Izay ao an-dapany !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Nombany tao an-dalana,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saotra, laza, hery,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Aoka ho Azy re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3. Taranaky ny lavo ô,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Izay natsangany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Ekeo Izy eram-po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Ka saotra, laza, hery,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Aoka ho Azy re !</a:t>
            </a:r>
            <a:endParaRPr lang="pt-B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28662" y="0"/>
            <a:ext cx="6572296" cy="928670"/>
          </a:xfrm>
        </p:spPr>
        <p:txBody>
          <a:bodyPr>
            <a:normAutofit/>
          </a:bodyPr>
          <a:lstStyle/>
          <a:p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HIRA</a:t>
            </a:r>
            <a:r>
              <a:rPr lang="fr-FR" dirty="0" smtClean="0">
                <a:latin typeface="Cambria" pitchFamily="18" charset="0"/>
              </a:rPr>
              <a:t> </a:t>
            </a:r>
            <a:r>
              <a:rPr lang="fr-FR" b="1" dirty="0" smtClean="0">
                <a:solidFill>
                  <a:schemeClr val="tx2"/>
                </a:solidFill>
                <a:latin typeface="Cambria" pitchFamily="18" charset="0"/>
              </a:rPr>
              <a:t>159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607220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4. Ry firenena marobe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Ambany lanitra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Miankohofa maneke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Fa Jeso, Jeso, Jeso</a:t>
            </a:r>
          </a:p>
          <a:p>
            <a:pPr>
              <a:buNone/>
            </a:pPr>
            <a:r>
              <a:rPr lang="pt-BR" sz="6600" dirty="0" smtClean="0">
                <a:latin typeface="Cambria" pitchFamily="18" charset="0"/>
              </a:rPr>
              <a:t>No Mpanjaka re 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96</Words>
  <PresentationFormat>Affichage à l'écran (4:3)</PresentationFormat>
  <Paragraphs>24</Paragraphs>
  <Slides>4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5" baseType="lpstr">
      <vt:lpstr>Thème Office</vt:lpstr>
      <vt:lpstr>HIRA 159</vt:lpstr>
      <vt:lpstr>HIRA 159</vt:lpstr>
      <vt:lpstr>HIRA 159</vt:lpstr>
      <vt:lpstr>HIRA 159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175</dc:title>
  <dc:creator>M</dc:creator>
  <cp:lastModifiedBy>M</cp:lastModifiedBy>
  <cp:revision>14</cp:revision>
  <dcterms:created xsi:type="dcterms:W3CDTF">2012-10-03T08:15:06Z</dcterms:created>
  <dcterms:modified xsi:type="dcterms:W3CDTF">2013-07-25T18:04:42Z</dcterms:modified>
</cp:coreProperties>
</file>