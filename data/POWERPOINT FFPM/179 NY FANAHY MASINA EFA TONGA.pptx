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179 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</a:t>
            </a:r>
            <a:r>
              <a:rPr lang="en-US" sz="6600" b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mpitory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179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914406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Koa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mitsangana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Andeha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Hatramin'ny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faran'ny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179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1440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Voasaron'ny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aizim-pito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Nosinao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sampy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Notompoiny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179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1440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fahazarana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Nangeja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Kanefa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179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1440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voatafy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Injay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179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1440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Angony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antsoy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firenena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eran-tany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mpianatro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".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179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1440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Ekeko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Hafoiko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hareko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179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1440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vavolombelona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Hijoro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hanafika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Tafio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148</Words>
  <PresentationFormat>Affichage à l'écran (4:3)</PresentationFormat>
  <Paragraphs>39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179  </vt:lpstr>
      <vt:lpstr>HIRA 179 </vt:lpstr>
      <vt:lpstr>HIRA 179 </vt:lpstr>
      <vt:lpstr>HIRA 179 </vt:lpstr>
      <vt:lpstr>HIRA 179 </vt:lpstr>
      <vt:lpstr>HIRA 179 </vt:lpstr>
      <vt:lpstr>HIRA 179 </vt:lpstr>
      <vt:lpstr>HIRA 179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5</cp:revision>
  <dcterms:created xsi:type="dcterms:W3CDTF">2012-11-11T21:19:33Z</dcterms:created>
  <dcterms:modified xsi:type="dcterms:W3CDTF">2014-06-03T18:58:32Z</dcterms:modified>
</cp:coreProperties>
</file>