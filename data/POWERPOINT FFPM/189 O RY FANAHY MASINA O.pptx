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928694"/>
            <a:ext cx="928694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Ô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midira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mania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mitahia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Manomeza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Miantrà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Ô,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Asehoy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Iasao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Nosy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Miantrà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857232"/>
            <a:ext cx="921550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Afom-pitiavana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levoninao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lolom-po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vitsy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hifankatia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mihitsy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Miantrà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71438" y="714356"/>
            <a:ext cx="971553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Mpampifaly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hanantenanay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189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handrenesanay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Miantrà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123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189</vt:lpstr>
      <vt:lpstr>HIRA 189</vt:lpstr>
      <vt:lpstr>HIRA 189</vt:lpstr>
      <vt:lpstr>HIRA 189</vt:lpstr>
      <vt:lpstr>HIRA 189</vt:lpstr>
      <vt:lpstr>HIRA 189</vt:lpstr>
      <vt:lpstr>HIRA 189</vt:lpstr>
      <vt:lpstr>HIRA 189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8</cp:revision>
  <dcterms:created xsi:type="dcterms:W3CDTF">2012-11-11T21:19:33Z</dcterms:created>
  <dcterms:modified xsi:type="dcterms:W3CDTF">2014-06-03T19:08:16Z</dcterms:modified>
</cp:coreProperties>
</file>