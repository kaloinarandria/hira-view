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12/12/2015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solidFill>
                  <a:schemeClr val="accent1"/>
                </a:solidFill>
                <a:latin typeface="Cambria" pitchFamily="18" charset="0"/>
              </a:rPr>
              <a:t>HIRA 216 </a:t>
            </a:r>
            <a:endParaRPr lang="fr-FR" sz="54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teninao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ranon'aina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mahalonakany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Mangetana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solidFill>
                  <a:schemeClr val="accent1"/>
                </a:solidFill>
                <a:latin typeface="Cambria" pitchFamily="18" charset="0"/>
              </a:rPr>
              <a:t>HIRA 216 </a:t>
            </a:r>
            <a:endParaRPr lang="fr-FR" sz="54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t-IT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Jereo ny tanimbolinao</a:t>
            </a:r>
          </a:p>
          <a:p>
            <a:pPr>
              <a:buNone/>
            </a:pPr>
            <a:r>
              <a:rPr lang="it-IT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tena mila io.</a:t>
            </a:r>
          </a:p>
          <a:p>
            <a:pPr>
              <a:buNone/>
            </a:pPr>
            <a:r>
              <a:rPr lang="it-IT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feno voa ho Anao</a:t>
            </a:r>
          </a:p>
          <a:p>
            <a:pPr>
              <a:buNone/>
            </a:pPr>
            <a:r>
              <a:rPr lang="it-IT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Hatramin'ny anio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solidFill>
                  <a:schemeClr val="accent1"/>
                </a:solidFill>
                <a:latin typeface="Cambria" pitchFamily="18" charset="0"/>
              </a:rPr>
              <a:t>HIRA 216 </a:t>
            </a:r>
            <a:endParaRPr lang="fr-FR" sz="54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teninao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sabatra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Maranitra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Mitsara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mamantatra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fonay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solidFill>
                  <a:schemeClr val="accent1"/>
                </a:solidFill>
                <a:latin typeface="Cambria" pitchFamily="18" charset="0"/>
              </a:rPr>
              <a:t>HIRA 216 </a:t>
            </a:r>
            <a:endParaRPr lang="fr-FR" sz="54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785794"/>
            <a:ext cx="928687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Hetseho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tontolo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Handray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teninao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O,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asehoy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herinao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Hamorona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aim-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baovao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solidFill>
                  <a:schemeClr val="accent1"/>
                </a:solidFill>
                <a:latin typeface="Cambria" pitchFamily="18" charset="0"/>
              </a:rPr>
              <a:t>HIRA 216 </a:t>
            </a:r>
            <a:endParaRPr lang="fr-FR" sz="54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714356"/>
            <a:ext cx="928687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Fanilon-dianay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Noraisinay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lovanay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solidFill>
                  <a:schemeClr val="accent1"/>
                </a:solidFill>
                <a:latin typeface="Cambria" pitchFamily="18" charset="0"/>
              </a:rPr>
              <a:t>HIRA 216 </a:t>
            </a:r>
            <a:endParaRPr lang="fr-FR" sz="54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816" y="928670"/>
            <a:ext cx="935828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Ampianaro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didinao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Ataovy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hitiavanay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104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216 </vt:lpstr>
      <vt:lpstr>HIRA 216 </vt:lpstr>
      <vt:lpstr>HIRA 216 </vt:lpstr>
      <vt:lpstr>HIRA 216 </vt:lpstr>
      <vt:lpstr>HIRA 216 </vt:lpstr>
      <vt:lpstr>HIRA 216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FJKM Mandrosoa</cp:lastModifiedBy>
  <cp:revision>8</cp:revision>
  <dcterms:created xsi:type="dcterms:W3CDTF">2012-10-03T08:17:13Z</dcterms:created>
  <dcterms:modified xsi:type="dcterms:W3CDTF">2015-12-12T06:55:50Z</dcterms:modified>
</cp:coreProperties>
</file>